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IBM Plex Mono Medium"/>
      <p:regular r:id="rId48"/>
      <p:bold r:id="rId49"/>
      <p:italic r:id="rId50"/>
      <p:boldItalic r:id="rId51"/>
    </p:embeddedFont>
    <p:embeddedFont>
      <p:font typeface="Poppins"/>
      <p:regular r:id="rId52"/>
      <p:bold r:id="rId53"/>
      <p:italic r:id="rId54"/>
      <p:boldItalic r:id="rId55"/>
    </p:embeddedFont>
    <p:embeddedFont>
      <p:font typeface="Source Code Pro"/>
      <p:regular r:id="rId56"/>
      <p:bold r:id="rId57"/>
      <p:italic r:id="rId58"/>
      <p:boldItalic r:id="rId59"/>
    </p:embeddedFont>
    <p:embeddedFont>
      <p:font typeface="PT Sans"/>
      <p:regular r:id="rId60"/>
      <p:bold r:id="rId61"/>
      <p:italic r:id="rId62"/>
      <p:boldItalic r:id="rId63"/>
    </p:embeddedFont>
    <p:embeddedFont>
      <p:font typeface="IBM Plex Mono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7CEA87-67EA-4D88-B4B6-A5733A9046A0}">
  <a:tblStyle styleId="{AC7CEA87-67EA-4D88-B4B6-A5733A9046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BMPlexMonoMedium-regular.fntdata"/><Relationship Id="rId47" Type="http://schemas.openxmlformats.org/officeDocument/2006/relationships/slide" Target="slides/slide42.xml"/><Relationship Id="rId49" Type="http://schemas.openxmlformats.org/officeDocument/2006/relationships/font" Target="fonts/IBMPlexMono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PTSans-italic.fntdata"/><Relationship Id="rId61" Type="http://schemas.openxmlformats.org/officeDocument/2006/relationships/font" Target="fonts/PTSans-bold.fntdata"/><Relationship Id="rId20" Type="http://schemas.openxmlformats.org/officeDocument/2006/relationships/slide" Target="slides/slide15.xml"/><Relationship Id="rId64" Type="http://schemas.openxmlformats.org/officeDocument/2006/relationships/font" Target="fonts/IBMPlexMono-regular.fntdata"/><Relationship Id="rId63" Type="http://schemas.openxmlformats.org/officeDocument/2006/relationships/font" Target="fonts/PTSans-boldItalic.fntdata"/><Relationship Id="rId22" Type="http://schemas.openxmlformats.org/officeDocument/2006/relationships/slide" Target="slides/slide17.xml"/><Relationship Id="rId66" Type="http://schemas.openxmlformats.org/officeDocument/2006/relationships/font" Target="fonts/IBMPlexMono-italic.fntdata"/><Relationship Id="rId21" Type="http://schemas.openxmlformats.org/officeDocument/2006/relationships/slide" Target="slides/slide16.xml"/><Relationship Id="rId65" Type="http://schemas.openxmlformats.org/officeDocument/2006/relationships/font" Target="fonts/IBMPlexMono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schemas.openxmlformats.org/officeDocument/2006/relationships/font" Target="fonts/IBMPlexMono-boldItalic.fntdata"/><Relationship Id="rId60" Type="http://schemas.openxmlformats.org/officeDocument/2006/relationships/font" Target="fonts/PTSans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IBMPlexMonoMedium-boldItalic.fntdata"/><Relationship Id="rId50" Type="http://schemas.openxmlformats.org/officeDocument/2006/relationships/font" Target="fonts/IBMPlexMonoMedium-italic.fntdata"/><Relationship Id="rId53" Type="http://schemas.openxmlformats.org/officeDocument/2006/relationships/font" Target="fonts/Poppins-bold.fntdata"/><Relationship Id="rId52" Type="http://schemas.openxmlformats.org/officeDocument/2006/relationships/font" Target="fonts/Poppins-regular.fntdata"/><Relationship Id="rId11" Type="http://schemas.openxmlformats.org/officeDocument/2006/relationships/slide" Target="slides/slide6.xml"/><Relationship Id="rId55" Type="http://schemas.openxmlformats.org/officeDocument/2006/relationships/font" Target="fonts/Poppins-boldItalic.fntdata"/><Relationship Id="rId10" Type="http://schemas.openxmlformats.org/officeDocument/2006/relationships/slide" Target="slides/slide5.xml"/><Relationship Id="rId54" Type="http://schemas.openxmlformats.org/officeDocument/2006/relationships/font" Target="fonts/Poppins-italic.fntdata"/><Relationship Id="rId13" Type="http://schemas.openxmlformats.org/officeDocument/2006/relationships/slide" Target="slides/slide8.xml"/><Relationship Id="rId57" Type="http://schemas.openxmlformats.org/officeDocument/2006/relationships/font" Target="fonts/SourceCodePro-bold.fntdata"/><Relationship Id="rId12" Type="http://schemas.openxmlformats.org/officeDocument/2006/relationships/slide" Target="slides/slide7.xml"/><Relationship Id="rId56" Type="http://schemas.openxmlformats.org/officeDocument/2006/relationships/font" Target="fonts/SourceCodePro-regular.fntdata"/><Relationship Id="rId15" Type="http://schemas.openxmlformats.org/officeDocument/2006/relationships/slide" Target="slides/slide10.xml"/><Relationship Id="rId59" Type="http://schemas.openxmlformats.org/officeDocument/2006/relationships/font" Target="fonts/SourceCodePro-boldItalic.fntdata"/><Relationship Id="rId14" Type="http://schemas.openxmlformats.org/officeDocument/2006/relationships/slide" Target="slides/slide9.xml"/><Relationship Id="rId58" Type="http://schemas.openxmlformats.org/officeDocument/2006/relationships/font" Target="fonts/SourceCodePr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d1bf8d60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d1bf8d60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24e5c2c9e45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24e5c2c9e4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24e6b4d5c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24e6b4d5c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24ed99bf1a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24ed99bf1a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3ab60ddeebe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3ab60ddeebe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3ab60ddeebe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5" name="Google Shape;1535;g3ab60ddeebe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3ab60ddeebe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3ab60ddeebe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g3aac16ba48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7" name="Google Shape;1547;g3aac16ba48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g3aac16ba48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4" name="Google Shape;1594;g3aac16ba48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g3aac16ba48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1" name="Google Shape;1601;g3aac16ba48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g3aac16ba48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0" name="Google Shape;1610;g3aac16ba48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24ed99bf1a4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24ed99bf1a4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24ed99bf1a4_0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24ed99bf1a4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g24e6b4d5c3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8" name="Google Shape;1738;g24e6b4d5c3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3ab60ddeebe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3ab60ddeebe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3ab60ddeebe_2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3ab60ddeebe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g3ab60ddeebe_2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0" name="Google Shape;1820;g3ab60ddeebe_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g3ab60ddeebe_2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3" name="Google Shape;1843;g3ab60ddeebe_2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g24ed99bf1a4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5" name="Google Shape;1865;g24ed99bf1a4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g24ed99bf1a4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g24ed99bf1a4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g24ed99bf1a4_0_9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2" name="Google Shape;1892;g24ed99bf1a4_0_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g24ed99bf1a4_0_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7" name="Google Shape;1907;g24ed99bf1a4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g24ed99bf1a4_0_1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7" name="Google Shape;1967;g24ed99bf1a4_0_1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g24ed99bf1a4_0_1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0" name="Google Shape;2000;g24ed99bf1a4_0_1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g24e6b4d5c31_0_1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6" name="Google Shape;2076;g24e6b4d5c31_0_1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g24f622bbca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4" name="Google Shape;2124;g24f622bbca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g24e6b4d5c31_0_1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0" name="Google Shape;2130;g24e6b4d5c31_0_1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24ef22aa1ac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2" name="Google Shape;2152;g24ef22aa1a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g24ef22aa1ac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3" name="Google Shape;2173;g24ef22aa1ac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6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g24ef22aa1ac_0_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8" name="Google Shape;2198;g24ef22aa1ac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g24ef22aa1ac_0_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4" name="Google Shape;2244;g24ef22aa1ac_0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8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Google Shape;2249;g24ef22aa1ac_0_10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0" name="Google Shape;2250;g24ef22aa1ac_0_1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6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g24ef22aa1ac_0_1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8" name="Google Shape;2268;g24ef22aa1ac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5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Google Shape;2276;g24ef22aa1ac_0_1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7" name="Google Shape;2277;g24ef22aa1ac_0_1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4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g24ef22aa1ac_0_1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6" name="Google Shape;2336;g24ef22aa1ac_0_1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0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g24ef22aa1ac_0_1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2" name="Google Shape;2352;g24ef22aa1ac_0_1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g24ef22aa1ac_0_1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4" name="Google Shape;2374;g24ef22aa1ac_0_1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g24ef22aa1ac_0_1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3" name="Google Shape;2443;g24ef22aa1ac_0_1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0" name="Shape 2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Google Shape;2461;g24ef22aa1ac_0_1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2" name="Google Shape;2462;g24ef22aa1ac_0_1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0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1" name="Google Shape;2521;g24e404678f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2" name="Google Shape;2522;g24e404678f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7" name="Shape 3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8" name="Google Shape;3138;g20a542a8cd5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9" name="Google Shape;3139;g20a542a8cd5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8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20a542a8cd5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20a542a8cd5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" name="Google Shape;54;p2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" name="Google Shape;55;p2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3"/>
          <p:cNvSpPr txBox="1"/>
          <p:nvPr>
            <p:ph hasCustomPrompt="1"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" name="Google Shape;142;p4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43" name="Google Shape;143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" name="Google Shape;176;p5"/>
          <p:cNvSpPr txBox="1"/>
          <p:nvPr>
            <p:ph idx="1" type="subTitle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7" name="Google Shape;177;p5"/>
          <p:cNvSpPr txBox="1"/>
          <p:nvPr>
            <p:ph idx="2" type="subTitle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8" name="Google Shape;178;p5"/>
          <p:cNvSpPr txBox="1"/>
          <p:nvPr>
            <p:ph idx="3" type="subTitle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4" type="subTitle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6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253" name="Google Shape;253;p6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4" name="Google Shape;254;p6"/>
            <p:cNvPicPr preferRelativeResize="0"/>
            <p:nvPr/>
          </p:nvPicPr>
          <p:blipFill rotWithShape="1">
            <a:blip r:embed="rId2">
              <a:alphaModFix/>
            </a:blip>
            <a:srcRect b="17663" l="0" r="0" t="17657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" name="Google Shape;25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56" name="Google Shape;256;p6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257" name="Google Shape;257;p6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258" name="Google Shape;258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" name="Google Shape;260;p6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261" name="Google Shape;261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62" name="Google Shape;262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63" name="Google Shape;263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64" name="Google Shape;264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5" name="Google Shape;265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6" name="Google Shape;266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7" name="Google Shape;267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8" name="Google Shape;268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69" name="Google Shape;269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0" name="Google Shape;270;p6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271" name="Google Shape;271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5" name="Google Shape;275;p6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276" name="Google Shape;27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77" name="Google Shape;27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78" name="Google Shape;27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79" name="Google Shape;27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0" name="Google Shape;28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1" name="Google Shape;28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2" name="Google Shape;28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3" name="Google Shape;28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84" name="Google Shape;28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286" name="Google Shape;28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87" name="Google Shape;28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88" name="Google Shape;28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89" name="Google Shape;28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0" name="Google Shape;29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1" name="Google Shape;29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2" name="Google Shape;29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3" name="Google Shape;29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94" name="Google Shape;29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5" name="Google Shape;295;p6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296" name="Google Shape;296;p6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297" name="Google Shape;297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9" name="Google Shape;299;p6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00" name="Google Shape;300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1" name="Google Shape;301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02" name="Google Shape;302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3" name="Google Shape;303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4" name="Google Shape;304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5" name="Google Shape;305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6" name="Google Shape;306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7" name="Google Shape;307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08" name="Google Shape;308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" name="Google Shape;309;p6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10" name="Google Shape;310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4" name="Google Shape;314;p6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15" name="Google Shape;31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6" name="Google Shape;31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17" name="Google Shape;31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18" name="Google Shape;31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9" name="Google Shape;31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0" name="Google Shape;32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" name="Google Shape;32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2" name="Google Shape;32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23" name="Google Shape;32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4" name="Google Shape;324;p6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325" name="Google Shape;32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7" name="Google Shape;32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8" name="Google Shape;32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9" name="Google Shape;32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0" name="Google Shape;33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1" name="Google Shape;33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2" name="Google Shape;33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33" name="Google Shape;33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4" name="Google Shape;334;p6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335" name="Google Shape;335;p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36" name="Google Shape;336;p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7" name="Google Shape;337;p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/>
          <p:nvPr>
            <p:ph idx="1" type="subTitle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340" name="Google Shape;340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41" name="Google Shape;341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42" name="Google Shape;342;p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4" name="Google Shape;344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45" name="Google Shape;345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7" name="Google Shape;347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49" name="Google Shape;349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0" name="Google Shape;350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1" name="Google Shape;351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52" name="Google Shape;352;p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7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8" name="Google Shape;358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59" name="Google Shape;3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1" name="Google Shape;361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66" name="Google Shape;366;p8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367" name="Google Shape;367;p8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368" name="Google Shape;368;p8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rect b="b" l="l" r="r" t="t"/>
                <a:pathLst>
                  <a:path extrusionOk="0" h="48146" w="14079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rect b="b" l="l" r="r" t="t"/>
                <a:pathLst>
                  <a:path extrusionOk="0" h="43180" w="1676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0" name="Google Shape;370;p8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2" name="Google Shape;372;p8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373" name="Google Shape;373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/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7" name="Google Shape;377;p9"/>
          <p:cNvSpPr txBox="1"/>
          <p:nvPr>
            <p:ph idx="1" type="subTitle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378" name="Google Shape;378;p9"/>
          <p:cNvSpPr/>
          <p:nvPr>
            <p:ph idx="2" type="pic"/>
          </p:nvPr>
        </p:nvSpPr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10"/>
          <p:cNvSpPr txBox="1"/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"/>
          <p:cNvSpPr txBox="1"/>
          <p:nvPr>
            <p:ph hasCustomPrompt="1" type="title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11"/>
          <p:cNvSpPr txBox="1"/>
          <p:nvPr>
            <p:ph idx="1" type="subTitle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30" name="Google Shape;430;p11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431" name="Google Shape;431;p11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432" name="Google Shape;432;p11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1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34" name="Google Shape;434;p11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35" name="Google Shape;435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" name="Google Shape;436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" name="Google Shape;437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" name="Google Shape;438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" name="Google Shape;439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" name="Google Shape;440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" name="Google Shape;441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42" name="Google Shape;442;p11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43" name="Google Shape;443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4" name="Google Shape;444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5" name="Google Shape;445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6" name="Google Shape;446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7" name="Google Shape;447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" name="Google Shape;448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50" name="Google Shape;450;p11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451" name="Google Shape;451;p1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3" name="Google Shape;453;p11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454" name="Google Shape;454;p11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455" name="Google Shape;455;p11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456" name="Google Shape;456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57" name="Google Shape;457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62" name="Google Shape;462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63" name="Google Shape;463;p11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64" name="Google Shape;464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65" name="Google Shape;465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70" name="Google Shape;470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71" name="Google Shape;471;p11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72" name="Google Shape;472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73" name="Google Shape;473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78" name="Google Shape;478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79" name="Google Shape;479;p11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80" name="Google Shape;480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81" name="Google Shape;481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2" name="Google Shape;482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3" name="Google Shape;483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4" name="Google Shape;484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5" name="Google Shape;485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86" name="Google Shape;486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87" name="Google Shape;487;p11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488" name="Google Shape;488;p11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89" name="Google Shape;489;p11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0" name="Google Shape;490;p11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491" name="Google Shape;491;p11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11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6" name="Google Shape;496;p13"/>
          <p:cNvSpPr txBox="1"/>
          <p:nvPr>
            <p:ph idx="1" type="subTitle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13"/>
          <p:cNvSpPr txBox="1"/>
          <p:nvPr>
            <p:ph idx="2" type="subTitle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8" name="Google Shape;498;p13"/>
          <p:cNvSpPr txBox="1"/>
          <p:nvPr>
            <p:ph idx="3" type="subTitle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13"/>
          <p:cNvSpPr txBox="1"/>
          <p:nvPr>
            <p:ph idx="4" type="subTitle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13"/>
          <p:cNvSpPr txBox="1"/>
          <p:nvPr>
            <p:ph hasCustomPrompt="1"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/>
          <p:nvPr>
            <p:ph hasCustomPrompt="1" idx="6" type="title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/>
          <p:nvPr>
            <p:ph hasCustomPrompt="1"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/>
          <p:nvPr>
            <p:ph hasCustomPrompt="1" idx="8" type="title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/>
          <p:nvPr>
            <p:ph idx="9" type="subTitle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05" name="Google Shape;505;p13"/>
          <p:cNvSpPr txBox="1"/>
          <p:nvPr>
            <p:ph idx="13" type="subTitle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06" name="Google Shape;506;p13"/>
          <p:cNvSpPr txBox="1"/>
          <p:nvPr>
            <p:ph idx="14" type="subTitle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07" name="Google Shape;507;p13"/>
          <p:cNvSpPr txBox="1"/>
          <p:nvPr>
            <p:ph idx="15" type="subTitle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"/>
          <p:cNvSpPr txBox="1"/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6" name="Google Shape;546;p14"/>
          <p:cNvSpPr txBox="1"/>
          <p:nvPr>
            <p:ph idx="1" type="subTitle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49" name="Google Shape;549;p15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550" name="Google Shape;550;p15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2" name="Google Shape;552;p15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553" name="Google Shape;553;p15"/>
            <p:cNvSpPr/>
            <p:nvPr/>
          </p:nvSpPr>
          <p:spPr>
            <a:xfrm flipH="1" rot="8100000">
              <a:off x="3778999" y="-2106462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4" name="Google Shape;554;p15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555" name="Google Shape;555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" name="Google Shape;562;p15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563" name="Google Shape;563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70" name="Google Shape;570;p15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5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5"/>
            <p:cNvSpPr/>
            <p:nvPr/>
          </p:nvSpPr>
          <p:spPr>
            <a:xfrm flipH="1" rot="-2700000">
              <a:off x="3192849" y="-2898537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4" name="Google Shape;574;p15"/>
          <p:cNvGrpSpPr/>
          <p:nvPr/>
        </p:nvGrpSpPr>
        <p:grpSpPr>
          <a:xfrm>
            <a:off x="-2424242" y="2074146"/>
            <a:ext cx="6274943" cy="6257753"/>
            <a:chOff x="-2447692" y="2022396"/>
            <a:chExt cx="6274943" cy="6257753"/>
          </a:xfrm>
        </p:grpSpPr>
        <p:grpSp>
          <p:nvGrpSpPr>
            <p:cNvPr id="575" name="Google Shape;575;p15"/>
            <p:cNvGrpSpPr/>
            <p:nvPr/>
          </p:nvGrpSpPr>
          <p:grpSpPr>
            <a:xfrm flipH="1" rot="10800000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576" name="Google Shape;576;p15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577" name="Google Shape;577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8" name="Google Shape;578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9" name="Google Shape;579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83" name="Google Shape;583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4" name="Google Shape;584;p15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85" name="Google Shape;585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6" name="Google Shape;586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7" name="Google Shape;587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8" name="Google Shape;588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9" name="Google Shape;589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0" name="Google Shape;590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91" name="Google Shape;591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2" name="Google Shape;592;p15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93" name="Google Shape;593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94" name="Google Shape;594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5" name="Google Shape;595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6" name="Google Shape;59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7" name="Google Shape;59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8" name="Google Shape;598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99" name="Google Shape;599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00" name="Google Shape;600;p15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01" name="Google Shape;601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02" name="Google Shape;602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3" name="Google Shape;603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4" name="Google Shape;604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5" name="Google Shape;605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6" name="Google Shape;606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07" name="Google Shape;607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08" name="Google Shape;608;p15"/>
            <p:cNvGrpSpPr/>
            <p:nvPr/>
          </p:nvGrpSpPr>
          <p:grpSpPr>
            <a:xfrm flipH="1" rot="-3320950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609" name="Google Shape;609;p15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10" name="Google Shape;610;p15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11" name="Google Shape;611;p15"/>
            <p:cNvSpPr/>
            <p:nvPr/>
          </p:nvSpPr>
          <p:spPr>
            <a:xfrm flipH="1" rot="-2700000">
              <a:off x="249333" y="3270782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2" name="Google Shape;612;p15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613" name="Google Shape;613;p15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5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17" name="Google Shape;617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18" name="Google Shape;618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19" name="Google Shape;619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2" name="Google Shape;622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23" name="Google Shape;623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24" name="Google Shape;624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25" name="Google Shape;625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27" name="Google Shape;627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30" name="Google Shape;630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1" name="Google Shape;631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32" name="Google Shape;632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33" name="Google Shape;633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34" name="Google Shape;634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5" name="Google Shape;635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636" name="Google Shape;636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37" name="Google Shape;637;p16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9" name="Google Shape;639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40" name="Google Shape;640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2" name="Google Shape;642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43" name="Google Shape;643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44" name="Google Shape;644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5" name="Google Shape;645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6" name="Google Shape;646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8" name="Google Shape;648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9" name="Google Shape;649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0" name="Google Shape;650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1" name="Google Shape;651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52" name="Google Shape;652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3" name="Google Shape;653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4" name="Google Shape;654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5" name="Google Shape;655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6" name="Google Shape;656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8" name="Google Shape;658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9" name="Google Shape;659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660" name="Google Shape;660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6" name="Google Shape;666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67" name="Google Shape;667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668" name="Google Shape;668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69" name="Google Shape;669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0" name="Google Shape;670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73" name="Google Shape;673;p17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674" name="Google Shape;674;p17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675" name="Google Shape;675;p17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76" name="Google Shape;676;p17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677" name="Google Shape;677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84" name="Google Shape;684;p17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685" name="Google Shape;685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0" name="Google Shape;690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92" name="Google Shape;692;p17"/>
              <p:cNvSpPr/>
              <p:nvPr/>
            </p:nvSpPr>
            <p:spPr>
              <a:xfrm flipH="1" rot="2700000">
                <a:off x="-1073899" y="4736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3" name="Google Shape;693;p17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694" name="Google Shape;694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6" name="Google Shape;696;p17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697" name="Google Shape;697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99" name="Google Shape;699;p17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700" name="Google Shape;700;p1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1" name="Google Shape;701;p17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702" name="Google Shape;702;p17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703" name="Google Shape;703;p17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4" name="Google Shape;704;p17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05" name="Google Shape;705;p17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17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07" name="Google Shape;707;p17"/>
              <p:cNvGrpSpPr/>
              <p:nvPr/>
            </p:nvGrpSpPr>
            <p:grpSpPr>
              <a:xfrm flipH="1" rot="-2700000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708" name="Google Shape;708;p1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1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1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1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2" name="Google Shape;712;p1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3" name="Google Shape;713;p1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4" name="Google Shape;714;p1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15" name="Google Shape;715;p17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716" name="Google Shape;716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17" name="Google Shape;717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8" name="Google Shape;718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0" name="Google Shape;720;p18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721" name="Google Shape;721;p18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2" name="Google Shape;722;p18"/>
            <p:cNvGrpSpPr/>
            <p:nvPr/>
          </p:nvGrpSpPr>
          <p:grpSpPr>
            <a:xfrm>
              <a:off x="7218100" y="4855088"/>
              <a:ext cx="931125" cy="525763"/>
              <a:chOff x="7218100" y="4855088"/>
              <a:chExt cx="931125" cy="525763"/>
            </a:xfrm>
          </p:grpSpPr>
          <p:grpSp>
            <p:nvGrpSpPr>
              <p:cNvPr id="723" name="Google Shape;723;p18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724" name="Google Shape;724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26" name="Google Shape;726;p18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727" name="Google Shape;727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8" name="Google Shape;728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29" name="Google Shape;72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30" name="Google Shape;730;p18"/>
          <p:cNvGrpSpPr/>
          <p:nvPr/>
        </p:nvGrpSpPr>
        <p:grpSpPr>
          <a:xfrm>
            <a:off x="-2175000" y="3012192"/>
            <a:ext cx="3701086" cy="3345172"/>
            <a:chOff x="-1886500" y="2599117"/>
            <a:chExt cx="3701086" cy="3345172"/>
          </a:xfrm>
        </p:grpSpPr>
        <p:pic>
          <p:nvPicPr>
            <p:cNvPr id="731" name="Google Shape;731;p1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2" name="Google Shape;732;p18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8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34" name="Google Shape;734;p18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735" name="Google Shape;735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7" name="Google Shape;737;p18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738" name="Google Shape;738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0" name="Google Shape;740;p18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741" name="Google Shape;741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3" name="Google Shape;743;p18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744" name="Google Shape;744;p18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745" name="Google Shape;745;p18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8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7" name="Google Shape;747;p18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748" name="Google Shape;748;p1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1" name="Google Shape;751;p18"/>
            <p:cNvGrpSpPr/>
            <p:nvPr/>
          </p:nvGrpSpPr>
          <p:grpSpPr>
            <a:xfrm flipH="1" rot="10800000">
              <a:off x="7579756" y="-249669"/>
              <a:ext cx="2601921" cy="2438355"/>
              <a:chOff x="7340128" y="2866613"/>
              <a:chExt cx="2439225" cy="2438355"/>
            </a:xfrm>
          </p:grpSpPr>
          <p:sp>
            <p:nvSpPr>
              <p:cNvPr id="752" name="Google Shape;752;p18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18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54" name="Google Shape;754;p18"/>
            <p:cNvSpPr/>
            <p:nvPr/>
          </p:nvSpPr>
          <p:spPr>
            <a:xfrm flipH="1" rot="5400000">
              <a:off x="6551329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55" name="Google Shape;755;p18"/>
            <p:cNvGrpSpPr/>
            <p:nvPr/>
          </p:nvGrpSpPr>
          <p:grpSpPr>
            <a:xfrm>
              <a:off x="6917731" y="246011"/>
              <a:ext cx="4623133" cy="134070"/>
              <a:chOff x="6917731" y="246011"/>
              <a:chExt cx="4623133" cy="134070"/>
            </a:xfrm>
          </p:grpSpPr>
          <p:sp>
            <p:nvSpPr>
              <p:cNvPr id="756" name="Google Shape;756;p18"/>
              <p:cNvSpPr/>
              <p:nvPr/>
            </p:nvSpPr>
            <p:spPr>
              <a:xfrm flipH="1">
                <a:off x="6917731" y="246011"/>
                <a:ext cx="134070" cy="13407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 flipH="1">
                <a:off x="6947845" y="276153"/>
                <a:ext cx="73844" cy="73844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58" name="Google Shape;758;p18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1" name="Google Shape;761;p19"/>
          <p:cNvSpPr txBox="1"/>
          <p:nvPr>
            <p:ph idx="1" type="subTitle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2" name="Google Shape;762;p19"/>
          <p:cNvSpPr txBox="1"/>
          <p:nvPr>
            <p:ph idx="2" type="subTitle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rect b="b" l="l" r="r" t="t"/>
              <a:pathLst>
                <a:path extrusionOk="0" h="27731" w="306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rect b="b" l="l" r="r" t="t"/>
              <a:pathLst>
                <a:path extrusionOk="0" h="27731" w="305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0"/>
          <p:cNvSpPr txBox="1"/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0" name="Google Shape;800;p20"/>
          <p:cNvSpPr txBox="1"/>
          <p:nvPr>
            <p:ph idx="1" type="subTitle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01" name="Google Shape;801;p20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02" name="Google Shape;802;p2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3" name="Google Shape;803;p20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04" name="Google Shape;804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1" name="Google Shape;811;p20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12" name="Google Shape;812;p20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13" name="Google Shape;813;p20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14" name="Google Shape;814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5" name="Google Shape;815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16" name="Google Shape;816;p20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17" name="Google Shape;817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8" name="Google Shape;818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19" name="Google Shape;819;p20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20" name="Google Shape;820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1" name="Google Shape;821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822" name="Google Shape;822;p20"/>
            <p:cNvSpPr/>
            <p:nvPr/>
          </p:nvSpPr>
          <p:spPr>
            <a:xfrm>
              <a:off x="-630272" y="2499757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3" name="Google Shape;823;p20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24" name="Google Shape;824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6" name="Google Shape;826;p20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27" name="Google Shape;827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29" name="Google Shape;829;p20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30" name="Google Shape;830;p2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20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0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4" name="Google Shape;834;p20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35" name="Google Shape;835;p2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2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2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8" name="Google Shape;838;p20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39" name="Google Shape;839;p2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4" name="Google Shape;844;p21"/>
          <p:cNvSpPr txBox="1"/>
          <p:nvPr>
            <p:ph idx="1" type="body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845" name="Google Shape;845;p21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846" name="Google Shape;846;p21"/>
            <p:cNvSpPr/>
            <p:nvPr/>
          </p:nvSpPr>
          <p:spPr>
            <a:xfrm flipH="1" rot="-8100000">
              <a:off x="7249845" y="-719557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8355611" y="-292048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8608100" y="70376"/>
              <a:ext cx="687411" cy="2086997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49" name="Google Shape;849;p21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850" name="Google Shape;850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2" name="Google Shape;852;p21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853" name="Google Shape;853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5" name="Google Shape;855;p21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856" name="Google Shape;856;p2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2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58" name="Google Shape;858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9" name="Google Shape;859;p21"/>
          <p:cNvGrpSpPr/>
          <p:nvPr/>
        </p:nvGrpSpPr>
        <p:grpSpPr>
          <a:xfrm rot="5400000">
            <a:off x="-1981527" y="1924690"/>
            <a:ext cx="6191222" cy="6191222"/>
            <a:chOff x="-2825827" y="1271890"/>
            <a:chExt cx="6191222" cy="6191222"/>
          </a:xfrm>
        </p:grpSpPr>
        <p:pic>
          <p:nvPicPr>
            <p:cNvPr id="860" name="Google Shape;860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1" name="Google Shape;861;p21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862" name="Google Shape;862;p21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21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64" name="Google Shape;864;p21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5" name="Google Shape;865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6" name="Google Shape;866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67" name="Google Shape;867;p21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8" name="Google Shape;868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9" name="Google Shape;869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70" name="Google Shape;870;p21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871" name="Google Shape;871;p21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2" name="Google Shape;872;p21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73" name="Google Shape;873;p21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874" name="Google Shape;874;p21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75" name="Google Shape;875;p21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7" name="Google Shape;877;p22"/>
          <p:cNvGrpSpPr/>
          <p:nvPr/>
        </p:nvGrpSpPr>
        <p:grpSpPr>
          <a:xfrm>
            <a:off x="4582521" y="2433470"/>
            <a:ext cx="5022035" cy="4764449"/>
            <a:chOff x="4571996" y="2268220"/>
            <a:chExt cx="5022035" cy="4764449"/>
          </a:xfrm>
        </p:grpSpPr>
        <p:pic>
          <p:nvPicPr>
            <p:cNvPr id="878" name="Google Shape;878;p2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79" name="Google Shape;879;p22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880" name="Google Shape;880;p22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881" name="Google Shape;881;p22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2" name="Google Shape;882;p22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3" name="Google Shape;883;p22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884" name="Google Shape;884;p22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5" name="Google Shape;885;p22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6" name="Google Shape;886;p22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7" name="Google Shape;887;p22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888" name="Google Shape;88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89" name="Google Shape;88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890" name="Google Shape;89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891" name="Google Shape;89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2" name="Google Shape;89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3" name="Google Shape;89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4" name="Google Shape;89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5" name="Google Shape;89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896" name="Google Shape;89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97" name="Google Shape;897;p22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898" name="Google Shape;89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99" name="Google Shape;89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00" name="Google Shape;90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01" name="Google Shape;90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2" name="Google Shape;90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3" name="Google Shape;90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4" name="Google Shape;90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5" name="Google Shape;90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06" name="Google Shape;90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07" name="Google Shape;907;p22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08" name="Google Shape;90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09" name="Google Shape;90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10" name="Google Shape;91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11" name="Google Shape;91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2" name="Google Shape;91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3" name="Google Shape;91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4" name="Google Shape;91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5" name="Google Shape;91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16" name="Google Shape;91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17" name="Google Shape;917;p22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918" name="Google Shape;918;p22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9" name="Google Shape;919;p22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20" name="Google Shape;920;p22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921" name="Google Shape;921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23" name="Google Shape;923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4" name="Google Shape;924;p22"/>
          <p:cNvSpPr txBox="1"/>
          <p:nvPr>
            <p:ph idx="1" type="body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25" name="Google Shape;925;p22"/>
          <p:cNvSpPr txBox="1"/>
          <p:nvPr>
            <p:ph idx="2" type="body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926" name="Google Shape;926;p22"/>
          <p:cNvGrpSpPr/>
          <p:nvPr/>
        </p:nvGrpSpPr>
        <p:grpSpPr>
          <a:xfrm>
            <a:off x="-913829" y="-2335097"/>
            <a:ext cx="5022161" cy="4764814"/>
            <a:chOff x="-837629" y="-2258897"/>
            <a:chExt cx="5022161" cy="4764814"/>
          </a:xfrm>
        </p:grpSpPr>
        <p:grpSp>
          <p:nvGrpSpPr>
            <p:cNvPr id="927" name="Google Shape;927;p22"/>
            <p:cNvGrpSpPr/>
            <p:nvPr/>
          </p:nvGrpSpPr>
          <p:grpSpPr>
            <a:xfrm>
              <a:off x="-837629" y="-736613"/>
              <a:ext cx="1989039" cy="1471668"/>
              <a:chOff x="-494406" y="-252396"/>
              <a:chExt cx="1741563" cy="1288563"/>
            </a:xfrm>
          </p:grpSpPr>
          <p:sp>
            <p:nvSpPr>
              <p:cNvPr id="928" name="Google Shape;928;p2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2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0" name="Google Shape;930;p22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931" name="Google Shape;931;p2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2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2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4" name="Google Shape;934;p22"/>
            <p:cNvGrpSpPr/>
            <p:nvPr/>
          </p:nvGrpSpPr>
          <p:grpSpPr>
            <a:xfrm>
              <a:off x="-272968" y="261330"/>
              <a:ext cx="799446" cy="546640"/>
              <a:chOff x="39722" y="4349021"/>
              <a:chExt cx="1061964" cy="726143"/>
            </a:xfrm>
          </p:grpSpPr>
          <p:grpSp>
            <p:nvGrpSpPr>
              <p:cNvPr id="935" name="Google Shape;935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36" name="Google Shape;936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37" name="Google Shape;937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38" name="Google Shape;938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9" name="Google Shape;939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0" name="Google Shape;940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1" name="Google Shape;941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2" name="Google Shape;942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43" name="Google Shape;943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44" name="Google Shape;944;p22"/>
          <p:cNvGrpSpPr/>
          <p:nvPr/>
        </p:nvGrpSpPr>
        <p:grpSpPr>
          <a:xfrm>
            <a:off x="-224248" y="3297090"/>
            <a:ext cx="605804" cy="2417785"/>
            <a:chOff x="-224248" y="3297090"/>
            <a:chExt cx="605804" cy="2417785"/>
          </a:xfrm>
        </p:grpSpPr>
        <p:grpSp>
          <p:nvGrpSpPr>
            <p:cNvPr id="945" name="Google Shape;945;p22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946" name="Google Shape;946;p2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2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8" name="Google Shape;948;p22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949" name="Google Shape;949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51" name="Google Shape;951;p22"/>
          <p:cNvGrpSpPr/>
          <p:nvPr/>
        </p:nvGrpSpPr>
        <p:grpSpPr>
          <a:xfrm>
            <a:off x="3585480" y="-1456810"/>
            <a:ext cx="3681465" cy="2759625"/>
            <a:chOff x="3585480" y="-1380610"/>
            <a:chExt cx="3681465" cy="2759625"/>
          </a:xfrm>
        </p:grpSpPr>
        <p:pic>
          <p:nvPicPr>
            <p:cNvPr id="952" name="Google Shape;952;p2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 rot="10800000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53" name="Google Shape;953;p22"/>
            <p:cNvGrpSpPr/>
            <p:nvPr/>
          </p:nvGrpSpPr>
          <p:grpSpPr>
            <a:xfrm>
              <a:off x="6590156" y="-232440"/>
              <a:ext cx="676790" cy="462843"/>
              <a:chOff x="39722" y="4349021"/>
              <a:chExt cx="1061964" cy="726143"/>
            </a:xfrm>
          </p:grpSpPr>
          <p:grpSp>
            <p:nvGrpSpPr>
              <p:cNvPr id="954" name="Google Shape;95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5" name="Google Shape;95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56" name="Google Shape;95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57" name="Google Shape;95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8" name="Google Shape;95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9" name="Google Shape;95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0" name="Google Shape;96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1" name="Google Shape;96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62" name="Google Shape;96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3" name="Google Shape;963;p22"/>
            <p:cNvGrpSpPr/>
            <p:nvPr/>
          </p:nvGrpSpPr>
          <p:grpSpPr>
            <a:xfrm>
              <a:off x="6003005" y="-274104"/>
              <a:ext cx="799446" cy="546640"/>
              <a:chOff x="39722" y="4349021"/>
              <a:chExt cx="1061964" cy="726143"/>
            </a:xfrm>
          </p:grpSpPr>
          <p:grpSp>
            <p:nvGrpSpPr>
              <p:cNvPr id="964" name="Google Shape;96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65" name="Google Shape;96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66" name="Google Shape;96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67" name="Google Shape;96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8" name="Google Shape;96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9" name="Google Shape;96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0" name="Google Shape;97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1" name="Google Shape;97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72" name="Google Shape;97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5" name="Google Shape;975;p23"/>
          <p:cNvSpPr txBox="1"/>
          <p:nvPr>
            <p:ph idx="1" type="subTitle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6" name="Google Shape;976;p23"/>
          <p:cNvSpPr txBox="1"/>
          <p:nvPr>
            <p:ph idx="2" type="subTitle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7" name="Google Shape;977;p23"/>
          <p:cNvSpPr txBox="1"/>
          <p:nvPr>
            <p:ph idx="3" type="subTitle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78" name="Google Shape;978;p23"/>
          <p:cNvSpPr txBox="1"/>
          <p:nvPr>
            <p:ph idx="4" type="subTitle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979" name="Google Shape;979;p23"/>
          <p:cNvGrpSpPr/>
          <p:nvPr/>
        </p:nvGrpSpPr>
        <p:grpSpPr>
          <a:xfrm flipH="1" rot="-5400000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980" name="Google Shape;980;p2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81" name="Google Shape;981;p23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982" name="Google Shape;982;p23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983" name="Google Shape;983;p23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4" name="Google Shape;984;p23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85" name="Google Shape;985;p23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986" name="Google Shape;986;p23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7" name="Google Shape;987;p23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8" name="Google Shape;988;p23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89" name="Google Shape;989;p23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90" name="Google Shape;99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91" name="Google Shape;99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92" name="Google Shape;99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93" name="Google Shape;99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4" name="Google Shape;99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5" name="Google Shape;99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6" name="Google Shape;99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7" name="Google Shape;99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98" name="Google Shape;99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99" name="Google Shape;999;p23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000" name="Google Shape;100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01" name="Google Shape;100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02" name="Google Shape;100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03" name="Google Shape;100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4" name="Google Shape;100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5" name="Google Shape;100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6" name="Google Shape;100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7" name="Google Shape;100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08" name="Google Shape;100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09" name="Google Shape;1009;p23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10" name="Google Shape;101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11" name="Google Shape;101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12" name="Google Shape;101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13" name="Google Shape;101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4" name="Google Shape;101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5" name="Google Shape;101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6" name="Google Shape;101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7" name="Google Shape;101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18" name="Google Shape;101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19" name="Google Shape;1019;p23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020" name="Google Shape;1020;p23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1" name="Google Shape;1021;p23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22" name="Google Shape;1022;p23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23" name="Google Shape;1023;p2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025" name="Google Shape;1025;p23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6" name="Google Shape;1026;p23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27" name="Google Shape;1027;p23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28" name="Google Shape;1028;p23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9" name="Google Shape;1029;p23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0" name="Google Shape;1030;p23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31" name="Google Shape;1031;p23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32" name="Google Shape;1032;p23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3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3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3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6" name="Google Shape;1036;p23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1037" name="Google Shape;1037;p23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38" name="Google Shape;1038;p23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039" name="Google Shape;1039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0" name="Google Shape;1040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41" name="Google Shape;1041;p23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042" name="Google Shape;1042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3" name="Google Shape;1043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44" name="Google Shape;1044;p23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5" name="Google Shape;1045;p23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046" name="Google Shape;1046;p2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47" name="Google Shape;1047;p2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48" name="Google Shape;1048;p2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51" name="Google Shape;1051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52" name="Google Shape;1052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053" name="Google Shape;1053;p24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4" name="Google Shape;1054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7" name="Google Shape;1057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58" name="Google Shape;1058;p24"/>
          <p:cNvSpPr txBox="1"/>
          <p:nvPr>
            <p:ph idx="1" type="subTitle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9" name="Google Shape;1059;p24"/>
          <p:cNvSpPr txBox="1"/>
          <p:nvPr>
            <p:ph idx="2" type="subTitle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0" name="Google Shape;1060;p24"/>
          <p:cNvSpPr txBox="1"/>
          <p:nvPr>
            <p:ph idx="3" type="subTitle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1" name="Google Shape;1061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2" name="Google Shape;1062;p24"/>
          <p:cNvSpPr txBox="1"/>
          <p:nvPr>
            <p:ph idx="4" type="subTitle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63" name="Google Shape;1063;p24"/>
          <p:cNvSpPr txBox="1"/>
          <p:nvPr>
            <p:ph idx="5" type="subTitle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64" name="Google Shape;1064;p24"/>
          <p:cNvSpPr txBox="1"/>
          <p:nvPr>
            <p:ph idx="6" type="subTitle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065" name="Google Shape;1065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66" name="Google Shape;1066;p24"/>
            <p:cNvSpPr/>
            <p:nvPr/>
          </p:nvSpPr>
          <p:spPr>
            <a:xfrm>
              <a:off x="5915175" y="23612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6873793" y="23394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6" name="Google Shape;1076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84" name="Google Shape;1084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085" name="Google Shape;1085;p2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24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1" name="Google Shape;1091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092" name="Google Shape;1092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4" name="Google Shape;1094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095" name="Google Shape;1095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97" name="Google Shape;1097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098" name="Google Shape;1098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01" name="Google Shape;1101;p24"/>
            <p:cNvSpPr/>
            <p:nvPr/>
          </p:nvSpPr>
          <p:spPr>
            <a:xfrm>
              <a:off x="0" y="36165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131225" y="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03" name="Google Shape;1103;p24"/>
            <p:cNvGrpSpPr/>
            <p:nvPr/>
          </p:nvGrpSpPr>
          <p:grpSpPr>
            <a:xfrm flipH="1" rot="-2700000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5"/>
          <p:cNvSpPr txBox="1"/>
          <p:nvPr>
            <p:ph idx="1" type="subTitle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3" name="Google Shape;1113;p25"/>
          <p:cNvSpPr txBox="1"/>
          <p:nvPr>
            <p:ph idx="2" type="subTitle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4" name="Google Shape;1114;p25"/>
          <p:cNvSpPr txBox="1"/>
          <p:nvPr>
            <p:ph idx="3" type="subTitle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5" name="Google Shape;1115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6" name="Google Shape;1116;p25"/>
          <p:cNvSpPr txBox="1"/>
          <p:nvPr>
            <p:ph idx="4" type="subTitle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7" name="Google Shape;1117;p25"/>
          <p:cNvSpPr txBox="1"/>
          <p:nvPr>
            <p:ph idx="5" type="subTitle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8" name="Google Shape;1118;p25"/>
          <p:cNvSpPr txBox="1"/>
          <p:nvPr>
            <p:ph idx="6" type="subTitle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9" name="Google Shape;1119;p25"/>
          <p:cNvSpPr/>
          <p:nvPr>
            <p:ph idx="7" type="pic"/>
          </p:nvPr>
        </p:nvSpPr>
        <p:spPr>
          <a:xfrm>
            <a:off x="72000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20" name="Google Shape;1120;p25"/>
          <p:cNvSpPr/>
          <p:nvPr>
            <p:ph idx="8" type="pic"/>
          </p:nvPr>
        </p:nvSpPr>
        <p:spPr>
          <a:xfrm>
            <a:off x="3584475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21" name="Google Shape;1121;p25"/>
          <p:cNvSpPr/>
          <p:nvPr>
            <p:ph idx="9" type="pic"/>
          </p:nvPr>
        </p:nvSpPr>
        <p:spPr>
          <a:xfrm>
            <a:off x="644895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122" name="Google Shape;1122;p25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23" name="Google Shape;1123;p25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24" name="Google Shape;1124;p2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8" name="Google Shape;1128;p25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29" name="Google Shape;1129;p2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30" name="Google Shape;1130;p2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1" name="Google Shape;1131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2" name="Google Shape;1132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33" name="Google Shape;1133;p2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4" name="Google Shape;1134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5" name="Google Shape;1135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36" name="Google Shape;1136;p25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7" name="Google Shape;1137;p25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38" name="Google Shape;1138;p25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39" name="Google Shape;1139;p2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25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1" name="Google Shape;1141;p25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42" name="Google Shape;1142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9" name="Google Shape;1149;p25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50" name="Google Shape;1150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57" name="Google Shape;1157;p25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158" name="Google Shape;1158;p25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25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0" name="Google Shape;1160;p25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161" name="Google Shape;1161;p2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62" name="Google Shape;1162;p2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3" name="Google Shape;1163;p2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66" name="Google Shape;1166;p26"/>
          <p:cNvSpPr txBox="1"/>
          <p:nvPr>
            <p:ph idx="1" type="subTitle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7" name="Google Shape;1167;p26"/>
          <p:cNvSpPr txBox="1"/>
          <p:nvPr>
            <p:ph idx="2" type="subTitle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8" name="Google Shape;1168;p26"/>
          <p:cNvSpPr txBox="1"/>
          <p:nvPr>
            <p:ph idx="3" type="subTitle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9" name="Google Shape;1169;p26"/>
          <p:cNvSpPr txBox="1"/>
          <p:nvPr>
            <p:ph idx="4" type="subTitle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0" name="Google Shape;1170;p26"/>
          <p:cNvSpPr txBox="1"/>
          <p:nvPr>
            <p:ph idx="5" type="subTitle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1" name="Google Shape;1171;p26"/>
          <p:cNvSpPr txBox="1"/>
          <p:nvPr>
            <p:ph idx="6" type="subTitle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2" name="Google Shape;1172;p26"/>
          <p:cNvSpPr txBox="1"/>
          <p:nvPr>
            <p:ph idx="7" type="subTitle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3" name="Google Shape;1173;p26"/>
          <p:cNvSpPr txBox="1"/>
          <p:nvPr>
            <p:ph idx="8" type="subTitle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174" name="Google Shape;1174;p26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175" name="Google Shape;1175;p2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6" name="Google Shape;1176;p26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177" name="Google Shape;1177;p26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79" name="Google Shape;1179;p26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0" name="Google Shape;1180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1" name="Google Shape;1181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82" name="Google Shape;1182;p26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3" name="Google Shape;1183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4" name="Google Shape;1184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85" name="Google Shape;1185;p26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186" name="Google Shape;1186;p26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7" name="Google Shape;1187;p26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188" name="Google Shape;1188;p26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189" name="Google Shape;1189;p26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0" name="Google Shape;1190;p26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grpSp>
        <p:nvGrpSpPr>
          <p:cNvPr id="1191" name="Google Shape;1191;p26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192" name="Google Shape;1192;p26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193" name="Google Shape;1193;p26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194" name="Google Shape;1194;p26"/>
                <p:cNvSpPr/>
                <p:nvPr/>
              </p:nvSpPr>
              <p:spPr>
                <a:xfrm flipH="1" rot="-8100000">
                  <a:off x="6536116" y="315063"/>
                  <a:ext cx="4006334" cy="4749375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5" name="Google Shape;1195;p26"/>
                <p:cNvSpPr/>
                <p:nvPr/>
              </p:nvSpPr>
              <p:spPr>
                <a:xfrm flipH="1" rot="-8100000">
                  <a:off x="7076657" y="1499343"/>
                  <a:ext cx="2925242" cy="3057723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6" name="Google Shape;1196;p26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7" name="Google Shape;1197;p26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98" name="Google Shape;1198;p26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99" name="Google Shape;1199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0" name="Google Shape;1200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1" name="Google Shape;1201;p26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02" name="Google Shape;1202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3" name="Google Shape;1203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4" name="Google Shape;1204;p26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05" name="Google Shape;1205;p2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6" name="Google Shape;1206;p2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pic>
          <p:nvPicPr>
            <p:cNvPr id="1207" name="Google Shape;1207;p2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8" name="Google Shape;1208;p26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09" name="Google Shape;1209;p26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10" name="Google Shape;1210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2" name="Google Shape;1212;p26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13" name="Google Shape;1213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7" name="Google Shape;1217;p27"/>
          <p:cNvSpPr txBox="1"/>
          <p:nvPr>
            <p:ph idx="1" type="subTitle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8" name="Google Shape;1218;p27"/>
          <p:cNvSpPr txBox="1"/>
          <p:nvPr>
            <p:ph idx="2" type="subTitle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9" name="Google Shape;1219;p27"/>
          <p:cNvSpPr txBox="1"/>
          <p:nvPr>
            <p:ph idx="3" type="subTitle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0" name="Google Shape;1220;p27"/>
          <p:cNvSpPr txBox="1"/>
          <p:nvPr>
            <p:ph idx="4" type="subTitle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1" name="Google Shape;1221;p27"/>
          <p:cNvSpPr txBox="1"/>
          <p:nvPr>
            <p:ph idx="5" type="subTitle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2" name="Google Shape;1222;p27"/>
          <p:cNvSpPr txBox="1"/>
          <p:nvPr>
            <p:ph idx="6" type="subTitle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3" name="Google Shape;1223;p27"/>
          <p:cNvSpPr txBox="1"/>
          <p:nvPr>
            <p:ph idx="7" type="subTitle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4" name="Google Shape;1224;p27"/>
          <p:cNvSpPr txBox="1"/>
          <p:nvPr>
            <p:ph idx="8" type="subTitle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5" name="Google Shape;1225;p27"/>
          <p:cNvSpPr txBox="1"/>
          <p:nvPr>
            <p:ph idx="9" type="subTitle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6" name="Google Shape;1226;p27"/>
          <p:cNvSpPr txBox="1"/>
          <p:nvPr>
            <p:ph idx="13" type="subTitle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7" name="Google Shape;1227;p27"/>
          <p:cNvSpPr txBox="1"/>
          <p:nvPr>
            <p:ph idx="14" type="subTitle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8" name="Google Shape;1228;p27"/>
          <p:cNvSpPr txBox="1"/>
          <p:nvPr>
            <p:ph idx="15" type="subTitle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229" name="Google Shape;1229;p27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230" name="Google Shape;1230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31" name="Google Shape;1231;p27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232" name="Google Shape;1232;p2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2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2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5" name="Google Shape;1235;p27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236" name="Google Shape;1236;p27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27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38" name="Google Shape;1238;p27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1239" name="Google Shape;1239;p27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240" name="Google Shape;1240;p2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2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2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43" name="Google Shape;1243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4" name="Google Shape;1244;p27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245" name="Google Shape;1245;p27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46" name="Google Shape;1246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7" name="Google Shape;1247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8" name="Google Shape;1248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9" name="Google Shape;1249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0" name="Google Shape;1250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1" name="Google Shape;1251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2" name="Google Shape;1252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53" name="Google Shape;1253;p27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54" name="Google Shape;1254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5" name="Google Shape;1255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6" name="Google Shape;1256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7" name="Google Shape;1257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8" name="Google Shape;1258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9" name="Google Shape;1259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0" name="Google Shape;1260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61" name="Google Shape;1261;p27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262" name="Google Shape;1262;p2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63" name="Google Shape;1263;p2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64" name="Google Shape;1264;p2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28"/>
          <p:cNvSpPr txBox="1"/>
          <p:nvPr>
            <p:ph hasCustomPrompt="1" type="title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7" name="Google Shape;1267;p28"/>
          <p:cNvSpPr txBox="1"/>
          <p:nvPr>
            <p:ph idx="1" type="subTitle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68" name="Google Shape;1268;p28"/>
          <p:cNvSpPr txBox="1"/>
          <p:nvPr>
            <p:ph hasCustomPrompt="1" idx="2" type="title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9" name="Google Shape;1269;p28"/>
          <p:cNvSpPr txBox="1"/>
          <p:nvPr>
            <p:ph idx="3" type="subTitle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70" name="Google Shape;1270;p28"/>
          <p:cNvSpPr txBox="1"/>
          <p:nvPr>
            <p:ph hasCustomPrompt="1" idx="4" type="title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1" name="Google Shape;1271;p28"/>
          <p:cNvSpPr txBox="1"/>
          <p:nvPr>
            <p:ph idx="5" type="subTitle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72" name="Google Shape;1272;p28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3" name="Google Shape;1273;p28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1274" name="Google Shape;1274;p28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8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6" name="Google Shape;1276;p28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1277" name="Google Shape;1277;p2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78" name="Google Shape;1278;p2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9" name="Google Shape;1279;p2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29"/>
          <p:cNvSpPr txBox="1"/>
          <p:nvPr>
            <p:ph idx="1" type="subTitle"/>
          </p:nvPr>
        </p:nvSpPr>
        <p:spPr>
          <a:xfrm>
            <a:off x="1157250" y="1609575"/>
            <a:ext cx="4448100" cy="1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2" name="Google Shape;1282;p29"/>
          <p:cNvSpPr txBox="1"/>
          <p:nvPr>
            <p:ph type="title"/>
          </p:nvPr>
        </p:nvSpPr>
        <p:spPr>
          <a:xfrm>
            <a:off x="1157302" y="494775"/>
            <a:ext cx="5126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83" name="Google Shape;1283;p29"/>
          <p:cNvGrpSpPr/>
          <p:nvPr/>
        </p:nvGrpSpPr>
        <p:grpSpPr>
          <a:xfrm>
            <a:off x="-291585" y="-494819"/>
            <a:ext cx="1448824" cy="2238804"/>
            <a:chOff x="-308635" y="-494819"/>
            <a:chExt cx="1448824" cy="2238804"/>
          </a:xfrm>
        </p:grpSpPr>
        <p:grpSp>
          <p:nvGrpSpPr>
            <p:cNvPr id="1284" name="Google Shape;1284;p29"/>
            <p:cNvGrpSpPr/>
            <p:nvPr/>
          </p:nvGrpSpPr>
          <p:grpSpPr>
            <a:xfrm>
              <a:off x="-275757" y="-242066"/>
              <a:ext cx="981772" cy="1986051"/>
              <a:chOff x="-293545" y="3454371"/>
              <a:chExt cx="981772" cy="1986051"/>
            </a:xfrm>
          </p:grpSpPr>
          <p:sp>
            <p:nvSpPr>
              <p:cNvPr id="1285" name="Google Shape;1285;p29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29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7" name="Google Shape;1287;p29"/>
            <p:cNvGrpSpPr/>
            <p:nvPr/>
          </p:nvGrpSpPr>
          <p:grpSpPr>
            <a:xfrm>
              <a:off x="364499" y="794648"/>
              <a:ext cx="699940" cy="478601"/>
              <a:chOff x="39722" y="4349021"/>
              <a:chExt cx="1061964" cy="726143"/>
            </a:xfrm>
          </p:grpSpPr>
          <p:grpSp>
            <p:nvGrpSpPr>
              <p:cNvPr id="1288" name="Google Shape;1288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9" name="Google Shape;1289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90" name="Google Shape;1290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91" name="Google Shape;1291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2" name="Google Shape;1292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3" name="Google Shape;1293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4" name="Google Shape;1294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5" name="Google Shape;1295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96" name="Google Shape;1296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7" name="Google Shape;1297;p29"/>
            <p:cNvGrpSpPr/>
            <p:nvPr/>
          </p:nvGrpSpPr>
          <p:grpSpPr>
            <a:xfrm rot="-5400000">
              <a:off x="-460623" y="-342832"/>
              <a:ext cx="1351491" cy="1047516"/>
              <a:chOff x="-2460210" y="2758493"/>
              <a:chExt cx="1351491" cy="1047516"/>
            </a:xfrm>
          </p:grpSpPr>
          <p:sp>
            <p:nvSpPr>
              <p:cNvPr id="1298" name="Google Shape;1298;p29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29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29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29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2" name="Google Shape;1302;p29"/>
            <p:cNvGrpSpPr/>
            <p:nvPr/>
          </p:nvGrpSpPr>
          <p:grpSpPr>
            <a:xfrm>
              <a:off x="440249" y="455173"/>
              <a:ext cx="699940" cy="478601"/>
              <a:chOff x="39722" y="4349021"/>
              <a:chExt cx="1061964" cy="726143"/>
            </a:xfrm>
          </p:grpSpPr>
          <p:grpSp>
            <p:nvGrpSpPr>
              <p:cNvPr id="1303" name="Google Shape;1303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04" name="Google Shape;1304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05" name="Google Shape;1305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6" name="Google Shape;1306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7" name="Google Shape;1307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8" name="Google Shape;1308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9" name="Google Shape;1309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0" name="Google Shape;1310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11" name="Google Shape;1311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2" name="Google Shape;1312;p29"/>
            <p:cNvGrpSpPr/>
            <p:nvPr/>
          </p:nvGrpSpPr>
          <p:grpSpPr>
            <a:xfrm>
              <a:off x="-63826" y="511661"/>
              <a:ext cx="699940" cy="478601"/>
              <a:chOff x="39722" y="4349021"/>
              <a:chExt cx="1061964" cy="726143"/>
            </a:xfrm>
          </p:grpSpPr>
          <p:grpSp>
            <p:nvGrpSpPr>
              <p:cNvPr id="1313" name="Google Shape;1313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14" name="Google Shape;1314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15" name="Google Shape;1315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16" name="Google Shape;1316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7" name="Google Shape;1317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8" name="Google Shape;1318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9" name="Google Shape;1319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0" name="Google Shape;1320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21" name="Google Shape;1321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22" name="Google Shape;1322;p29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1323" name="Google Shape;1323;p2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24" name="Google Shape;1324;p29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1325" name="Google Shape;1325;p29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29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29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29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29" name="Google Shape;1329;p29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1330" name="Google Shape;1330;p29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31" name="Google Shape;1331;p29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1332" name="Google Shape;1332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3" name="Google Shape;1333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34" name="Google Shape;1334;p29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35" name="Google Shape;1335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6" name="Google Shape;1336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337" name="Google Shape;1337;p29"/>
          <p:cNvSpPr txBox="1"/>
          <p:nvPr/>
        </p:nvSpPr>
        <p:spPr>
          <a:xfrm>
            <a:off x="1157300" y="3476950"/>
            <a:ext cx="5320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2"/>
        </a:solidFill>
      </p:bgPr>
    </p:bg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jp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hyperlink" Target="https://docs.google.com/spreadsheets/d/1W6PeJrd7QuaEwtNjMzLFIwk8GMla41rffW2XDaGrDt4/copy" TargetMode="External"/><Relationship Id="rId5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jpg"/><Relationship Id="rId4" Type="http://schemas.openxmlformats.org/officeDocument/2006/relationships/image" Target="../media/image7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freepik.com/free-photo/medium-shot-man-working-laptop_12689262.htm/?utm_source=slidesgo_template&amp;utm_medium=referral-link&amp;utm_campaign=sg_resources&amp;utm_content=freepik" TargetMode="External"/><Relationship Id="rId4" Type="http://schemas.openxmlformats.org/officeDocument/2006/relationships/hyperlink" Target="https://www.freepik.com/free-photo/group-friends-planning-trip-cafe_13839039.htm/?utm_source=slidesgo_template&amp;utm_medium=referral-link&amp;utm_campaign=sg_resources&amp;utm_content=freepik" TargetMode="External"/><Relationship Id="rId9" Type="http://schemas.openxmlformats.org/officeDocument/2006/relationships/hyperlink" Target="https://www.freepik.com/free-vector/abstract-gradient-circuit-board-background_4854963.htm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photo/medium-shot-man-working-laptop_40132860.htm/?utm_source=slidesgo_template&amp;utm_medium=referral-link&amp;utm_campaign=sg_resources&amp;utm_content=freepik" TargetMode="External"/><Relationship Id="rId6" Type="http://schemas.openxmlformats.org/officeDocument/2006/relationships/hyperlink" Target="https://www.freepik.com/free-photo/side-view-men-working-laptops-office_7768804.htm/?utm_source=slidesgo_template&amp;utm_medium=referral-link&amp;utm_campaign=sg_resources&amp;utm_content=freepik" TargetMode="External"/><Relationship Id="rId7" Type="http://schemas.openxmlformats.org/officeDocument/2006/relationships/hyperlink" Target="https://www.freepik.com/free-photo/lifestyle-woman-office_20256619.htm/?utm_source=slidesgo_template&amp;utm_medium=referral-link&amp;utm_campaign=sg_resources&amp;utm_content=freepik" TargetMode="External"/><Relationship Id="rId8" Type="http://schemas.openxmlformats.org/officeDocument/2006/relationships/hyperlink" Target="https://www.freepik.com/free-photo/secretary-working-laptop_1128829.htm/?utm_source=slidesgo_template&amp;utm_medium=referral-link&amp;utm_campaign=sg_resources&amp;utm_content=freepik" TargetMode="External"/><Relationship Id="rId10" Type="http://schemas.openxmlformats.org/officeDocument/2006/relationships/hyperlink" Target="https://www.flaticon.com/packs/coding-30/?utm_source=slidesgo_template&amp;utm_medium=referral-link&amp;utm_campaign=sg_resources&amp;utm_content=flatic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32"/>
          <p:cNvSpPr txBox="1"/>
          <p:nvPr>
            <p:ph idx="1" type="subTitle"/>
          </p:nvPr>
        </p:nvSpPr>
        <p:spPr>
          <a:xfrm>
            <a:off x="1096850" y="3456250"/>
            <a:ext cx="6245400" cy="8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Made and presented by:</a:t>
            </a:r>
            <a:r>
              <a:rPr lang="en"/>
              <a:t> Hasan Abu Hejleh, Verzhinia Achova, Leila Abdelelah, Mariam Ahmed, Suhaib Abubakar</a:t>
            </a:r>
            <a:endParaRPr/>
          </a:p>
        </p:txBody>
      </p:sp>
      <p:sp>
        <p:nvSpPr>
          <p:cNvPr id="1425" name="Google Shape;1425;p32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1: Prompt Engineering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426" name="Google Shape;1426;p32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27" name="Google Shape;1427;p32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8" name="Google Shape;1428;p32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29" name="Google Shape;1429;p32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32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31" name="Google Shape;1431;p32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2" name="Google Shape;1432;p32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33" name="Google Shape;1433;p32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4" name="Google Shape;1434;p32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5" name="Google Shape;1435;p32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36" name="Google Shape;1436;p32"/>
            <p:cNvSpPr/>
            <p:nvPr/>
          </p:nvSpPr>
          <p:spPr>
            <a:xfrm>
              <a:off x="6309526" y="8369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7" name="Google Shape;1437;p32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38" name="Google Shape;1438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0" name="Google Shape;1440;p32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1" name="Google Shape;1441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3" name="Google Shape;1443;p32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46" name="Google Shape;1446;p32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7" name="Google Shape;1447;p32"/>
          <p:cNvSpPr txBox="1"/>
          <p:nvPr/>
        </p:nvSpPr>
        <p:spPr>
          <a:xfrm>
            <a:off x="1230950" y="4267050"/>
            <a:ext cx="5556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Date: 29.11.2025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Table of contents</a:t>
            </a:r>
            <a:endParaRPr sz="320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53" name="Google Shape;1453;p33"/>
          <p:cNvSpPr txBox="1"/>
          <p:nvPr>
            <p:ph idx="9" type="subTitle"/>
          </p:nvPr>
        </p:nvSpPr>
        <p:spPr>
          <a:xfrm>
            <a:off x="1292700" y="1344775"/>
            <a:ext cx="2661000" cy="5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Limitations of LLMs</a:t>
            </a:r>
            <a:endParaRPr sz="1400"/>
          </a:p>
        </p:txBody>
      </p:sp>
      <p:sp>
        <p:nvSpPr>
          <p:cNvPr id="1454" name="Google Shape;1454;p33"/>
          <p:cNvSpPr txBox="1"/>
          <p:nvPr>
            <p:ph idx="1" type="subTitle"/>
          </p:nvPr>
        </p:nvSpPr>
        <p:spPr>
          <a:xfrm>
            <a:off x="1165850" y="2225338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455" name="Google Shape;1455;p33"/>
          <p:cNvSpPr txBox="1"/>
          <p:nvPr>
            <p:ph idx="2" type="subTitle"/>
          </p:nvPr>
        </p:nvSpPr>
        <p:spPr>
          <a:xfrm>
            <a:off x="4812550" y="2225338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456" name="Google Shape;1456;p33"/>
          <p:cNvSpPr txBox="1"/>
          <p:nvPr>
            <p:ph idx="3" type="subTitle"/>
          </p:nvPr>
        </p:nvSpPr>
        <p:spPr>
          <a:xfrm>
            <a:off x="1165850" y="3921512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457" name="Google Shape;1457;p33"/>
          <p:cNvSpPr txBox="1"/>
          <p:nvPr>
            <p:ph idx="4" type="subTitle"/>
          </p:nvPr>
        </p:nvSpPr>
        <p:spPr>
          <a:xfrm>
            <a:off x="4812550" y="3921512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458" name="Google Shape;1458;p33"/>
          <p:cNvSpPr txBox="1"/>
          <p:nvPr>
            <p:ph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459" name="Google Shape;1459;p33"/>
          <p:cNvSpPr txBox="1"/>
          <p:nvPr>
            <p:ph idx="6" type="title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460" name="Google Shape;1460;p33"/>
          <p:cNvSpPr txBox="1"/>
          <p:nvPr>
            <p:ph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61" name="Google Shape;1461;p33"/>
          <p:cNvSpPr txBox="1"/>
          <p:nvPr>
            <p:ph idx="8" type="title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462" name="Google Shape;1462;p33"/>
          <p:cNvSpPr txBox="1"/>
          <p:nvPr>
            <p:ph idx="13" type="subTitle"/>
          </p:nvPr>
        </p:nvSpPr>
        <p:spPr>
          <a:xfrm>
            <a:off x="4961173" y="1370300"/>
            <a:ext cx="2661000" cy="5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What is RAG and why do we need it</a:t>
            </a:r>
            <a:endParaRPr sz="1400"/>
          </a:p>
        </p:txBody>
      </p:sp>
      <p:sp>
        <p:nvSpPr>
          <p:cNvPr id="1463" name="Google Shape;1463;p33"/>
          <p:cNvSpPr txBox="1"/>
          <p:nvPr>
            <p:ph idx="14" type="subTitle"/>
          </p:nvPr>
        </p:nvSpPr>
        <p:spPr>
          <a:xfrm>
            <a:off x="1390200" y="3040899"/>
            <a:ext cx="25635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Prompt engineering and prompting techniques </a:t>
            </a:r>
            <a:endParaRPr sz="1400"/>
          </a:p>
        </p:txBody>
      </p:sp>
      <p:sp>
        <p:nvSpPr>
          <p:cNvPr id="1464" name="Google Shape;1464;p33"/>
          <p:cNvSpPr txBox="1"/>
          <p:nvPr>
            <p:ph idx="15" type="subTitle"/>
          </p:nvPr>
        </p:nvSpPr>
        <p:spPr>
          <a:xfrm>
            <a:off x="5102175" y="3108675"/>
            <a:ext cx="24981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Examples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34"/>
          <p:cNvSpPr txBox="1"/>
          <p:nvPr>
            <p:ph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470" name="Google Shape;1470;p34"/>
          <p:cNvSpPr txBox="1"/>
          <p:nvPr>
            <p:ph idx="1" type="subTitle"/>
          </p:nvPr>
        </p:nvSpPr>
        <p:spPr>
          <a:xfrm>
            <a:off x="1372425" y="2697075"/>
            <a:ext cx="559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1" name="Google Shape;1471;p34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72" name="Google Shape;1472;p3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3" name="Google Shape;1473;p34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74" name="Google Shape;1474;p3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3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3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77" name="Google Shape;1477;p34"/>
          <p:cNvSpPr txBox="1"/>
          <p:nvPr>
            <p:ph type="title"/>
          </p:nvPr>
        </p:nvSpPr>
        <p:spPr>
          <a:xfrm>
            <a:off x="1818175" y="843850"/>
            <a:ext cx="5806800" cy="172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Limitations of LLMs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  <p:grpSp>
        <p:nvGrpSpPr>
          <p:cNvPr id="1478" name="Google Shape;1478;p34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79" name="Google Shape;1479;p34"/>
            <p:cNvSpPr/>
            <p:nvPr/>
          </p:nvSpPr>
          <p:spPr>
            <a:xfrm>
              <a:off x="6368175" y="103161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34"/>
            <p:cNvSpPr/>
            <p:nvPr/>
          </p:nvSpPr>
          <p:spPr>
            <a:xfrm>
              <a:off x="6711143" y="81300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34"/>
            <p:cNvSpPr/>
            <p:nvPr/>
          </p:nvSpPr>
          <p:spPr>
            <a:xfrm>
              <a:off x="7243039" y="2456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34"/>
            <p:cNvSpPr/>
            <p:nvPr/>
          </p:nvSpPr>
          <p:spPr>
            <a:xfrm>
              <a:off x="6875804" y="622450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34"/>
            <p:cNvSpPr/>
            <p:nvPr/>
          </p:nvSpPr>
          <p:spPr>
            <a:xfrm>
              <a:off x="6573850" y="621225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84" name="Google Shape;1484;p3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5" name="Google Shape;1485;p34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86" name="Google Shape;1486;p3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1" name="Google Shape;1491;p3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2" name="Google Shape;1492;p3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3" name="Google Shape;1493;p34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494" name="Google Shape;1494;p3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3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3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1" name="Google Shape;1501;p34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2" name="Google Shape;1502;p3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4" name="Google Shape;1504;p34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05" name="Google Shape;1505;p3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07" name="Google Shape;1507;p34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8" name="Google Shape;1508;p34"/>
          <p:cNvGrpSpPr/>
          <p:nvPr/>
        </p:nvGrpSpPr>
        <p:grpSpPr>
          <a:xfrm>
            <a:off x="1372433" y="2562984"/>
            <a:ext cx="4558967" cy="134100"/>
            <a:chOff x="796100" y="3019701"/>
            <a:chExt cx="4558967" cy="134100"/>
          </a:xfrm>
        </p:grpSpPr>
        <p:sp>
          <p:nvSpPr>
            <p:cNvPr id="1509" name="Google Shape;1509;p34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10" name="Google Shape;1510;p34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11" name="Google Shape;1511;p34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LLMs</a:t>
            </a:r>
            <a:endParaRPr/>
          </a:p>
        </p:txBody>
      </p:sp>
      <p:sp>
        <p:nvSpPr>
          <p:cNvPr id="1517" name="Google Shape;1517;p35"/>
          <p:cNvSpPr txBox="1"/>
          <p:nvPr>
            <p:ph idx="1" type="subTitle"/>
          </p:nvPr>
        </p:nvSpPr>
        <p:spPr>
          <a:xfrm>
            <a:off x="4881000" y="1786675"/>
            <a:ext cx="4168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Hallucinations</a:t>
            </a:r>
            <a:r>
              <a:rPr lang="en"/>
              <a:t>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“confidently make up” facts when:</a:t>
            </a:r>
            <a:endParaRPr/>
          </a:p>
          <a:p>
            <a:pPr indent="-317500" lvl="0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They don’t know the answer</a:t>
            </a:r>
            <a:endParaRPr/>
          </a:p>
          <a:p>
            <a:pPr indent="-317500" lvl="0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prompt is vague</a:t>
            </a:r>
            <a:endParaRPr/>
          </a:p>
          <a:p>
            <a:pPr indent="-317500" lvl="0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Context is missing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Knowledge cutoff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LLMs cannot access new data unless provided.</a:t>
            </a:r>
            <a:endParaRPr/>
          </a:p>
        </p:txBody>
      </p:sp>
      <p:sp>
        <p:nvSpPr>
          <p:cNvPr id="1518" name="Google Shape;1518;p35"/>
          <p:cNvSpPr txBox="1"/>
          <p:nvPr>
            <p:ph idx="2" type="subTitle"/>
          </p:nvPr>
        </p:nvSpPr>
        <p:spPr>
          <a:xfrm>
            <a:off x="720000" y="2476150"/>
            <a:ext cx="3543000" cy="11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LLMs are powerful and have a lot of potential they are not perfect.</a:t>
            </a:r>
            <a:br>
              <a:rPr lang="en"/>
            </a:br>
            <a:r>
              <a:rPr lang="en"/>
              <a:t>Two main issues LLMs face are:</a:t>
            </a:r>
            <a:endParaRPr/>
          </a:p>
        </p:txBody>
      </p:sp>
      <p:grpSp>
        <p:nvGrpSpPr>
          <p:cNvPr id="1519" name="Google Shape;1519;p35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20" name="Google Shape;1520;p35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21" name="Google Shape;1521;p35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35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3" name="Google Shape;1523;p35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24" name="Google Shape;1524;p3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25" name="Google Shape;1525;p3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26" name="Google Shape;1526;p3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Hallucinations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36"/>
          <p:cNvSpPr txBox="1"/>
          <p:nvPr>
            <p:ph idx="2" type="subTitle"/>
          </p:nvPr>
        </p:nvSpPr>
        <p:spPr>
          <a:xfrm>
            <a:off x="666325" y="1384200"/>
            <a:ext cx="8322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LLMs generate text by predicting the next word based on patterns learned from training data.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not verify facts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so when: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training data is incomplete,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question has no clear answer,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context is ambiguous,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 the prompt encourages a confident tone…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…the model may produce statements that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sound right but are wrong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called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hallucination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cause: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LLMs optimize for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probability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not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truthfulness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They do not perform factual checking or database lookup.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Knowledge Cutoff</a:t>
            </a:r>
            <a:endParaRPr/>
          </a:p>
        </p:txBody>
      </p:sp>
      <p:sp>
        <p:nvSpPr>
          <p:cNvPr id="1538" name="Google Shape;1538;p37"/>
          <p:cNvSpPr txBox="1"/>
          <p:nvPr>
            <p:ph idx="2" type="subTitle"/>
          </p:nvPr>
        </p:nvSpPr>
        <p:spPr>
          <a:xfrm>
            <a:off x="720000" y="1193975"/>
            <a:ext cx="5813400" cy="24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LLMs are trained on a fixed dataset.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Anything that happens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dataset (e.g., events, new research, updated laws) is unknown to them.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 if they try to answer: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guess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hallucinate recent information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may confidently state outdated facts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cause: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Models are static snapshots of the world, not continuously updated systems.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Domain Blind Spots</a:t>
            </a:r>
            <a:endParaRPr/>
          </a:p>
        </p:txBody>
      </p:sp>
      <p:sp>
        <p:nvSpPr>
          <p:cNvPr id="1544" name="Google Shape;1544;p38"/>
          <p:cNvSpPr txBox="1"/>
          <p:nvPr>
            <p:ph idx="2" type="subTitle"/>
          </p:nvPr>
        </p:nvSpPr>
        <p:spPr>
          <a:xfrm>
            <a:off x="720000" y="1113475"/>
            <a:ext cx="5813400" cy="25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LLMs struggle in: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medical accuracy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legal precision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scientific calculations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proprietary data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organization-specific knowledge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Because they cannot access internal documents or updated research by default.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Lack of Source Transparency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LLMs cannot cite exact sources from training.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cannot tell you “where” a fact came from.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39"/>
          <p:cNvSpPr txBox="1"/>
          <p:nvPr>
            <p:ph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550" name="Google Shape;1550;p39"/>
          <p:cNvSpPr txBox="1"/>
          <p:nvPr>
            <p:ph idx="1" type="subTitle"/>
          </p:nvPr>
        </p:nvSpPr>
        <p:spPr>
          <a:xfrm>
            <a:off x="1372425" y="2697075"/>
            <a:ext cx="559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grpSp>
        <p:nvGrpSpPr>
          <p:cNvPr id="1551" name="Google Shape;1551;p39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552" name="Google Shape;1552;p39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53" name="Google Shape;1553;p39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554" name="Google Shape;1554;p3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3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3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57" name="Google Shape;1557;p39"/>
          <p:cNvSpPr txBox="1"/>
          <p:nvPr>
            <p:ph type="title"/>
          </p:nvPr>
        </p:nvSpPr>
        <p:spPr>
          <a:xfrm>
            <a:off x="1829049" y="930844"/>
            <a:ext cx="5806800" cy="172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What is RAG and why do we need it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  <p:grpSp>
        <p:nvGrpSpPr>
          <p:cNvPr id="1558" name="Google Shape;1558;p39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559" name="Google Shape;1559;p39"/>
            <p:cNvSpPr/>
            <p:nvPr/>
          </p:nvSpPr>
          <p:spPr>
            <a:xfrm>
              <a:off x="6368175" y="103161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39"/>
            <p:cNvSpPr/>
            <p:nvPr/>
          </p:nvSpPr>
          <p:spPr>
            <a:xfrm>
              <a:off x="6711143" y="81300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39"/>
            <p:cNvSpPr/>
            <p:nvPr/>
          </p:nvSpPr>
          <p:spPr>
            <a:xfrm>
              <a:off x="7243039" y="2456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9"/>
            <p:cNvSpPr/>
            <p:nvPr/>
          </p:nvSpPr>
          <p:spPr>
            <a:xfrm>
              <a:off x="6875804" y="622450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9"/>
            <p:cNvSpPr/>
            <p:nvPr/>
          </p:nvSpPr>
          <p:spPr>
            <a:xfrm>
              <a:off x="6573850" y="621225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64" name="Google Shape;1564;p39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65" name="Google Shape;1565;p39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66" name="Google Shape;1566;p3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3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3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3" name="Google Shape;1573;p39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74" name="Google Shape;1574;p3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0" name="Google Shape;1580;p3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1" name="Google Shape;1581;p39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82" name="Google Shape;1582;p39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9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4" name="Google Shape;1584;p39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85" name="Google Shape;1585;p39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39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87" name="Google Shape;1587;p39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8" name="Google Shape;1588;p39"/>
          <p:cNvGrpSpPr/>
          <p:nvPr/>
        </p:nvGrpSpPr>
        <p:grpSpPr>
          <a:xfrm>
            <a:off x="1372433" y="2562984"/>
            <a:ext cx="4558967" cy="134100"/>
            <a:chOff x="796100" y="3019701"/>
            <a:chExt cx="4558967" cy="134100"/>
          </a:xfrm>
        </p:grpSpPr>
        <p:sp>
          <p:nvSpPr>
            <p:cNvPr id="1589" name="Google Shape;1589;p3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90" name="Google Shape;1590;p3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1" name="Google Shape;1591;p3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40"/>
          <p:cNvSpPr txBox="1"/>
          <p:nvPr>
            <p:ph idx="1" type="subTitle"/>
          </p:nvPr>
        </p:nvSpPr>
        <p:spPr>
          <a:xfrm>
            <a:off x="713225" y="1160775"/>
            <a:ext cx="43236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RAG</a:t>
            </a:r>
            <a:r>
              <a:rPr lang="en"/>
              <a:t> = Retrieval-Augmented Generation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solves LLM limitations by: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Retrieving real documents before generating answers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Adding missing context to reduce hallucinations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Keeping responses grounded in actual data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Updating knowledge dynamically</a:t>
            </a:r>
            <a:endParaRPr/>
          </a:p>
        </p:txBody>
      </p:sp>
      <p:sp>
        <p:nvSpPr>
          <p:cNvPr id="1597" name="Google Shape;1597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What is RAG and why do we need it</a:t>
            </a:r>
            <a:endParaRPr sz="2800"/>
          </a:p>
        </p:txBody>
      </p:sp>
      <p:pic>
        <p:nvPicPr>
          <p:cNvPr id="1598" name="Google Shape;159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572" y="3272754"/>
            <a:ext cx="4323600" cy="1625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 has two main stages:</a:t>
            </a:r>
            <a:endParaRPr/>
          </a:p>
        </p:txBody>
      </p:sp>
      <p:sp>
        <p:nvSpPr>
          <p:cNvPr id="1604" name="Google Shape;1604;p41"/>
          <p:cNvSpPr txBox="1"/>
          <p:nvPr>
            <p:ph idx="1" type="subTitle"/>
          </p:nvPr>
        </p:nvSpPr>
        <p:spPr>
          <a:xfrm>
            <a:off x="4939075" y="1983450"/>
            <a:ext cx="3239400" cy="17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 retrieved text into prompt 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produces grounded answer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ensures the model uses real information instead of guessing.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41"/>
          <p:cNvSpPr txBox="1"/>
          <p:nvPr>
            <p:ph idx="2" type="subTitle"/>
          </p:nvPr>
        </p:nvSpPr>
        <p:spPr>
          <a:xfrm>
            <a:off x="904725" y="1896450"/>
            <a:ext cx="3239400" cy="17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documents into chunks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 and store in vector DB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Retrieve top-k relevant chunks based on a question</a:t>
            </a:r>
            <a:endParaRPr/>
          </a:p>
        </p:txBody>
      </p:sp>
      <p:sp>
        <p:nvSpPr>
          <p:cNvPr id="1606" name="Google Shape;1606;p41"/>
          <p:cNvSpPr txBox="1"/>
          <p:nvPr>
            <p:ph idx="3" type="subTitle"/>
          </p:nvPr>
        </p:nvSpPr>
        <p:spPr>
          <a:xfrm>
            <a:off x="4836807" y="120030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Generation</a:t>
            </a:r>
            <a:endParaRPr/>
          </a:p>
        </p:txBody>
      </p:sp>
      <p:sp>
        <p:nvSpPr>
          <p:cNvPr id="1607" name="Google Shape;1607;p41"/>
          <p:cNvSpPr txBox="1"/>
          <p:nvPr>
            <p:ph idx="4" type="subTitle"/>
          </p:nvPr>
        </p:nvSpPr>
        <p:spPr>
          <a:xfrm>
            <a:off x="803373" y="1287294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Retrieval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42"/>
          <p:cNvSpPr txBox="1"/>
          <p:nvPr>
            <p:ph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613" name="Google Shape;1613;p42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614" name="Google Shape;1614;p42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15" name="Google Shape;1615;p42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616" name="Google Shape;1616;p4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4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8" name="Google Shape;1618;p4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9" name="Google Shape;1619;p42"/>
          <p:cNvSpPr txBox="1"/>
          <p:nvPr>
            <p:ph type="title"/>
          </p:nvPr>
        </p:nvSpPr>
        <p:spPr>
          <a:xfrm>
            <a:off x="1829049" y="930844"/>
            <a:ext cx="5806800" cy="172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Prompt engineering and prompting techniques 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  <p:grpSp>
        <p:nvGrpSpPr>
          <p:cNvPr id="1620" name="Google Shape;1620;p42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621" name="Google Shape;1621;p42"/>
            <p:cNvSpPr/>
            <p:nvPr/>
          </p:nvSpPr>
          <p:spPr>
            <a:xfrm>
              <a:off x="6368175" y="103161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42"/>
            <p:cNvSpPr/>
            <p:nvPr/>
          </p:nvSpPr>
          <p:spPr>
            <a:xfrm>
              <a:off x="6711143" y="81300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42"/>
            <p:cNvSpPr/>
            <p:nvPr/>
          </p:nvSpPr>
          <p:spPr>
            <a:xfrm>
              <a:off x="7243039" y="2456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42"/>
            <p:cNvSpPr/>
            <p:nvPr/>
          </p:nvSpPr>
          <p:spPr>
            <a:xfrm>
              <a:off x="6875804" y="622450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42"/>
            <p:cNvSpPr/>
            <p:nvPr/>
          </p:nvSpPr>
          <p:spPr>
            <a:xfrm>
              <a:off x="6573850" y="621225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26" name="Google Shape;1626;p42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27" name="Google Shape;1627;p42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628" name="Google Shape;1628;p42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42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42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42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42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42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42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5" name="Google Shape;1635;p42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636" name="Google Shape;1636;p42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42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42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42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42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42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42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43" name="Google Shape;1643;p42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644" name="Google Shape;1644;p4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4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46" name="Google Shape;1646;p42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647" name="Google Shape;1647;p4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4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49" name="Google Shape;1649;p42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0" name="Google Shape;1650;p42"/>
          <p:cNvGrpSpPr/>
          <p:nvPr/>
        </p:nvGrpSpPr>
        <p:grpSpPr>
          <a:xfrm>
            <a:off x="1372433" y="2562984"/>
            <a:ext cx="4558967" cy="134100"/>
            <a:chOff x="796100" y="3019701"/>
            <a:chExt cx="4558967" cy="134100"/>
          </a:xfrm>
        </p:grpSpPr>
        <p:sp>
          <p:nvSpPr>
            <p:cNvPr id="1651" name="Google Shape;1651;p42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52" name="Google Shape;1652;p42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53" name="Google Shape;1653;p42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8" name="Google Shape;165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8200" y="1987075"/>
            <a:ext cx="4893375" cy="3019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59" name="Google Shape;1659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Engineering</a:t>
            </a:r>
            <a:endParaRPr/>
          </a:p>
        </p:txBody>
      </p:sp>
      <p:sp>
        <p:nvSpPr>
          <p:cNvPr id="1660" name="Google Shape;1660;p43"/>
          <p:cNvSpPr txBox="1"/>
          <p:nvPr>
            <p:ph idx="2" type="subTitle"/>
          </p:nvPr>
        </p:nvSpPr>
        <p:spPr>
          <a:xfrm>
            <a:off x="861225" y="1428875"/>
            <a:ext cx="6187500" cy="3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engineering means designing inputs that guide an LLM effectively.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Good prompting includes: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 </a:t>
            </a:r>
            <a:r>
              <a:rPr lang="en"/>
              <a:t>Giving clear instructions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Providing examples (few-shot)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Enforcing reasoning steps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Setting role or rules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Supplying context</a:t>
            </a:r>
            <a:endParaRPr/>
          </a:p>
        </p:txBody>
      </p:sp>
      <p:grpSp>
        <p:nvGrpSpPr>
          <p:cNvPr id="1661" name="Google Shape;1661;p43"/>
          <p:cNvGrpSpPr/>
          <p:nvPr/>
        </p:nvGrpSpPr>
        <p:grpSpPr>
          <a:xfrm>
            <a:off x="323978" y="1297734"/>
            <a:ext cx="336779" cy="341145"/>
            <a:chOff x="3906683" y="713190"/>
            <a:chExt cx="470494" cy="476593"/>
          </a:xfrm>
        </p:grpSpPr>
        <p:sp>
          <p:nvSpPr>
            <p:cNvPr id="1662" name="Google Shape;1662;p43"/>
            <p:cNvSpPr/>
            <p:nvPr/>
          </p:nvSpPr>
          <p:spPr>
            <a:xfrm>
              <a:off x="4044016" y="1026044"/>
              <a:ext cx="150100" cy="13676"/>
            </a:xfrm>
            <a:custGeom>
              <a:rect b="b" l="l" r="r" t="t"/>
              <a:pathLst>
                <a:path extrusionOk="0" h="361" w="3962">
                  <a:moveTo>
                    <a:pt x="199" y="0"/>
                  </a:moveTo>
                  <a:cubicBezTo>
                    <a:pt x="104" y="0"/>
                    <a:pt x="18" y="71"/>
                    <a:pt x="10" y="165"/>
                  </a:cubicBezTo>
                  <a:cubicBezTo>
                    <a:pt x="1" y="272"/>
                    <a:pt x="85" y="361"/>
                    <a:pt x="192" y="361"/>
                  </a:cubicBezTo>
                  <a:lnTo>
                    <a:pt x="3764" y="361"/>
                  </a:lnTo>
                  <a:cubicBezTo>
                    <a:pt x="3859" y="361"/>
                    <a:pt x="3944" y="292"/>
                    <a:pt x="3953" y="197"/>
                  </a:cubicBezTo>
                  <a:cubicBezTo>
                    <a:pt x="3961" y="89"/>
                    <a:pt x="3877" y="0"/>
                    <a:pt x="37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43"/>
            <p:cNvSpPr/>
            <p:nvPr/>
          </p:nvSpPr>
          <p:spPr>
            <a:xfrm>
              <a:off x="3971391" y="1026044"/>
              <a:ext cx="52774" cy="13676"/>
            </a:xfrm>
            <a:custGeom>
              <a:rect b="b" l="l" r="r" t="t"/>
              <a:pathLst>
                <a:path extrusionOk="0" h="361" w="1393">
                  <a:moveTo>
                    <a:pt x="198" y="0"/>
                  </a:moveTo>
                  <a:cubicBezTo>
                    <a:pt x="103" y="0"/>
                    <a:pt x="17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94" y="361"/>
                  </a:lnTo>
                  <a:cubicBezTo>
                    <a:pt x="1290" y="361"/>
                    <a:pt x="1375" y="292"/>
                    <a:pt x="1383" y="197"/>
                  </a:cubicBezTo>
                  <a:cubicBezTo>
                    <a:pt x="1392" y="89"/>
                    <a:pt x="1308" y="0"/>
                    <a:pt x="12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43"/>
            <p:cNvSpPr/>
            <p:nvPr/>
          </p:nvSpPr>
          <p:spPr>
            <a:xfrm>
              <a:off x="3970785" y="1052147"/>
              <a:ext cx="225075" cy="13676"/>
            </a:xfrm>
            <a:custGeom>
              <a:rect b="b" l="l" r="r" t="t"/>
              <a:pathLst>
                <a:path extrusionOk="0" h="361" w="5941">
                  <a:moveTo>
                    <a:pt x="201" y="1"/>
                  </a:moveTo>
                  <a:cubicBezTo>
                    <a:pt x="105" y="1"/>
                    <a:pt x="20" y="70"/>
                    <a:pt x="11" y="165"/>
                  </a:cubicBezTo>
                  <a:cubicBezTo>
                    <a:pt x="1" y="272"/>
                    <a:pt x="88" y="361"/>
                    <a:pt x="194" y="361"/>
                  </a:cubicBezTo>
                  <a:lnTo>
                    <a:pt x="5741" y="361"/>
                  </a:lnTo>
                  <a:cubicBezTo>
                    <a:pt x="5837" y="361"/>
                    <a:pt x="5922" y="291"/>
                    <a:pt x="5932" y="196"/>
                  </a:cubicBezTo>
                  <a:cubicBezTo>
                    <a:pt x="5940" y="90"/>
                    <a:pt x="5855" y="1"/>
                    <a:pt x="57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43"/>
            <p:cNvSpPr/>
            <p:nvPr/>
          </p:nvSpPr>
          <p:spPr>
            <a:xfrm>
              <a:off x="4132213" y="1076961"/>
              <a:ext cx="62927" cy="13676"/>
            </a:xfrm>
            <a:custGeom>
              <a:rect b="b" l="l" r="r" t="t"/>
              <a:pathLst>
                <a:path extrusionOk="0" h="361" w="1661">
                  <a:moveTo>
                    <a:pt x="197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1462" y="360"/>
                  </a:lnTo>
                  <a:cubicBezTo>
                    <a:pt x="1558" y="360"/>
                    <a:pt x="1642" y="290"/>
                    <a:pt x="1651" y="195"/>
                  </a:cubicBezTo>
                  <a:cubicBezTo>
                    <a:pt x="1660" y="89"/>
                    <a:pt x="1576" y="0"/>
                    <a:pt x="14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43"/>
            <p:cNvSpPr/>
            <p:nvPr/>
          </p:nvSpPr>
          <p:spPr>
            <a:xfrm>
              <a:off x="3972376" y="1076923"/>
              <a:ext cx="139530" cy="13714"/>
            </a:xfrm>
            <a:custGeom>
              <a:rect b="b" l="l" r="r" t="t"/>
              <a:pathLst>
                <a:path extrusionOk="0" h="362" w="3683">
                  <a:moveTo>
                    <a:pt x="198" y="0"/>
                  </a:moveTo>
                  <a:cubicBezTo>
                    <a:pt x="103" y="0"/>
                    <a:pt x="17" y="69"/>
                    <a:pt x="10" y="163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3486" y="361"/>
                  </a:lnTo>
                  <a:cubicBezTo>
                    <a:pt x="3581" y="361"/>
                    <a:pt x="3666" y="291"/>
                    <a:pt x="3675" y="196"/>
                  </a:cubicBezTo>
                  <a:cubicBezTo>
                    <a:pt x="3683" y="89"/>
                    <a:pt x="3599" y="0"/>
                    <a:pt x="34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43"/>
            <p:cNvSpPr/>
            <p:nvPr/>
          </p:nvSpPr>
          <p:spPr>
            <a:xfrm>
              <a:off x="3971239" y="891969"/>
              <a:ext cx="124187" cy="95622"/>
            </a:xfrm>
            <a:custGeom>
              <a:rect b="b" l="l" r="r" t="t"/>
              <a:pathLst>
                <a:path extrusionOk="0" h="2524" w="3278">
                  <a:moveTo>
                    <a:pt x="2917" y="363"/>
                  </a:moveTo>
                  <a:lnTo>
                    <a:pt x="2917" y="2131"/>
                  </a:lnTo>
                  <a:lnTo>
                    <a:pt x="361" y="2131"/>
                  </a:lnTo>
                  <a:lnTo>
                    <a:pt x="361" y="363"/>
                  </a:lnTo>
                  <a:close/>
                  <a:moveTo>
                    <a:pt x="185" y="0"/>
                  </a:moveTo>
                  <a:cubicBezTo>
                    <a:pt x="83" y="0"/>
                    <a:pt x="0" y="83"/>
                    <a:pt x="0" y="186"/>
                  </a:cubicBezTo>
                  <a:lnTo>
                    <a:pt x="0" y="2339"/>
                  </a:lnTo>
                  <a:cubicBezTo>
                    <a:pt x="0" y="2442"/>
                    <a:pt x="83" y="2523"/>
                    <a:pt x="185" y="2523"/>
                  </a:cubicBezTo>
                  <a:lnTo>
                    <a:pt x="3093" y="2523"/>
                  </a:lnTo>
                  <a:cubicBezTo>
                    <a:pt x="3195" y="2523"/>
                    <a:pt x="3277" y="2442"/>
                    <a:pt x="3277" y="2339"/>
                  </a:cubicBezTo>
                  <a:lnTo>
                    <a:pt x="3277" y="186"/>
                  </a:lnTo>
                  <a:cubicBezTo>
                    <a:pt x="3277" y="83"/>
                    <a:pt x="3195" y="0"/>
                    <a:pt x="30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43"/>
            <p:cNvSpPr/>
            <p:nvPr/>
          </p:nvSpPr>
          <p:spPr>
            <a:xfrm>
              <a:off x="3971239" y="788960"/>
              <a:ext cx="273189" cy="63382"/>
            </a:xfrm>
            <a:custGeom>
              <a:rect b="b" l="l" r="r" t="t"/>
              <a:pathLst>
                <a:path extrusionOk="0" h="1673" w="7211">
                  <a:moveTo>
                    <a:pt x="185" y="0"/>
                  </a:moveTo>
                  <a:cubicBezTo>
                    <a:pt x="83" y="0"/>
                    <a:pt x="0" y="83"/>
                    <a:pt x="0" y="186"/>
                  </a:cubicBezTo>
                  <a:lnTo>
                    <a:pt x="0" y="1491"/>
                  </a:lnTo>
                  <a:cubicBezTo>
                    <a:pt x="0" y="1591"/>
                    <a:pt x="82" y="1672"/>
                    <a:pt x="182" y="1672"/>
                  </a:cubicBezTo>
                  <a:lnTo>
                    <a:pt x="1997" y="1672"/>
                  </a:lnTo>
                  <a:cubicBezTo>
                    <a:pt x="2093" y="1672"/>
                    <a:pt x="2178" y="1603"/>
                    <a:pt x="2185" y="1509"/>
                  </a:cubicBezTo>
                  <a:cubicBezTo>
                    <a:pt x="2194" y="1402"/>
                    <a:pt x="2111" y="1313"/>
                    <a:pt x="2006" y="1313"/>
                  </a:cubicBezTo>
                  <a:lnTo>
                    <a:pt x="360" y="1313"/>
                  </a:lnTo>
                  <a:lnTo>
                    <a:pt x="360" y="362"/>
                  </a:lnTo>
                  <a:lnTo>
                    <a:pt x="6849" y="362"/>
                  </a:lnTo>
                  <a:lnTo>
                    <a:pt x="6849" y="1313"/>
                  </a:lnTo>
                  <a:lnTo>
                    <a:pt x="3003" y="1313"/>
                  </a:lnTo>
                  <a:cubicBezTo>
                    <a:pt x="2907" y="1313"/>
                    <a:pt x="2822" y="1382"/>
                    <a:pt x="2814" y="1476"/>
                  </a:cubicBezTo>
                  <a:cubicBezTo>
                    <a:pt x="2805" y="1583"/>
                    <a:pt x="2889" y="1672"/>
                    <a:pt x="2993" y="1672"/>
                  </a:cubicBezTo>
                  <a:lnTo>
                    <a:pt x="7026" y="1672"/>
                  </a:lnTo>
                  <a:cubicBezTo>
                    <a:pt x="7127" y="1672"/>
                    <a:pt x="7210" y="1590"/>
                    <a:pt x="7210" y="1488"/>
                  </a:cubicBezTo>
                  <a:lnTo>
                    <a:pt x="7210" y="185"/>
                  </a:lnTo>
                  <a:cubicBezTo>
                    <a:pt x="7209" y="82"/>
                    <a:pt x="7126" y="0"/>
                    <a:pt x="70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43"/>
            <p:cNvSpPr/>
            <p:nvPr/>
          </p:nvSpPr>
          <p:spPr>
            <a:xfrm>
              <a:off x="4238101" y="930498"/>
              <a:ext cx="116762" cy="42204"/>
            </a:xfrm>
            <a:custGeom>
              <a:rect b="b" l="l" r="r" t="t"/>
              <a:pathLst>
                <a:path extrusionOk="0" h="1114" w="3082">
                  <a:moveTo>
                    <a:pt x="2721" y="360"/>
                  </a:moveTo>
                  <a:lnTo>
                    <a:pt x="2721" y="720"/>
                  </a:lnTo>
                  <a:lnTo>
                    <a:pt x="361" y="720"/>
                  </a:lnTo>
                  <a:lnTo>
                    <a:pt x="361" y="360"/>
                  </a:lnTo>
                  <a:close/>
                  <a:moveTo>
                    <a:pt x="186" y="0"/>
                  </a:moveTo>
                  <a:cubicBezTo>
                    <a:pt x="83" y="0"/>
                    <a:pt x="1" y="82"/>
                    <a:pt x="1" y="185"/>
                  </a:cubicBezTo>
                  <a:lnTo>
                    <a:pt x="1" y="929"/>
                  </a:lnTo>
                  <a:cubicBezTo>
                    <a:pt x="1" y="1032"/>
                    <a:pt x="83" y="1114"/>
                    <a:pt x="186" y="1114"/>
                  </a:cubicBezTo>
                  <a:lnTo>
                    <a:pt x="2898" y="1114"/>
                  </a:lnTo>
                  <a:cubicBezTo>
                    <a:pt x="2999" y="1114"/>
                    <a:pt x="3082" y="1032"/>
                    <a:pt x="3082" y="929"/>
                  </a:cubicBezTo>
                  <a:lnTo>
                    <a:pt x="3082" y="185"/>
                  </a:lnTo>
                  <a:cubicBezTo>
                    <a:pt x="3081" y="82"/>
                    <a:pt x="2999" y="0"/>
                    <a:pt x="28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43"/>
            <p:cNvSpPr/>
            <p:nvPr/>
          </p:nvSpPr>
          <p:spPr>
            <a:xfrm>
              <a:off x="3906683" y="713190"/>
              <a:ext cx="470494" cy="476593"/>
            </a:xfrm>
            <a:custGeom>
              <a:rect b="b" l="l" r="r" t="t"/>
              <a:pathLst>
                <a:path extrusionOk="0" h="12580" w="12419">
                  <a:moveTo>
                    <a:pt x="10075" y="361"/>
                  </a:moveTo>
                  <a:cubicBezTo>
                    <a:pt x="10175" y="361"/>
                    <a:pt x="10256" y="443"/>
                    <a:pt x="10256" y="544"/>
                  </a:cubicBezTo>
                  <a:lnTo>
                    <a:pt x="10256" y="1312"/>
                  </a:lnTo>
                  <a:lnTo>
                    <a:pt x="361" y="1312"/>
                  </a:lnTo>
                  <a:lnTo>
                    <a:pt x="361" y="544"/>
                  </a:lnTo>
                  <a:cubicBezTo>
                    <a:pt x="361" y="444"/>
                    <a:pt x="442" y="361"/>
                    <a:pt x="544" y="361"/>
                  </a:cubicBezTo>
                  <a:close/>
                  <a:moveTo>
                    <a:pt x="10256" y="1705"/>
                  </a:moveTo>
                  <a:lnTo>
                    <a:pt x="10256" y="3999"/>
                  </a:lnTo>
                  <a:lnTo>
                    <a:pt x="361" y="3999"/>
                  </a:lnTo>
                  <a:lnTo>
                    <a:pt x="361" y="1705"/>
                  </a:lnTo>
                  <a:close/>
                  <a:moveTo>
                    <a:pt x="8553" y="5081"/>
                  </a:moveTo>
                  <a:lnTo>
                    <a:pt x="8553" y="5229"/>
                  </a:lnTo>
                  <a:cubicBezTo>
                    <a:pt x="8323" y="5312"/>
                    <a:pt x="8159" y="5538"/>
                    <a:pt x="8159" y="5804"/>
                  </a:cubicBezTo>
                  <a:lnTo>
                    <a:pt x="8159" y="6850"/>
                  </a:lnTo>
                  <a:lnTo>
                    <a:pt x="5996" y="6850"/>
                  </a:lnTo>
                  <a:lnTo>
                    <a:pt x="5996" y="5081"/>
                  </a:lnTo>
                  <a:close/>
                  <a:moveTo>
                    <a:pt x="10256" y="4359"/>
                  </a:moveTo>
                  <a:lnTo>
                    <a:pt x="10256" y="5211"/>
                  </a:lnTo>
                  <a:lnTo>
                    <a:pt x="8913" y="5211"/>
                  </a:lnTo>
                  <a:lnTo>
                    <a:pt x="8913" y="4904"/>
                  </a:lnTo>
                  <a:cubicBezTo>
                    <a:pt x="8913" y="4801"/>
                    <a:pt x="8830" y="4718"/>
                    <a:pt x="8728" y="4718"/>
                  </a:cubicBezTo>
                  <a:lnTo>
                    <a:pt x="5820" y="4718"/>
                  </a:lnTo>
                  <a:cubicBezTo>
                    <a:pt x="5719" y="4718"/>
                    <a:pt x="5636" y="4801"/>
                    <a:pt x="5636" y="4904"/>
                  </a:cubicBezTo>
                  <a:lnTo>
                    <a:pt x="5636" y="7058"/>
                  </a:lnTo>
                  <a:cubicBezTo>
                    <a:pt x="5636" y="7161"/>
                    <a:pt x="5719" y="7242"/>
                    <a:pt x="5820" y="7242"/>
                  </a:cubicBezTo>
                  <a:lnTo>
                    <a:pt x="8125" y="7242"/>
                  </a:lnTo>
                  <a:lnTo>
                    <a:pt x="8125" y="7603"/>
                  </a:lnTo>
                  <a:lnTo>
                    <a:pt x="361" y="7603"/>
                  </a:lnTo>
                  <a:lnTo>
                    <a:pt x="361" y="4359"/>
                  </a:lnTo>
                  <a:close/>
                  <a:moveTo>
                    <a:pt x="11816" y="5572"/>
                  </a:moveTo>
                  <a:cubicBezTo>
                    <a:pt x="11951" y="5572"/>
                    <a:pt x="12060" y="5681"/>
                    <a:pt x="12060" y="5816"/>
                  </a:cubicBezTo>
                  <a:lnTo>
                    <a:pt x="12060" y="6981"/>
                  </a:lnTo>
                  <a:lnTo>
                    <a:pt x="10017" y="6981"/>
                  </a:lnTo>
                  <a:cubicBezTo>
                    <a:pt x="9921" y="6981"/>
                    <a:pt x="9836" y="7051"/>
                    <a:pt x="9828" y="7145"/>
                  </a:cubicBezTo>
                  <a:cubicBezTo>
                    <a:pt x="9819" y="7252"/>
                    <a:pt x="9903" y="7341"/>
                    <a:pt x="10007" y="7341"/>
                  </a:cubicBezTo>
                  <a:lnTo>
                    <a:pt x="12059" y="7341"/>
                  </a:lnTo>
                  <a:lnTo>
                    <a:pt x="12059" y="9242"/>
                  </a:lnTo>
                  <a:lnTo>
                    <a:pt x="8520" y="9242"/>
                  </a:lnTo>
                  <a:lnTo>
                    <a:pt x="8520" y="7341"/>
                  </a:lnTo>
                  <a:lnTo>
                    <a:pt x="9135" y="7341"/>
                  </a:lnTo>
                  <a:cubicBezTo>
                    <a:pt x="9231" y="7341"/>
                    <a:pt x="9316" y="7272"/>
                    <a:pt x="9324" y="7178"/>
                  </a:cubicBezTo>
                  <a:cubicBezTo>
                    <a:pt x="9333" y="7070"/>
                    <a:pt x="9249" y="6981"/>
                    <a:pt x="9144" y="6981"/>
                  </a:cubicBezTo>
                  <a:lnTo>
                    <a:pt x="8520" y="6981"/>
                  </a:lnTo>
                  <a:lnTo>
                    <a:pt x="8520" y="5816"/>
                  </a:lnTo>
                  <a:cubicBezTo>
                    <a:pt x="8520" y="5681"/>
                    <a:pt x="8629" y="5572"/>
                    <a:pt x="8763" y="5572"/>
                  </a:cubicBezTo>
                  <a:close/>
                  <a:moveTo>
                    <a:pt x="8126" y="7963"/>
                  </a:moveTo>
                  <a:lnTo>
                    <a:pt x="8126" y="10257"/>
                  </a:lnTo>
                  <a:lnTo>
                    <a:pt x="544" y="10257"/>
                  </a:lnTo>
                  <a:cubicBezTo>
                    <a:pt x="442" y="10257"/>
                    <a:pt x="361" y="10175"/>
                    <a:pt x="361" y="10074"/>
                  </a:cubicBezTo>
                  <a:lnTo>
                    <a:pt x="361" y="7963"/>
                  </a:lnTo>
                  <a:close/>
                  <a:moveTo>
                    <a:pt x="12059" y="9635"/>
                  </a:moveTo>
                  <a:lnTo>
                    <a:pt x="12059" y="11043"/>
                  </a:lnTo>
                  <a:lnTo>
                    <a:pt x="8520" y="11043"/>
                  </a:lnTo>
                  <a:lnTo>
                    <a:pt x="8520" y="9635"/>
                  </a:lnTo>
                  <a:close/>
                  <a:moveTo>
                    <a:pt x="12057" y="11436"/>
                  </a:moveTo>
                  <a:lnTo>
                    <a:pt x="12057" y="11980"/>
                  </a:lnTo>
                  <a:cubicBezTo>
                    <a:pt x="12059" y="12115"/>
                    <a:pt x="11950" y="12223"/>
                    <a:pt x="11815" y="12223"/>
                  </a:cubicBezTo>
                  <a:lnTo>
                    <a:pt x="8762" y="12223"/>
                  </a:lnTo>
                  <a:cubicBezTo>
                    <a:pt x="8627" y="12223"/>
                    <a:pt x="8519" y="12115"/>
                    <a:pt x="8519" y="11980"/>
                  </a:cubicBezTo>
                  <a:lnTo>
                    <a:pt x="8519" y="11436"/>
                  </a:lnTo>
                  <a:close/>
                  <a:moveTo>
                    <a:pt x="551" y="0"/>
                  </a:moveTo>
                  <a:cubicBezTo>
                    <a:pt x="247" y="0"/>
                    <a:pt x="0" y="247"/>
                    <a:pt x="0" y="550"/>
                  </a:cubicBezTo>
                  <a:lnTo>
                    <a:pt x="0" y="10065"/>
                  </a:lnTo>
                  <a:cubicBezTo>
                    <a:pt x="0" y="10369"/>
                    <a:pt x="247" y="10615"/>
                    <a:pt x="551" y="10615"/>
                  </a:cubicBezTo>
                  <a:lnTo>
                    <a:pt x="8157" y="10615"/>
                  </a:lnTo>
                  <a:lnTo>
                    <a:pt x="8157" y="11969"/>
                  </a:lnTo>
                  <a:cubicBezTo>
                    <a:pt x="8157" y="12306"/>
                    <a:pt x="8431" y="12580"/>
                    <a:pt x="8768" y="12580"/>
                  </a:cubicBezTo>
                  <a:lnTo>
                    <a:pt x="11805" y="12580"/>
                  </a:lnTo>
                  <a:cubicBezTo>
                    <a:pt x="12142" y="12580"/>
                    <a:pt x="12416" y="12306"/>
                    <a:pt x="12416" y="11969"/>
                  </a:cubicBezTo>
                  <a:lnTo>
                    <a:pt x="12416" y="5819"/>
                  </a:lnTo>
                  <a:cubicBezTo>
                    <a:pt x="12418" y="5486"/>
                    <a:pt x="12145" y="5211"/>
                    <a:pt x="11809" y="5211"/>
                  </a:cubicBezTo>
                  <a:lnTo>
                    <a:pt x="10616" y="5211"/>
                  </a:lnTo>
                  <a:lnTo>
                    <a:pt x="10616" y="552"/>
                  </a:lnTo>
                  <a:cubicBezTo>
                    <a:pt x="10616" y="248"/>
                    <a:pt x="10370" y="0"/>
                    <a:pt x="100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43"/>
            <p:cNvSpPr/>
            <p:nvPr/>
          </p:nvSpPr>
          <p:spPr>
            <a:xfrm>
              <a:off x="4288526" y="1086849"/>
              <a:ext cx="65579" cy="13714"/>
            </a:xfrm>
            <a:custGeom>
              <a:rect b="b" l="l" r="r" t="t"/>
              <a:pathLst>
                <a:path extrusionOk="0" h="362" w="1731">
                  <a:moveTo>
                    <a:pt x="198" y="1"/>
                  </a:moveTo>
                  <a:cubicBezTo>
                    <a:pt x="102" y="1"/>
                    <a:pt x="18" y="70"/>
                    <a:pt x="9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533" y="361"/>
                  </a:lnTo>
                  <a:cubicBezTo>
                    <a:pt x="1629" y="361"/>
                    <a:pt x="1714" y="291"/>
                    <a:pt x="1722" y="197"/>
                  </a:cubicBezTo>
                  <a:cubicBezTo>
                    <a:pt x="1731" y="90"/>
                    <a:pt x="1647" y="1"/>
                    <a:pt x="1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43"/>
            <p:cNvSpPr/>
            <p:nvPr/>
          </p:nvSpPr>
          <p:spPr>
            <a:xfrm>
              <a:off x="4237647" y="1086849"/>
              <a:ext cx="32846" cy="13714"/>
            </a:xfrm>
            <a:custGeom>
              <a:rect b="b" l="l" r="r" t="t"/>
              <a:pathLst>
                <a:path extrusionOk="0" h="362" w="867">
                  <a:moveTo>
                    <a:pt x="198" y="1"/>
                  </a:moveTo>
                  <a:cubicBezTo>
                    <a:pt x="102" y="1"/>
                    <a:pt x="17" y="70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669" y="361"/>
                  </a:lnTo>
                  <a:cubicBezTo>
                    <a:pt x="765" y="361"/>
                    <a:pt x="849" y="291"/>
                    <a:pt x="858" y="197"/>
                  </a:cubicBezTo>
                  <a:cubicBezTo>
                    <a:pt x="866" y="90"/>
                    <a:pt x="782" y="1"/>
                    <a:pt x="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43"/>
            <p:cNvSpPr/>
            <p:nvPr/>
          </p:nvSpPr>
          <p:spPr>
            <a:xfrm>
              <a:off x="4238594" y="1109239"/>
              <a:ext cx="114981" cy="13639"/>
            </a:xfrm>
            <a:custGeom>
              <a:rect b="b" l="l" r="r" t="t"/>
              <a:pathLst>
                <a:path extrusionOk="0" h="360" w="3035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0"/>
                    <a:pt x="84" y="360"/>
                    <a:pt x="189" y="360"/>
                  </a:cubicBezTo>
                  <a:lnTo>
                    <a:pt x="2837" y="360"/>
                  </a:lnTo>
                  <a:cubicBezTo>
                    <a:pt x="2933" y="360"/>
                    <a:pt x="3018" y="291"/>
                    <a:pt x="3026" y="197"/>
                  </a:cubicBezTo>
                  <a:cubicBezTo>
                    <a:pt x="3034" y="90"/>
                    <a:pt x="2951" y="1"/>
                    <a:pt x="28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43"/>
            <p:cNvSpPr/>
            <p:nvPr/>
          </p:nvSpPr>
          <p:spPr>
            <a:xfrm>
              <a:off x="4238139" y="1002442"/>
              <a:ext cx="54668" cy="49743"/>
            </a:xfrm>
            <a:custGeom>
              <a:rect b="b" l="l" r="r" t="t"/>
              <a:pathLst>
                <a:path extrusionOk="0" h="1313" w="1443">
                  <a:moveTo>
                    <a:pt x="1081" y="395"/>
                  </a:moveTo>
                  <a:lnTo>
                    <a:pt x="1081" y="951"/>
                  </a:lnTo>
                  <a:lnTo>
                    <a:pt x="360" y="951"/>
                  </a:lnTo>
                  <a:lnTo>
                    <a:pt x="360" y="395"/>
                  </a:lnTo>
                  <a:close/>
                  <a:moveTo>
                    <a:pt x="184" y="0"/>
                  </a:moveTo>
                  <a:cubicBezTo>
                    <a:pt x="81" y="0"/>
                    <a:pt x="1" y="84"/>
                    <a:pt x="1" y="188"/>
                  </a:cubicBezTo>
                  <a:lnTo>
                    <a:pt x="1" y="1128"/>
                  </a:lnTo>
                  <a:cubicBezTo>
                    <a:pt x="1" y="1230"/>
                    <a:pt x="82" y="1313"/>
                    <a:pt x="185" y="1313"/>
                  </a:cubicBezTo>
                  <a:lnTo>
                    <a:pt x="1258" y="1313"/>
                  </a:lnTo>
                  <a:cubicBezTo>
                    <a:pt x="1360" y="1313"/>
                    <a:pt x="1443" y="1230"/>
                    <a:pt x="1443" y="1128"/>
                  </a:cubicBezTo>
                  <a:lnTo>
                    <a:pt x="1443" y="186"/>
                  </a:lnTo>
                  <a:cubicBezTo>
                    <a:pt x="1443" y="83"/>
                    <a:pt x="1360" y="0"/>
                    <a:pt x="1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43"/>
            <p:cNvSpPr/>
            <p:nvPr/>
          </p:nvSpPr>
          <p:spPr>
            <a:xfrm>
              <a:off x="4300157" y="1002404"/>
              <a:ext cx="54706" cy="49743"/>
            </a:xfrm>
            <a:custGeom>
              <a:rect b="b" l="l" r="r" t="t"/>
              <a:pathLst>
                <a:path extrusionOk="0" h="1313" w="1444">
                  <a:moveTo>
                    <a:pt x="1084" y="396"/>
                  </a:moveTo>
                  <a:lnTo>
                    <a:pt x="1084" y="952"/>
                  </a:lnTo>
                  <a:lnTo>
                    <a:pt x="362" y="952"/>
                  </a:lnTo>
                  <a:lnTo>
                    <a:pt x="362" y="396"/>
                  </a:lnTo>
                  <a:close/>
                  <a:moveTo>
                    <a:pt x="186" y="0"/>
                  </a:moveTo>
                  <a:cubicBezTo>
                    <a:pt x="83" y="0"/>
                    <a:pt x="1" y="83"/>
                    <a:pt x="1" y="184"/>
                  </a:cubicBezTo>
                  <a:lnTo>
                    <a:pt x="1" y="1125"/>
                  </a:lnTo>
                  <a:cubicBezTo>
                    <a:pt x="1" y="1230"/>
                    <a:pt x="83" y="1312"/>
                    <a:pt x="184" y="1312"/>
                  </a:cubicBezTo>
                  <a:lnTo>
                    <a:pt x="1260" y="1312"/>
                  </a:lnTo>
                  <a:cubicBezTo>
                    <a:pt x="1361" y="1312"/>
                    <a:pt x="1444" y="1230"/>
                    <a:pt x="1444" y="1127"/>
                  </a:cubicBezTo>
                  <a:lnTo>
                    <a:pt x="1444" y="184"/>
                  </a:lnTo>
                  <a:cubicBezTo>
                    <a:pt x="1444" y="83"/>
                    <a:pt x="1361" y="0"/>
                    <a:pt x="12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44"/>
          <p:cNvSpPr txBox="1"/>
          <p:nvPr>
            <p:ph idx="1" type="subTitle"/>
          </p:nvPr>
        </p:nvSpPr>
        <p:spPr>
          <a:xfrm>
            <a:off x="852501" y="2002240"/>
            <a:ext cx="3372900" cy="6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the model with no examples.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for simple tasks.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Prompting Techniques</a:t>
            </a:r>
            <a:endParaRPr/>
          </a:p>
        </p:txBody>
      </p:sp>
      <p:sp>
        <p:nvSpPr>
          <p:cNvPr id="1682" name="Google Shape;1682;p44"/>
          <p:cNvSpPr txBox="1"/>
          <p:nvPr>
            <p:ph idx="7" type="subTitle"/>
          </p:nvPr>
        </p:nvSpPr>
        <p:spPr>
          <a:xfrm>
            <a:off x="720000" y="1432225"/>
            <a:ext cx="3947100" cy="6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Zero-Shot Prompting</a:t>
            </a:r>
            <a:endParaRPr/>
          </a:p>
        </p:txBody>
      </p:sp>
      <p:sp>
        <p:nvSpPr>
          <p:cNvPr id="1683" name="Google Shape;1683;p44"/>
          <p:cNvSpPr txBox="1"/>
          <p:nvPr>
            <p:ph idx="3" type="subTitle"/>
          </p:nvPr>
        </p:nvSpPr>
        <p:spPr>
          <a:xfrm>
            <a:off x="720000" y="3821575"/>
            <a:ext cx="3372900" cy="6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the model to “show reasoning step-by-step”.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Helpful for logic problems.</a:t>
            </a:r>
            <a:endParaRPr/>
          </a:p>
        </p:txBody>
      </p:sp>
      <p:sp>
        <p:nvSpPr>
          <p:cNvPr id="1684" name="Google Shape;1684;p44"/>
          <p:cNvSpPr txBox="1"/>
          <p:nvPr>
            <p:ph idx="5" type="subTitle"/>
          </p:nvPr>
        </p:nvSpPr>
        <p:spPr>
          <a:xfrm>
            <a:off x="5058692" y="1853964"/>
            <a:ext cx="3789300" cy="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Provide 2–3 examples.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Improves consistency.</a:t>
            </a:r>
            <a:endParaRPr/>
          </a:p>
        </p:txBody>
      </p:sp>
      <p:sp>
        <p:nvSpPr>
          <p:cNvPr id="1685" name="Google Shape;1685;p44"/>
          <p:cNvSpPr txBox="1"/>
          <p:nvPr>
            <p:ph idx="6" type="subTitle"/>
          </p:nvPr>
        </p:nvSpPr>
        <p:spPr>
          <a:xfrm>
            <a:off x="5058692" y="3879159"/>
            <a:ext cx="3789300" cy="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 retrieved text into the prompt.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Reduces hallucinations dramatically.</a:t>
            </a:r>
            <a:endParaRPr/>
          </a:p>
        </p:txBody>
      </p:sp>
      <p:sp>
        <p:nvSpPr>
          <p:cNvPr id="1686" name="Google Shape;1686;p44"/>
          <p:cNvSpPr txBox="1"/>
          <p:nvPr>
            <p:ph idx="9" type="subTitle"/>
          </p:nvPr>
        </p:nvSpPr>
        <p:spPr>
          <a:xfrm>
            <a:off x="720000" y="3411077"/>
            <a:ext cx="3313800" cy="49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Chain-of-Thought Prompting</a:t>
            </a:r>
            <a:endParaRPr/>
          </a:p>
        </p:txBody>
      </p:sp>
      <p:sp>
        <p:nvSpPr>
          <p:cNvPr id="1687" name="Google Shape;1687;p44"/>
          <p:cNvSpPr txBox="1"/>
          <p:nvPr>
            <p:ph idx="14" type="subTitle"/>
          </p:nvPr>
        </p:nvSpPr>
        <p:spPr>
          <a:xfrm>
            <a:off x="5058695" y="1428857"/>
            <a:ext cx="3789300" cy="5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Few-Shot Prompting</a:t>
            </a:r>
            <a:endParaRPr/>
          </a:p>
        </p:txBody>
      </p:sp>
      <p:sp>
        <p:nvSpPr>
          <p:cNvPr id="1688" name="Google Shape;1688;p44"/>
          <p:cNvSpPr txBox="1"/>
          <p:nvPr>
            <p:ph idx="15" type="subTitle"/>
          </p:nvPr>
        </p:nvSpPr>
        <p:spPr>
          <a:xfrm>
            <a:off x="5058695" y="3454066"/>
            <a:ext cx="3789300" cy="5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Retrieval-Augmented Prompting</a:t>
            </a:r>
            <a:endParaRPr/>
          </a:p>
        </p:txBody>
      </p:sp>
      <p:grpSp>
        <p:nvGrpSpPr>
          <p:cNvPr id="1689" name="Google Shape;1689;p44"/>
          <p:cNvGrpSpPr/>
          <p:nvPr/>
        </p:nvGrpSpPr>
        <p:grpSpPr>
          <a:xfrm>
            <a:off x="838692" y="2761655"/>
            <a:ext cx="299492" cy="340983"/>
            <a:chOff x="742339" y="1436604"/>
            <a:chExt cx="418402" cy="476366"/>
          </a:xfrm>
        </p:grpSpPr>
        <p:sp>
          <p:nvSpPr>
            <p:cNvPr id="1690" name="Google Shape;1690;p44"/>
            <p:cNvSpPr/>
            <p:nvPr/>
          </p:nvSpPr>
          <p:spPr>
            <a:xfrm>
              <a:off x="836180" y="1697442"/>
              <a:ext cx="98615" cy="215528"/>
            </a:xfrm>
            <a:custGeom>
              <a:rect b="b" l="l" r="r" t="t"/>
              <a:pathLst>
                <a:path extrusionOk="0" h="5689" w="2603">
                  <a:moveTo>
                    <a:pt x="205" y="0"/>
                  </a:moveTo>
                  <a:cubicBezTo>
                    <a:pt x="168" y="0"/>
                    <a:pt x="130" y="12"/>
                    <a:pt x="98" y="36"/>
                  </a:cubicBezTo>
                  <a:cubicBezTo>
                    <a:pt x="17" y="96"/>
                    <a:pt x="0" y="209"/>
                    <a:pt x="61" y="290"/>
                  </a:cubicBezTo>
                  <a:lnTo>
                    <a:pt x="931" y="1459"/>
                  </a:lnTo>
                  <a:lnTo>
                    <a:pt x="931" y="4503"/>
                  </a:lnTo>
                  <a:cubicBezTo>
                    <a:pt x="931" y="4560"/>
                    <a:pt x="957" y="4613"/>
                    <a:pt x="1004" y="4649"/>
                  </a:cubicBezTo>
                  <a:lnTo>
                    <a:pt x="2310" y="5650"/>
                  </a:lnTo>
                  <a:cubicBezTo>
                    <a:pt x="2342" y="5675"/>
                    <a:pt x="2382" y="5689"/>
                    <a:pt x="2421" y="5689"/>
                  </a:cubicBezTo>
                  <a:cubicBezTo>
                    <a:pt x="2522" y="5689"/>
                    <a:pt x="2603" y="5607"/>
                    <a:pt x="2603" y="5507"/>
                  </a:cubicBezTo>
                  <a:lnTo>
                    <a:pt x="2603" y="4240"/>
                  </a:lnTo>
                  <a:cubicBezTo>
                    <a:pt x="2602" y="4141"/>
                    <a:pt x="2522" y="4060"/>
                    <a:pt x="2423" y="4060"/>
                  </a:cubicBezTo>
                  <a:cubicBezTo>
                    <a:pt x="2323" y="4060"/>
                    <a:pt x="2241" y="4141"/>
                    <a:pt x="2241" y="4240"/>
                  </a:cubicBezTo>
                  <a:lnTo>
                    <a:pt x="2241" y="5137"/>
                  </a:lnTo>
                  <a:lnTo>
                    <a:pt x="1292" y="4408"/>
                  </a:lnTo>
                  <a:lnTo>
                    <a:pt x="1292" y="1398"/>
                  </a:lnTo>
                  <a:cubicBezTo>
                    <a:pt x="1292" y="1359"/>
                    <a:pt x="1278" y="1322"/>
                    <a:pt x="1256" y="1291"/>
                  </a:cubicBezTo>
                  <a:lnTo>
                    <a:pt x="350" y="73"/>
                  </a:lnTo>
                  <a:cubicBezTo>
                    <a:pt x="314" y="26"/>
                    <a:pt x="260" y="0"/>
                    <a:pt x="2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44"/>
            <p:cNvSpPr/>
            <p:nvPr/>
          </p:nvSpPr>
          <p:spPr>
            <a:xfrm>
              <a:off x="818487" y="1437664"/>
              <a:ext cx="25686" cy="55502"/>
            </a:xfrm>
            <a:custGeom>
              <a:rect b="b" l="l" r="r" t="t"/>
              <a:pathLst>
                <a:path extrusionOk="0" h="1465" w="678">
                  <a:moveTo>
                    <a:pt x="196" y="1"/>
                  </a:moveTo>
                  <a:cubicBezTo>
                    <a:pt x="181" y="1"/>
                    <a:pt x="168" y="6"/>
                    <a:pt x="158" y="16"/>
                  </a:cubicBezTo>
                  <a:cubicBezTo>
                    <a:pt x="0" y="172"/>
                    <a:pt x="109" y="362"/>
                    <a:pt x="261" y="362"/>
                  </a:cubicBezTo>
                  <a:lnTo>
                    <a:pt x="316" y="362"/>
                  </a:lnTo>
                  <a:lnTo>
                    <a:pt x="316" y="1350"/>
                  </a:lnTo>
                  <a:cubicBezTo>
                    <a:pt x="316" y="1363"/>
                    <a:pt x="322" y="1378"/>
                    <a:pt x="332" y="1387"/>
                  </a:cubicBezTo>
                  <a:cubicBezTo>
                    <a:pt x="386" y="1442"/>
                    <a:pt x="444" y="1465"/>
                    <a:pt x="497" y="1465"/>
                  </a:cubicBezTo>
                  <a:cubicBezTo>
                    <a:pt x="597" y="1465"/>
                    <a:pt x="678" y="1384"/>
                    <a:pt x="678" y="1285"/>
                  </a:cubicBezTo>
                  <a:lnTo>
                    <a:pt x="678" y="54"/>
                  </a:lnTo>
                  <a:cubicBezTo>
                    <a:pt x="678" y="26"/>
                    <a:pt x="655" y="1"/>
                    <a:pt x="6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44"/>
            <p:cNvSpPr/>
            <p:nvPr/>
          </p:nvSpPr>
          <p:spPr>
            <a:xfrm>
              <a:off x="875807" y="1510934"/>
              <a:ext cx="22996" cy="55502"/>
            </a:xfrm>
            <a:custGeom>
              <a:rect b="b" l="l" r="r" t="t"/>
              <a:pathLst>
                <a:path extrusionOk="0" h="1465" w="607">
                  <a:moveTo>
                    <a:pt x="198" y="0"/>
                  </a:moveTo>
                  <a:cubicBezTo>
                    <a:pt x="102" y="0"/>
                    <a:pt x="17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246" y="360"/>
                  </a:lnTo>
                  <a:lnTo>
                    <a:pt x="246" y="1283"/>
                  </a:lnTo>
                  <a:cubicBezTo>
                    <a:pt x="246" y="1385"/>
                    <a:pt x="326" y="1464"/>
                    <a:pt x="426" y="1464"/>
                  </a:cubicBezTo>
                  <a:cubicBezTo>
                    <a:pt x="525" y="1464"/>
                    <a:pt x="607" y="1383"/>
                    <a:pt x="607" y="1283"/>
                  </a:cubicBezTo>
                  <a:lnTo>
                    <a:pt x="607" y="183"/>
                  </a:lnTo>
                  <a:cubicBezTo>
                    <a:pt x="607" y="82"/>
                    <a:pt x="524" y="0"/>
                    <a:pt x="4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44"/>
            <p:cNvSpPr/>
            <p:nvPr/>
          </p:nvSpPr>
          <p:spPr>
            <a:xfrm>
              <a:off x="909108" y="1437664"/>
              <a:ext cx="25686" cy="55502"/>
            </a:xfrm>
            <a:custGeom>
              <a:rect b="b" l="l" r="r" t="t"/>
              <a:pathLst>
                <a:path extrusionOk="0" h="1465" w="678">
                  <a:moveTo>
                    <a:pt x="196" y="1"/>
                  </a:moveTo>
                  <a:cubicBezTo>
                    <a:pt x="181" y="1"/>
                    <a:pt x="168" y="6"/>
                    <a:pt x="158" y="16"/>
                  </a:cubicBezTo>
                  <a:cubicBezTo>
                    <a:pt x="0" y="172"/>
                    <a:pt x="108" y="362"/>
                    <a:pt x="260" y="362"/>
                  </a:cubicBezTo>
                  <a:lnTo>
                    <a:pt x="316" y="362"/>
                  </a:lnTo>
                  <a:lnTo>
                    <a:pt x="316" y="1350"/>
                  </a:lnTo>
                  <a:cubicBezTo>
                    <a:pt x="316" y="1363"/>
                    <a:pt x="322" y="1378"/>
                    <a:pt x="332" y="1387"/>
                  </a:cubicBezTo>
                  <a:cubicBezTo>
                    <a:pt x="386" y="1442"/>
                    <a:pt x="444" y="1464"/>
                    <a:pt x="497" y="1464"/>
                  </a:cubicBezTo>
                  <a:cubicBezTo>
                    <a:pt x="597" y="1464"/>
                    <a:pt x="678" y="1384"/>
                    <a:pt x="678" y="1284"/>
                  </a:cubicBezTo>
                  <a:lnTo>
                    <a:pt x="678" y="54"/>
                  </a:lnTo>
                  <a:cubicBezTo>
                    <a:pt x="678" y="25"/>
                    <a:pt x="655" y="1"/>
                    <a:pt x="6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44"/>
            <p:cNvSpPr/>
            <p:nvPr/>
          </p:nvSpPr>
          <p:spPr>
            <a:xfrm>
              <a:off x="772116" y="1436604"/>
              <a:ext cx="38529" cy="58078"/>
            </a:xfrm>
            <a:custGeom>
              <a:rect b="b" l="l" r="r" t="t"/>
              <a:pathLst>
                <a:path extrusionOk="0" h="1533" w="1017">
                  <a:moveTo>
                    <a:pt x="510" y="349"/>
                  </a:moveTo>
                  <a:cubicBezTo>
                    <a:pt x="591" y="349"/>
                    <a:pt x="657" y="415"/>
                    <a:pt x="657" y="496"/>
                  </a:cubicBezTo>
                  <a:lnTo>
                    <a:pt x="657" y="1035"/>
                  </a:lnTo>
                  <a:cubicBezTo>
                    <a:pt x="657" y="1116"/>
                    <a:pt x="592" y="1183"/>
                    <a:pt x="510" y="1183"/>
                  </a:cubicBezTo>
                  <a:cubicBezTo>
                    <a:pt x="493" y="1183"/>
                    <a:pt x="477" y="1180"/>
                    <a:pt x="459" y="1174"/>
                  </a:cubicBezTo>
                  <a:cubicBezTo>
                    <a:pt x="401" y="1155"/>
                    <a:pt x="361" y="1097"/>
                    <a:pt x="361" y="1034"/>
                  </a:cubicBezTo>
                  <a:lnTo>
                    <a:pt x="361" y="498"/>
                  </a:lnTo>
                  <a:cubicBezTo>
                    <a:pt x="361" y="435"/>
                    <a:pt x="399" y="377"/>
                    <a:pt x="459" y="357"/>
                  </a:cubicBezTo>
                  <a:cubicBezTo>
                    <a:pt x="476" y="352"/>
                    <a:pt x="493" y="349"/>
                    <a:pt x="510" y="349"/>
                  </a:cubicBezTo>
                  <a:close/>
                  <a:moveTo>
                    <a:pt x="510" y="1"/>
                  </a:moveTo>
                  <a:cubicBezTo>
                    <a:pt x="502" y="1"/>
                    <a:pt x="494" y="1"/>
                    <a:pt x="486" y="1"/>
                  </a:cubicBezTo>
                  <a:cubicBezTo>
                    <a:pt x="212" y="14"/>
                    <a:pt x="1" y="250"/>
                    <a:pt x="1" y="525"/>
                  </a:cubicBezTo>
                  <a:lnTo>
                    <a:pt x="1" y="1027"/>
                  </a:lnTo>
                  <a:cubicBezTo>
                    <a:pt x="1" y="1305"/>
                    <a:pt x="229" y="1533"/>
                    <a:pt x="509" y="1533"/>
                  </a:cubicBezTo>
                  <a:cubicBezTo>
                    <a:pt x="789" y="1533"/>
                    <a:pt x="1017" y="1305"/>
                    <a:pt x="1017" y="1027"/>
                  </a:cubicBezTo>
                  <a:lnTo>
                    <a:pt x="1017" y="508"/>
                  </a:lnTo>
                  <a:cubicBezTo>
                    <a:pt x="1017" y="228"/>
                    <a:pt x="789" y="1"/>
                    <a:pt x="5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44"/>
            <p:cNvSpPr/>
            <p:nvPr/>
          </p:nvSpPr>
          <p:spPr>
            <a:xfrm>
              <a:off x="772116" y="1510025"/>
              <a:ext cx="38529" cy="58078"/>
            </a:xfrm>
            <a:custGeom>
              <a:rect b="b" l="l" r="r" t="t"/>
              <a:pathLst>
                <a:path extrusionOk="0" h="1533" w="1017">
                  <a:moveTo>
                    <a:pt x="510" y="349"/>
                  </a:moveTo>
                  <a:cubicBezTo>
                    <a:pt x="591" y="349"/>
                    <a:pt x="657" y="415"/>
                    <a:pt x="657" y="495"/>
                  </a:cubicBezTo>
                  <a:lnTo>
                    <a:pt x="657" y="1035"/>
                  </a:lnTo>
                  <a:cubicBezTo>
                    <a:pt x="657" y="1116"/>
                    <a:pt x="590" y="1181"/>
                    <a:pt x="509" y="1181"/>
                  </a:cubicBezTo>
                  <a:cubicBezTo>
                    <a:pt x="428" y="1181"/>
                    <a:pt x="361" y="1116"/>
                    <a:pt x="361" y="1035"/>
                  </a:cubicBezTo>
                  <a:lnTo>
                    <a:pt x="361" y="497"/>
                  </a:lnTo>
                  <a:cubicBezTo>
                    <a:pt x="361" y="435"/>
                    <a:pt x="399" y="377"/>
                    <a:pt x="459" y="357"/>
                  </a:cubicBezTo>
                  <a:cubicBezTo>
                    <a:pt x="476" y="351"/>
                    <a:pt x="493" y="349"/>
                    <a:pt x="510" y="349"/>
                  </a:cubicBezTo>
                  <a:close/>
                  <a:moveTo>
                    <a:pt x="510" y="0"/>
                  </a:moveTo>
                  <a:cubicBezTo>
                    <a:pt x="502" y="0"/>
                    <a:pt x="494" y="1"/>
                    <a:pt x="486" y="1"/>
                  </a:cubicBezTo>
                  <a:cubicBezTo>
                    <a:pt x="212" y="14"/>
                    <a:pt x="1" y="249"/>
                    <a:pt x="1" y="525"/>
                  </a:cubicBezTo>
                  <a:lnTo>
                    <a:pt x="1" y="1026"/>
                  </a:lnTo>
                  <a:cubicBezTo>
                    <a:pt x="1" y="1305"/>
                    <a:pt x="229" y="1532"/>
                    <a:pt x="509" y="1532"/>
                  </a:cubicBezTo>
                  <a:cubicBezTo>
                    <a:pt x="789" y="1532"/>
                    <a:pt x="1017" y="1305"/>
                    <a:pt x="1017" y="1026"/>
                  </a:cubicBezTo>
                  <a:lnTo>
                    <a:pt x="1017" y="508"/>
                  </a:lnTo>
                  <a:cubicBezTo>
                    <a:pt x="1017" y="228"/>
                    <a:pt x="789" y="0"/>
                    <a:pt x="5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44"/>
            <p:cNvSpPr/>
            <p:nvPr/>
          </p:nvSpPr>
          <p:spPr>
            <a:xfrm>
              <a:off x="825496" y="1509987"/>
              <a:ext cx="38491" cy="58078"/>
            </a:xfrm>
            <a:custGeom>
              <a:rect b="b" l="l" r="r" t="t"/>
              <a:pathLst>
                <a:path extrusionOk="0" h="1533" w="1016">
                  <a:moveTo>
                    <a:pt x="509" y="350"/>
                  </a:moveTo>
                  <a:cubicBezTo>
                    <a:pt x="590" y="350"/>
                    <a:pt x="655" y="416"/>
                    <a:pt x="655" y="496"/>
                  </a:cubicBezTo>
                  <a:lnTo>
                    <a:pt x="655" y="1036"/>
                  </a:lnTo>
                  <a:cubicBezTo>
                    <a:pt x="655" y="1117"/>
                    <a:pt x="590" y="1182"/>
                    <a:pt x="507" y="1182"/>
                  </a:cubicBezTo>
                  <a:cubicBezTo>
                    <a:pt x="427" y="1182"/>
                    <a:pt x="360" y="1117"/>
                    <a:pt x="360" y="1036"/>
                  </a:cubicBezTo>
                  <a:lnTo>
                    <a:pt x="360" y="498"/>
                  </a:lnTo>
                  <a:lnTo>
                    <a:pt x="361" y="498"/>
                  </a:lnTo>
                  <a:cubicBezTo>
                    <a:pt x="361" y="436"/>
                    <a:pt x="398" y="378"/>
                    <a:pt x="459" y="358"/>
                  </a:cubicBezTo>
                  <a:cubicBezTo>
                    <a:pt x="476" y="352"/>
                    <a:pt x="493" y="350"/>
                    <a:pt x="509" y="350"/>
                  </a:cubicBezTo>
                  <a:close/>
                  <a:moveTo>
                    <a:pt x="507" y="1"/>
                  </a:moveTo>
                  <a:cubicBezTo>
                    <a:pt x="229" y="1"/>
                    <a:pt x="0" y="228"/>
                    <a:pt x="0" y="507"/>
                  </a:cubicBezTo>
                  <a:lnTo>
                    <a:pt x="0" y="1008"/>
                  </a:lnTo>
                  <a:cubicBezTo>
                    <a:pt x="0" y="1282"/>
                    <a:pt x="210" y="1520"/>
                    <a:pt x="484" y="1532"/>
                  </a:cubicBezTo>
                  <a:cubicBezTo>
                    <a:pt x="492" y="1533"/>
                    <a:pt x="500" y="1533"/>
                    <a:pt x="509" y="1533"/>
                  </a:cubicBezTo>
                  <a:cubicBezTo>
                    <a:pt x="788" y="1533"/>
                    <a:pt x="1015" y="1305"/>
                    <a:pt x="1015" y="1025"/>
                  </a:cubicBezTo>
                  <a:lnTo>
                    <a:pt x="1015" y="507"/>
                  </a:lnTo>
                  <a:cubicBezTo>
                    <a:pt x="1015" y="227"/>
                    <a:pt x="788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44"/>
            <p:cNvSpPr/>
            <p:nvPr/>
          </p:nvSpPr>
          <p:spPr>
            <a:xfrm>
              <a:off x="913655" y="1509987"/>
              <a:ext cx="38529" cy="58078"/>
            </a:xfrm>
            <a:custGeom>
              <a:rect b="b" l="l" r="r" t="t"/>
              <a:pathLst>
                <a:path extrusionOk="0" h="1533" w="1017">
                  <a:moveTo>
                    <a:pt x="506" y="350"/>
                  </a:moveTo>
                  <a:cubicBezTo>
                    <a:pt x="589" y="350"/>
                    <a:pt x="655" y="416"/>
                    <a:pt x="655" y="496"/>
                  </a:cubicBezTo>
                  <a:lnTo>
                    <a:pt x="655" y="1036"/>
                  </a:lnTo>
                  <a:cubicBezTo>
                    <a:pt x="655" y="1117"/>
                    <a:pt x="589" y="1182"/>
                    <a:pt x="506" y="1182"/>
                  </a:cubicBezTo>
                  <a:cubicBezTo>
                    <a:pt x="426" y="1182"/>
                    <a:pt x="359" y="1117"/>
                    <a:pt x="359" y="1036"/>
                  </a:cubicBezTo>
                  <a:lnTo>
                    <a:pt x="359" y="496"/>
                  </a:lnTo>
                  <a:cubicBezTo>
                    <a:pt x="359" y="416"/>
                    <a:pt x="426" y="350"/>
                    <a:pt x="506" y="350"/>
                  </a:cubicBezTo>
                  <a:close/>
                  <a:moveTo>
                    <a:pt x="508" y="0"/>
                  </a:moveTo>
                  <a:cubicBezTo>
                    <a:pt x="228" y="0"/>
                    <a:pt x="1" y="229"/>
                    <a:pt x="1" y="507"/>
                  </a:cubicBezTo>
                  <a:lnTo>
                    <a:pt x="1" y="1025"/>
                  </a:lnTo>
                  <a:cubicBezTo>
                    <a:pt x="1" y="1306"/>
                    <a:pt x="228" y="1532"/>
                    <a:pt x="509" y="1532"/>
                  </a:cubicBezTo>
                  <a:cubicBezTo>
                    <a:pt x="788" y="1532"/>
                    <a:pt x="1017" y="1305"/>
                    <a:pt x="1017" y="1025"/>
                  </a:cubicBezTo>
                  <a:lnTo>
                    <a:pt x="1017" y="525"/>
                  </a:lnTo>
                  <a:cubicBezTo>
                    <a:pt x="1017" y="250"/>
                    <a:pt x="807" y="14"/>
                    <a:pt x="532" y="1"/>
                  </a:cubicBezTo>
                  <a:cubicBezTo>
                    <a:pt x="524" y="1"/>
                    <a:pt x="516" y="0"/>
                    <a:pt x="5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44"/>
            <p:cNvSpPr/>
            <p:nvPr/>
          </p:nvSpPr>
          <p:spPr>
            <a:xfrm>
              <a:off x="860275" y="1436604"/>
              <a:ext cx="38529" cy="58078"/>
            </a:xfrm>
            <a:custGeom>
              <a:rect b="b" l="l" r="r" t="t"/>
              <a:pathLst>
                <a:path extrusionOk="0" h="1533" w="1017">
                  <a:moveTo>
                    <a:pt x="509" y="349"/>
                  </a:moveTo>
                  <a:cubicBezTo>
                    <a:pt x="590" y="349"/>
                    <a:pt x="657" y="415"/>
                    <a:pt x="657" y="496"/>
                  </a:cubicBezTo>
                  <a:lnTo>
                    <a:pt x="657" y="1035"/>
                  </a:lnTo>
                  <a:cubicBezTo>
                    <a:pt x="657" y="1117"/>
                    <a:pt x="591" y="1182"/>
                    <a:pt x="509" y="1182"/>
                  </a:cubicBezTo>
                  <a:cubicBezTo>
                    <a:pt x="427" y="1182"/>
                    <a:pt x="360" y="1117"/>
                    <a:pt x="360" y="1035"/>
                  </a:cubicBezTo>
                  <a:lnTo>
                    <a:pt x="360" y="496"/>
                  </a:lnTo>
                  <a:cubicBezTo>
                    <a:pt x="360" y="415"/>
                    <a:pt x="426" y="349"/>
                    <a:pt x="509" y="349"/>
                  </a:cubicBezTo>
                  <a:close/>
                  <a:moveTo>
                    <a:pt x="509" y="1"/>
                  </a:moveTo>
                  <a:cubicBezTo>
                    <a:pt x="230" y="1"/>
                    <a:pt x="2" y="228"/>
                    <a:pt x="2" y="508"/>
                  </a:cubicBezTo>
                  <a:lnTo>
                    <a:pt x="2" y="1027"/>
                  </a:lnTo>
                  <a:cubicBezTo>
                    <a:pt x="1" y="1305"/>
                    <a:pt x="228" y="1533"/>
                    <a:pt x="509" y="1533"/>
                  </a:cubicBezTo>
                  <a:cubicBezTo>
                    <a:pt x="789" y="1533"/>
                    <a:pt x="1017" y="1305"/>
                    <a:pt x="1017" y="1027"/>
                  </a:cubicBezTo>
                  <a:lnTo>
                    <a:pt x="1017" y="525"/>
                  </a:lnTo>
                  <a:cubicBezTo>
                    <a:pt x="1017" y="252"/>
                    <a:pt x="807" y="14"/>
                    <a:pt x="533" y="1"/>
                  </a:cubicBezTo>
                  <a:cubicBezTo>
                    <a:pt x="525" y="1"/>
                    <a:pt x="517" y="1"/>
                    <a:pt x="5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44"/>
            <p:cNvSpPr/>
            <p:nvPr/>
          </p:nvSpPr>
          <p:spPr>
            <a:xfrm>
              <a:off x="954608" y="1436604"/>
              <a:ext cx="38529" cy="58078"/>
            </a:xfrm>
            <a:custGeom>
              <a:rect b="b" l="l" r="r" t="t"/>
              <a:pathLst>
                <a:path extrusionOk="0" h="1533" w="1017">
                  <a:moveTo>
                    <a:pt x="508" y="349"/>
                  </a:moveTo>
                  <a:cubicBezTo>
                    <a:pt x="590" y="349"/>
                    <a:pt x="656" y="415"/>
                    <a:pt x="656" y="496"/>
                  </a:cubicBezTo>
                  <a:lnTo>
                    <a:pt x="656" y="1035"/>
                  </a:lnTo>
                  <a:cubicBezTo>
                    <a:pt x="656" y="1117"/>
                    <a:pt x="591" y="1182"/>
                    <a:pt x="508" y="1182"/>
                  </a:cubicBezTo>
                  <a:cubicBezTo>
                    <a:pt x="427" y="1182"/>
                    <a:pt x="361" y="1117"/>
                    <a:pt x="361" y="1035"/>
                  </a:cubicBezTo>
                  <a:lnTo>
                    <a:pt x="361" y="496"/>
                  </a:lnTo>
                  <a:cubicBezTo>
                    <a:pt x="361" y="415"/>
                    <a:pt x="426" y="349"/>
                    <a:pt x="508" y="349"/>
                  </a:cubicBezTo>
                  <a:close/>
                  <a:moveTo>
                    <a:pt x="509" y="1"/>
                  </a:moveTo>
                  <a:cubicBezTo>
                    <a:pt x="229" y="1"/>
                    <a:pt x="2" y="228"/>
                    <a:pt x="2" y="508"/>
                  </a:cubicBezTo>
                  <a:lnTo>
                    <a:pt x="2" y="1027"/>
                  </a:lnTo>
                  <a:cubicBezTo>
                    <a:pt x="0" y="1305"/>
                    <a:pt x="229" y="1533"/>
                    <a:pt x="508" y="1533"/>
                  </a:cubicBezTo>
                  <a:cubicBezTo>
                    <a:pt x="789" y="1533"/>
                    <a:pt x="1016" y="1305"/>
                    <a:pt x="1016" y="1027"/>
                  </a:cubicBezTo>
                  <a:lnTo>
                    <a:pt x="1016" y="525"/>
                  </a:lnTo>
                  <a:cubicBezTo>
                    <a:pt x="1016" y="252"/>
                    <a:pt x="807" y="14"/>
                    <a:pt x="534" y="1"/>
                  </a:cubicBezTo>
                  <a:cubicBezTo>
                    <a:pt x="525" y="1"/>
                    <a:pt x="517" y="1"/>
                    <a:pt x="5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44"/>
            <p:cNvSpPr/>
            <p:nvPr/>
          </p:nvSpPr>
          <p:spPr>
            <a:xfrm>
              <a:off x="742339" y="1479944"/>
              <a:ext cx="418402" cy="352937"/>
            </a:xfrm>
            <a:custGeom>
              <a:rect b="b" l="l" r="r" t="t"/>
              <a:pathLst>
                <a:path extrusionOk="0" h="9316" w="11044">
                  <a:moveTo>
                    <a:pt x="5751" y="2983"/>
                  </a:moveTo>
                  <a:cubicBezTo>
                    <a:pt x="5763" y="3147"/>
                    <a:pt x="5901" y="3277"/>
                    <a:pt x="6070" y="3277"/>
                  </a:cubicBezTo>
                  <a:lnTo>
                    <a:pt x="6428" y="3277"/>
                  </a:lnTo>
                  <a:cubicBezTo>
                    <a:pt x="6470" y="3414"/>
                    <a:pt x="6525" y="3548"/>
                    <a:pt x="6593" y="3675"/>
                  </a:cubicBezTo>
                  <a:lnTo>
                    <a:pt x="6531" y="3735"/>
                  </a:lnTo>
                  <a:lnTo>
                    <a:pt x="729" y="3735"/>
                  </a:lnTo>
                  <a:cubicBezTo>
                    <a:pt x="527" y="3735"/>
                    <a:pt x="362" y="3570"/>
                    <a:pt x="362" y="3367"/>
                  </a:cubicBezTo>
                  <a:lnTo>
                    <a:pt x="362" y="3116"/>
                  </a:lnTo>
                  <a:cubicBezTo>
                    <a:pt x="362" y="3043"/>
                    <a:pt x="422" y="2983"/>
                    <a:pt x="496" y="2983"/>
                  </a:cubicBezTo>
                  <a:close/>
                  <a:moveTo>
                    <a:pt x="8620" y="360"/>
                  </a:moveTo>
                  <a:lnTo>
                    <a:pt x="8620" y="869"/>
                  </a:lnTo>
                  <a:cubicBezTo>
                    <a:pt x="8620" y="955"/>
                    <a:pt x="8681" y="1031"/>
                    <a:pt x="8764" y="1048"/>
                  </a:cubicBezTo>
                  <a:cubicBezTo>
                    <a:pt x="8956" y="1090"/>
                    <a:pt x="9139" y="1165"/>
                    <a:pt x="9307" y="1267"/>
                  </a:cubicBezTo>
                  <a:cubicBezTo>
                    <a:pt x="9337" y="1286"/>
                    <a:pt x="9370" y="1294"/>
                    <a:pt x="9404" y="1294"/>
                  </a:cubicBezTo>
                  <a:cubicBezTo>
                    <a:pt x="9451" y="1294"/>
                    <a:pt x="9499" y="1277"/>
                    <a:pt x="9534" y="1242"/>
                  </a:cubicBezTo>
                  <a:lnTo>
                    <a:pt x="9843" y="942"/>
                  </a:lnTo>
                  <a:lnTo>
                    <a:pt x="10176" y="1266"/>
                  </a:lnTo>
                  <a:lnTo>
                    <a:pt x="9867" y="1567"/>
                  </a:lnTo>
                  <a:cubicBezTo>
                    <a:pt x="9808" y="1626"/>
                    <a:pt x="9797" y="1718"/>
                    <a:pt x="9843" y="1788"/>
                  </a:cubicBezTo>
                  <a:cubicBezTo>
                    <a:pt x="9949" y="1952"/>
                    <a:pt x="10024" y="2130"/>
                    <a:pt x="10069" y="2319"/>
                  </a:cubicBezTo>
                  <a:cubicBezTo>
                    <a:pt x="10087" y="2400"/>
                    <a:pt x="10163" y="2457"/>
                    <a:pt x="10247" y="2457"/>
                  </a:cubicBezTo>
                  <a:lnTo>
                    <a:pt x="10684" y="2457"/>
                  </a:lnTo>
                  <a:lnTo>
                    <a:pt x="10682" y="2916"/>
                  </a:lnTo>
                  <a:lnTo>
                    <a:pt x="10200" y="2916"/>
                  </a:lnTo>
                  <a:cubicBezTo>
                    <a:pt x="10116" y="2916"/>
                    <a:pt x="10044" y="2975"/>
                    <a:pt x="10027" y="3058"/>
                  </a:cubicBezTo>
                  <a:cubicBezTo>
                    <a:pt x="9986" y="3252"/>
                    <a:pt x="9911" y="3435"/>
                    <a:pt x="9808" y="3603"/>
                  </a:cubicBezTo>
                  <a:cubicBezTo>
                    <a:pt x="9762" y="3675"/>
                    <a:pt x="9773" y="3769"/>
                    <a:pt x="9833" y="3829"/>
                  </a:cubicBezTo>
                  <a:lnTo>
                    <a:pt x="10133" y="4138"/>
                  </a:lnTo>
                  <a:lnTo>
                    <a:pt x="9809" y="4472"/>
                  </a:lnTo>
                  <a:lnTo>
                    <a:pt x="9513" y="4169"/>
                  </a:lnTo>
                  <a:cubicBezTo>
                    <a:pt x="9477" y="4132"/>
                    <a:pt x="9430" y="4113"/>
                    <a:pt x="9382" y="4113"/>
                  </a:cubicBezTo>
                  <a:cubicBezTo>
                    <a:pt x="9347" y="4113"/>
                    <a:pt x="9312" y="4123"/>
                    <a:pt x="9281" y="4142"/>
                  </a:cubicBezTo>
                  <a:cubicBezTo>
                    <a:pt x="9120" y="4246"/>
                    <a:pt x="8945" y="4320"/>
                    <a:pt x="8760" y="4363"/>
                  </a:cubicBezTo>
                  <a:cubicBezTo>
                    <a:pt x="8677" y="4383"/>
                    <a:pt x="8619" y="4458"/>
                    <a:pt x="8619" y="4543"/>
                  </a:cubicBezTo>
                  <a:lnTo>
                    <a:pt x="8619" y="4980"/>
                  </a:lnTo>
                  <a:lnTo>
                    <a:pt x="8160" y="4980"/>
                  </a:lnTo>
                  <a:lnTo>
                    <a:pt x="8160" y="4606"/>
                  </a:lnTo>
                  <a:cubicBezTo>
                    <a:pt x="8160" y="4520"/>
                    <a:pt x="8101" y="4446"/>
                    <a:pt x="8019" y="4426"/>
                  </a:cubicBezTo>
                  <a:cubicBezTo>
                    <a:pt x="7822" y="4382"/>
                    <a:pt x="7634" y="4303"/>
                    <a:pt x="7463" y="4191"/>
                  </a:cubicBezTo>
                  <a:cubicBezTo>
                    <a:pt x="7432" y="4170"/>
                    <a:pt x="7398" y="4161"/>
                    <a:pt x="7364" y="4161"/>
                  </a:cubicBezTo>
                  <a:cubicBezTo>
                    <a:pt x="7316" y="4161"/>
                    <a:pt x="7268" y="4180"/>
                    <a:pt x="7232" y="4217"/>
                  </a:cubicBezTo>
                  <a:lnTo>
                    <a:pt x="6918" y="4539"/>
                  </a:lnTo>
                  <a:lnTo>
                    <a:pt x="6579" y="4191"/>
                  </a:lnTo>
                  <a:lnTo>
                    <a:pt x="6893" y="3869"/>
                  </a:lnTo>
                  <a:cubicBezTo>
                    <a:pt x="6955" y="3806"/>
                    <a:pt x="6965" y="3708"/>
                    <a:pt x="6918" y="3631"/>
                  </a:cubicBezTo>
                  <a:cubicBezTo>
                    <a:pt x="6809" y="3456"/>
                    <a:pt x="6733" y="3267"/>
                    <a:pt x="6689" y="3064"/>
                  </a:cubicBezTo>
                  <a:cubicBezTo>
                    <a:pt x="6670" y="2977"/>
                    <a:pt x="6594" y="2915"/>
                    <a:pt x="6508" y="2915"/>
                  </a:cubicBezTo>
                  <a:lnTo>
                    <a:pt x="6064" y="2915"/>
                  </a:lnTo>
                  <a:lnTo>
                    <a:pt x="6064" y="2424"/>
                  </a:lnTo>
                  <a:lnTo>
                    <a:pt x="6579" y="2424"/>
                  </a:lnTo>
                  <a:cubicBezTo>
                    <a:pt x="6662" y="2424"/>
                    <a:pt x="6735" y="2365"/>
                    <a:pt x="6751" y="2281"/>
                  </a:cubicBezTo>
                  <a:cubicBezTo>
                    <a:pt x="6793" y="2087"/>
                    <a:pt x="6869" y="1904"/>
                    <a:pt x="6971" y="1737"/>
                  </a:cubicBezTo>
                  <a:cubicBezTo>
                    <a:pt x="7016" y="1664"/>
                    <a:pt x="7006" y="1570"/>
                    <a:pt x="6947" y="1509"/>
                  </a:cubicBezTo>
                  <a:lnTo>
                    <a:pt x="6646" y="1200"/>
                  </a:lnTo>
                  <a:lnTo>
                    <a:pt x="6970" y="866"/>
                  </a:lnTo>
                  <a:lnTo>
                    <a:pt x="7272" y="1176"/>
                  </a:lnTo>
                  <a:cubicBezTo>
                    <a:pt x="7306" y="1211"/>
                    <a:pt x="7351" y="1229"/>
                    <a:pt x="7397" y="1229"/>
                  </a:cubicBezTo>
                  <a:cubicBezTo>
                    <a:pt x="7430" y="1229"/>
                    <a:pt x="7463" y="1220"/>
                    <a:pt x="7493" y="1200"/>
                  </a:cubicBezTo>
                  <a:cubicBezTo>
                    <a:pt x="7656" y="1095"/>
                    <a:pt x="7834" y="1019"/>
                    <a:pt x="8023" y="975"/>
                  </a:cubicBezTo>
                  <a:cubicBezTo>
                    <a:pt x="8105" y="957"/>
                    <a:pt x="8162" y="882"/>
                    <a:pt x="8162" y="797"/>
                  </a:cubicBezTo>
                  <a:lnTo>
                    <a:pt x="8162" y="360"/>
                  </a:lnTo>
                  <a:close/>
                  <a:moveTo>
                    <a:pt x="8080" y="0"/>
                  </a:moveTo>
                  <a:cubicBezTo>
                    <a:pt x="7907" y="0"/>
                    <a:pt x="7765" y="141"/>
                    <a:pt x="7765" y="315"/>
                  </a:cubicBezTo>
                  <a:lnTo>
                    <a:pt x="7765" y="663"/>
                  </a:lnTo>
                  <a:cubicBezTo>
                    <a:pt x="7630" y="703"/>
                    <a:pt x="7499" y="757"/>
                    <a:pt x="7375" y="825"/>
                  </a:cubicBezTo>
                  <a:lnTo>
                    <a:pt x="7133" y="582"/>
                  </a:lnTo>
                  <a:cubicBezTo>
                    <a:pt x="7091" y="540"/>
                    <a:pt x="7039" y="508"/>
                    <a:pt x="6982" y="495"/>
                  </a:cubicBezTo>
                  <a:cubicBezTo>
                    <a:pt x="6956" y="489"/>
                    <a:pt x="6931" y="486"/>
                    <a:pt x="6906" y="486"/>
                  </a:cubicBezTo>
                  <a:cubicBezTo>
                    <a:pt x="6823" y="486"/>
                    <a:pt x="6744" y="519"/>
                    <a:pt x="6685" y="577"/>
                  </a:cubicBezTo>
                  <a:lnTo>
                    <a:pt x="6278" y="985"/>
                  </a:lnTo>
                  <a:cubicBezTo>
                    <a:pt x="6219" y="1043"/>
                    <a:pt x="6186" y="1122"/>
                    <a:pt x="6186" y="1206"/>
                  </a:cubicBezTo>
                  <a:cubicBezTo>
                    <a:pt x="6186" y="1289"/>
                    <a:pt x="6219" y="1368"/>
                    <a:pt x="6278" y="1428"/>
                  </a:cubicBezTo>
                  <a:lnTo>
                    <a:pt x="6524" y="1674"/>
                  </a:lnTo>
                  <a:cubicBezTo>
                    <a:pt x="6457" y="1797"/>
                    <a:pt x="6403" y="1928"/>
                    <a:pt x="6362" y="2063"/>
                  </a:cubicBezTo>
                  <a:lnTo>
                    <a:pt x="6016" y="2063"/>
                  </a:lnTo>
                  <a:cubicBezTo>
                    <a:pt x="5842" y="2063"/>
                    <a:pt x="5701" y="2205"/>
                    <a:pt x="5701" y="2379"/>
                  </a:cubicBezTo>
                  <a:lnTo>
                    <a:pt x="5701" y="2622"/>
                  </a:lnTo>
                  <a:lnTo>
                    <a:pt x="502" y="2622"/>
                  </a:lnTo>
                  <a:cubicBezTo>
                    <a:pt x="225" y="2622"/>
                    <a:pt x="0" y="2845"/>
                    <a:pt x="0" y="3122"/>
                  </a:cubicBezTo>
                  <a:lnTo>
                    <a:pt x="0" y="3360"/>
                  </a:lnTo>
                  <a:cubicBezTo>
                    <a:pt x="0" y="3766"/>
                    <a:pt x="330" y="4095"/>
                    <a:pt x="736" y="4095"/>
                  </a:cubicBezTo>
                  <a:lnTo>
                    <a:pt x="1106" y="4095"/>
                  </a:lnTo>
                  <a:lnTo>
                    <a:pt x="2019" y="5335"/>
                  </a:lnTo>
                  <a:cubicBezTo>
                    <a:pt x="2055" y="5383"/>
                    <a:pt x="2111" y="5409"/>
                    <a:pt x="2167" y="5409"/>
                  </a:cubicBezTo>
                  <a:cubicBezTo>
                    <a:pt x="2205" y="5409"/>
                    <a:pt x="2244" y="5397"/>
                    <a:pt x="2277" y="5373"/>
                  </a:cubicBezTo>
                  <a:cubicBezTo>
                    <a:pt x="2358" y="5313"/>
                    <a:pt x="2376" y="5198"/>
                    <a:pt x="2315" y="5116"/>
                  </a:cubicBezTo>
                  <a:lnTo>
                    <a:pt x="1566" y="4096"/>
                  </a:lnTo>
                  <a:lnTo>
                    <a:pt x="6183" y="4096"/>
                  </a:lnTo>
                  <a:cubicBezTo>
                    <a:pt x="6169" y="4205"/>
                    <a:pt x="6199" y="4304"/>
                    <a:pt x="6272" y="4377"/>
                  </a:cubicBezTo>
                  <a:lnTo>
                    <a:pt x="6549" y="4654"/>
                  </a:lnTo>
                  <a:lnTo>
                    <a:pt x="4769" y="7047"/>
                  </a:lnTo>
                  <a:cubicBezTo>
                    <a:pt x="4745" y="7078"/>
                    <a:pt x="4732" y="7117"/>
                    <a:pt x="4751" y="7157"/>
                  </a:cubicBezTo>
                  <a:lnTo>
                    <a:pt x="4751" y="9132"/>
                  </a:lnTo>
                  <a:cubicBezTo>
                    <a:pt x="4733" y="9234"/>
                    <a:pt x="4814" y="9315"/>
                    <a:pt x="4916" y="9315"/>
                  </a:cubicBezTo>
                  <a:cubicBezTo>
                    <a:pt x="5018" y="9315"/>
                    <a:pt x="5111" y="9132"/>
                    <a:pt x="5111" y="9132"/>
                  </a:cubicBezTo>
                  <a:lnTo>
                    <a:pt x="5111" y="7225"/>
                  </a:lnTo>
                  <a:lnTo>
                    <a:pt x="6846" y="4881"/>
                  </a:lnTo>
                  <a:cubicBezTo>
                    <a:pt x="6866" y="4885"/>
                    <a:pt x="6886" y="4887"/>
                    <a:pt x="6906" y="4887"/>
                  </a:cubicBezTo>
                  <a:cubicBezTo>
                    <a:pt x="6986" y="4887"/>
                    <a:pt x="7067" y="4856"/>
                    <a:pt x="7127" y="4794"/>
                  </a:cubicBezTo>
                  <a:lnTo>
                    <a:pt x="7373" y="4547"/>
                  </a:lnTo>
                  <a:cubicBezTo>
                    <a:pt x="7498" y="4615"/>
                    <a:pt x="7629" y="4669"/>
                    <a:pt x="7765" y="4709"/>
                  </a:cubicBezTo>
                  <a:lnTo>
                    <a:pt x="7765" y="5060"/>
                  </a:lnTo>
                  <a:cubicBezTo>
                    <a:pt x="7765" y="5235"/>
                    <a:pt x="7907" y="5376"/>
                    <a:pt x="8080" y="5376"/>
                  </a:cubicBezTo>
                  <a:lnTo>
                    <a:pt x="8662" y="5376"/>
                  </a:lnTo>
                  <a:cubicBezTo>
                    <a:pt x="8836" y="5376"/>
                    <a:pt x="8977" y="5235"/>
                    <a:pt x="8977" y="5060"/>
                  </a:cubicBezTo>
                  <a:lnTo>
                    <a:pt x="8977" y="4714"/>
                  </a:lnTo>
                  <a:cubicBezTo>
                    <a:pt x="9112" y="4673"/>
                    <a:pt x="9243" y="4620"/>
                    <a:pt x="9368" y="4552"/>
                  </a:cubicBezTo>
                  <a:lnTo>
                    <a:pt x="9613" y="4797"/>
                  </a:lnTo>
                  <a:cubicBezTo>
                    <a:pt x="9674" y="4859"/>
                    <a:pt x="9754" y="4890"/>
                    <a:pt x="9835" y="4890"/>
                  </a:cubicBezTo>
                  <a:cubicBezTo>
                    <a:pt x="9916" y="4890"/>
                    <a:pt x="9997" y="4859"/>
                    <a:pt x="10059" y="4797"/>
                  </a:cubicBezTo>
                  <a:lnTo>
                    <a:pt x="10464" y="4392"/>
                  </a:lnTo>
                  <a:cubicBezTo>
                    <a:pt x="10586" y="4269"/>
                    <a:pt x="10586" y="4070"/>
                    <a:pt x="10464" y="3949"/>
                  </a:cubicBezTo>
                  <a:lnTo>
                    <a:pt x="10218" y="3702"/>
                  </a:lnTo>
                  <a:cubicBezTo>
                    <a:pt x="10285" y="3578"/>
                    <a:pt x="10340" y="3447"/>
                    <a:pt x="10380" y="3312"/>
                  </a:cubicBezTo>
                  <a:lnTo>
                    <a:pt x="10728" y="3312"/>
                  </a:lnTo>
                  <a:cubicBezTo>
                    <a:pt x="10902" y="3312"/>
                    <a:pt x="11043" y="3170"/>
                    <a:pt x="11043" y="2997"/>
                  </a:cubicBezTo>
                  <a:lnTo>
                    <a:pt x="11043" y="2380"/>
                  </a:lnTo>
                  <a:cubicBezTo>
                    <a:pt x="11042" y="2204"/>
                    <a:pt x="10902" y="2063"/>
                    <a:pt x="10729" y="2063"/>
                  </a:cubicBezTo>
                  <a:lnTo>
                    <a:pt x="10380" y="2063"/>
                  </a:lnTo>
                  <a:cubicBezTo>
                    <a:pt x="10341" y="1928"/>
                    <a:pt x="10286" y="1797"/>
                    <a:pt x="10218" y="1674"/>
                  </a:cubicBezTo>
                  <a:lnTo>
                    <a:pt x="10464" y="1427"/>
                  </a:lnTo>
                  <a:cubicBezTo>
                    <a:pt x="10523" y="1368"/>
                    <a:pt x="10556" y="1289"/>
                    <a:pt x="10556" y="1206"/>
                  </a:cubicBezTo>
                  <a:cubicBezTo>
                    <a:pt x="10556" y="1122"/>
                    <a:pt x="10523" y="1043"/>
                    <a:pt x="10464" y="985"/>
                  </a:cubicBezTo>
                  <a:lnTo>
                    <a:pt x="10059" y="579"/>
                  </a:lnTo>
                  <a:cubicBezTo>
                    <a:pt x="9997" y="517"/>
                    <a:pt x="9916" y="487"/>
                    <a:pt x="9836" y="487"/>
                  </a:cubicBezTo>
                  <a:cubicBezTo>
                    <a:pt x="9755" y="487"/>
                    <a:pt x="9675" y="517"/>
                    <a:pt x="9613" y="579"/>
                  </a:cubicBezTo>
                  <a:lnTo>
                    <a:pt x="9368" y="823"/>
                  </a:lnTo>
                  <a:cubicBezTo>
                    <a:pt x="9243" y="757"/>
                    <a:pt x="9112" y="702"/>
                    <a:pt x="8977" y="661"/>
                  </a:cubicBezTo>
                  <a:lnTo>
                    <a:pt x="8977" y="315"/>
                  </a:lnTo>
                  <a:cubicBezTo>
                    <a:pt x="8977" y="141"/>
                    <a:pt x="8836" y="0"/>
                    <a:pt x="86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44"/>
            <p:cNvSpPr/>
            <p:nvPr/>
          </p:nvSpPr>
          <p:spPr>
            <a:xfrm>
              <a:off x="1008367" y="1531051"/>
              <a:ext cx="105169" cy="101039"/>
            </a:xfrm>
            <a:custGeom>
              <a:rect b="b" l="l" r="r" t="t"/>
              <a:pathLst>
                <a:path extrusionOk="0" h="2667" w="2776">
                  <a:moveTo>
                    <a:pt x="1005" y="1631"/>
                  </a:moveTo>
                  <a:cubicBezTo>
                    <a:pt x="1078" y="1631"/>
                    <a:pt x="1138" y="1692"/>
                    <a:pt x="1138" y="1765"/>
                  </a:cubicBezTo>
                  <a:lnTo>
                    <a:pt x="1138" y="2008"/>
                  </a:lnTo>
                  <a:lnTo>
                    <a:pt x="1137" y="2008"/>
                  </a:lnTo>
                  <a:cubicBezTo>
                    <a:pt x="1137" y="2095"/>
                    <a:pt x="1107" y="2174"/>
                    <a:pt x="1056" y="2237"/>
                  </a:cubicBezTo>
                  <a:cubicBezTo>
                    <a:pt x="913" y="2191"/>
                    <a:pt x="782" y="2111"/>
                    <a:pt x="672" y="2000"/>
                  </a:cubicBezTo>
                  <a:cubicBezTo>
                    <a:pt x="566" y="1894"/>
                    <a:pt x="488" y="1768"/>
                    <a:pt x="442" y="1631"/>
                  </a:cubicBezTo>
                  <a:close/>
                  <a:moveTo>
                    <a:pt x="1344" y="361"/>
                  </a:moveTo>
                  <a:cubicBezTo>
                    <a:pt x="1605" y="361"/>
                    <a:pt x="1865" y="471"/>
                    <a:pt x="2044" y="660"/>
                  </a:cubicBezTo>
                  <a:cubicBezTo>
                    <a:pt x="2305" y="930"/>
                    <a:pt x="2375" y="1322"/>
                    <a:pt x="2233" y="1682"/>
                  </a:cubicBezTo>
                  <a:cubicBezTo>
                    <a:pt x="2096" y="2024"/>
                    <a:pt x="1798" y="2252"/>
                    <a:pt x="1446" y="2286"/>
                  </a:cubicBezTo>
                  <a:cubicBezTo>
                    <a:pt x="1478" y="2203"/>
                    <a:pt x="1497" y="2111"/>
                    <a:pt x="1497" y="2016"/>
                  </a:cubicBezTo>
                  <a:lnTo>
                    <a:pt x="1497" y="1773"/>
                  </a:lnTo>
                  <a:cubicBezTo>
                    <a:pt x="1497" y="1498"/>
                    <a:pt x="1273" y="1273"/>
                    <a:pt x="996" y="1273"/>
                  </a:cubicBezTo>
                  <a:lnTo>
                    <a:pt x="383" y="1273"/>
                  </a:lnTo>
                  <a:cubicBezTo>
                    <a:pt x="409" y="787"/>
                    <a:pt x="810" y="388"/>
                    <a:pt x="1295" y="362"/>
                  </a:cubicBezTo>
                  <a:cubicBezTo>
                    <a:pt x="1311" y="362"/>
                    <a:pt x="1328" y="361"/>
                    <a:pt x="1344" y="361"/>
                  </a:cubicBezTo>
                  <a:close/>
                  <a:moveTo>
                    <a:pt x="1350" y="0"/>
                  </a:moveTo>
                  <a:cubicBezTo>
                    <a:pt x="1327" y="0"/>
                    <a:pt x="1304" y="1"/>
                    <a:pt x="1282" y="2"/>
                  </a:cubicBezTo>
                  <a:cubicBezTo>
                    <a:pt x="607" y="37"/>
                    <a:pt x="53" y="592"/>
                    <a:pt x="19" y="1265"/>
                  </a:cubicBezTo>
                  <a:cubicBezTo>
                    <a:pt x="1" y="1642"/>
                    <a:pt x="142" y="2011"/>
                    <a:pt x="408" y="2276"/>
                  </a:cubicBezTo>
                  <a:cubicBezTo>
                    <a:pt x="658" y="2526"/>
                    <a:pt x="1000" y="2667"/>
                    <a:pt x="1353" y="2667"/>
                  </a:cubicBezTo>
                  <a:cubicBezTo>
                    <a:pt x="1895" y="2667"/>
                    <a:pt x="2378" y="2326"/>
                    <a:pt x="2577" y="1825"/>
                  </a:cubicBezTo>
                  <a:cubicBezTo>
                    <a:pt x="2775" y="1330"/>
                    <a:pt x="2675" y="788"/>
                    <a:pt x="2315" y="412"/>
                  </a:cubicBezTo>
                  <a:cubicBezTo>
                    <a:pt x="2063" y="149"/>
                    <a:pt x="1714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2" name="Google Shape;1702;p44"/>
          <p:cNvGrpSpPr/>
          <p:nvPr/>
        </p:nvGrpSpPr>
        <p:grpSpPr>
          <a:xfrm>
            <a:off x="817835" y="1113280"/>
            <a:ext cx="341227" cy="289621"/>
            <a:chOff x="7952725" y="749256"/>
            <a:chExt cx="476707" cy="404612"/>
          </a:xfrm>
        </p:grpSpPr>
        <p:sp>
          <p:nvSpPr>
            <p:cNvPr id="1703" name="Google Shape;1703;p44"/>
            <p:cNvSpPr/>
            <p:nvPr/>
          </p:nvSpPr>
          <p:spPr>
            <a:xfrm>
              <a:off x="8164957" y="779147"/>
              <a:ext cx="52243" cy="21367"/>
            </a:xfrm>
            <a:custGeom>
              <a:rect b="b" l="l" r="r" t="t"/>
              <a:pathLst>
                <a:path extrusionOk="0" h="564" w="1379">
                  <a:moveTo>
                    <a:pt x="684" y="1"/>
                  </a:moveTo>
                  <a:cubicBezTo>
                    <a:pt x="461" y="1"/>
                    <a:pt x="248" y="81"/>
                    <a:pt x="82" y="229"/>
                  </a:cubicBezTo>
                  <a:cubicBezTo>
                    <a:pt x="7" y="297"/>
                    <a:pt x="0" y="414"/>
                    <a:pt x="68" y="490"/>
                  </a:cubicBezTo>
                  <a:cubicBezTo>
                    <a:pt x="105" y="531"/>
                    <a:pt x="155" y="552"/>
                    <a:pt x="206" y="552"/>
                  </a:cubicBezTo>
                  <a:cubicBezTo>
                    <a:pt x="249" y="552"/>
                    <a:pt x="293" y="536"/>
                    <a:pt x="328" y="505"/>
                  </a:cubicBezTo>
                  <a:cubicBezTo>
                    <a:pt x="427" y="417"/>
                    <a:pt x="552" y="369"/>
                    <a:pt x="683" y="369"/>
                  </a:cubicBezTo>
                  <a:cubicBezTo>
                    <a:pt x="819" y="369"/>
                    <a:pt x="949" y="421"/>
                    <a:pt x="1049" y="514"/>
                  </a:cubicBezTo>
                  <a:cubicBezTo>
                    <a:pt x="1084" y="547"/>
                    <a:pt x="1129" y="563"/>
                    <a:pt x="1174" y="563"/>
                  </a:cubicBezTo>
                  <a:cubicBezTo>
                    <a:pt x="1223" y="563"/>
                    <a:pt x="1273" y="543"/>
                    <a:pt x="1310" y="506"/>
                  </a:cubicBezTo>
                  <a:cubicBezTo>
                    <a:pt x="1379" y="431"/>
                    <a:pt x="1374" y="315"/>
                    <a:pt x="1301" y="246"/>
                  </a:cubicBezTo>
                  <a:cubicBezTo>
                    <a:pt x="1134" y="89"/>
                    <a:pt x="915" y="1"/>
                    <a:pt x="6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44"/>
            <p:cNvSpPr/>
            <p:nvPr/>
          </p:nvSpPr>
          <p:spPr>
            <a:xfrm>
              <a:off x="8144386" y="749256"/>
              <a:ext cx="93424" cy="29588"/>
            </a:xfrm>
            <a:custGeom>
              <a:rect b="b" l="l" r="r" t="t"/>
              <a:pathLst>
                <a:path extrusionOk="0" h="781" w="2466">
                  <a:moveTo>
                    <a:pt x="1220" y="0"/>
                  </a:moveTo>
                  <a:cubicBezTo>
                    <a:pt x="800" y="0"/>
                    <a:pt x="397" y="155"/>
                    <a:pt x="84" y="434"/>
                  </a:cubicBezTo>
                  <a:cubicBezTo>
                    <a:pt x="7" y="502"/>
                    <a:pt x="1" y="618"/>
                    <a:pt x="69" y="694"/>
                  </a:cubicBezTo>
                  <a:cubicBezTo>
                    <a:pt x="104" y="734"/>
                    <a:pt x="154" y="755"/>
                    <a:pt x="204" y="755"/>
                  </a:cubicBezTo>
                  <a:cubicBezTo>
                    <a:pt x="248" y="755"/>
                    <a:pt x="291" y="739"/>
                    <a:pt x="327" y="708"/>
                  </a:cubicBezTo>
                  <a:cubicBezTo>
                    <a:pt x="572" y="490"/>
                    <a:pt x="889" y="368"/>
                    <a:pt x="1219" y="368"/>
                  </a:cubicBezTo>
                  <a:cubicBezTo>
                    <a:pt x="1560" y="368"/>
                    <a:pt x="1885" y="497"/>
                    <a:pt x="2135" y="730"/>
                  </a:cubicBezTo>
                  <a:cubicBezTo>
                    <a:pt x="2170" y="765"/>
                    <a:pt x="2216" y="780"/>
                    <a:pt x="2261" y="780"/>
                  </a:cubicBezTo>
                  <a:cubicBezTo>
                    <a:pt x="2310" y="780"/>
                    <a:pt x="2358" y="760"/>
                    <a:pt x="2395" y="723"/>
                  </a:cubicBezTo>
                  <a:cubicBezTo>
                    <a:pt x="2465" y="648"/>
                    <a:pt x="2461" y="532"/>
                    <a:pt x="2388" y="462"/>
                  </a:cubicBezTo>
                  <a:cubicBezTo>
                    <a:pt x="2069" y="163"/>
                    <a:pt x="1655" y="0"/>
                    <a:pt x="12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44"/>
            <p:cNvSpPr/>
            <p:nvPr/>
          </p:nvSpPr>
          <p:spPr>
            <a:xfrm>
              <a:off x="8006333" y="846052"/>
              <a:ext cx="368659" cy="229659"/>
            </a:xfrm>
            <a:custGeom>
              <a:rect b="b" l="l" r="r" t="t"/>
              <a:pathLst>
                <a:path extrusionOk="0" h="6062" w="9731">
                  <a:moveTo>
                    <a:pt x="9257" y="363"/>
                  </a:moveTo>
                  <a:cubicBezTo>
                    <a:pt x="9319" y="363"/>
                    <a:pt x="9372" y="414"/>
                    <a:pt x="9372" y="478"/>
                  </a:cubicBezTo>
                  <a:lnTo>
                    <a:pt x="9372" y="5555"/>
                  </a:lnTo>
                  <a:cubicBezTo>
                    <a:pt x="9370" y="5618"/>
                    <a:pt x="9319" y="5670"/>
                    <a:pt x="9257" y="5670"/>
                  </a:cubicBezTo>
                  <a:lnTo>
                    <a:pt x="476" y="5670"/>
                  </a:lnTo>
                  <a:cubicBezTo>
                    <a:pt x="413" y="5670"/>
                    <a:pt x="361" y="5619"/>
                    <a:pt x="361" y="5556"/>
                  </a:cubicBezTo>
                  <a:lnTo>
                    <a:pt x="361" y="477"/>
                  </a:lnTo>
                  <a:cubicBezTo>
                    <a:pt x="361" y="414"/>
                    <a:pt x="413" y="363"/>
                    <a:pt x="476" y="363"/>
                  </a:cubicBezTo>
                  <a:close/>
                  <a:moveTo>
                    <a:pt x="483" y="1"/>
                  </a:moveTo>
                  <a:cubicBezTo>
                    <a:pt x="216" y="1"/>
                    <a:pt x="0" y="216"/>
                    <a:pt x="0" y="483"/>
                  </a:cubicBezTo>
                  <a:lnTo>
                    <a:pt x="0" y="5579"/>
                  </a:lnTo>
                  <a:cubicBezTo>
                    <a:pt x="0" y="5846"/>
                    <a:pt x="216" y="6062"/>
                    <a:pt x="483" y="6062"/>
                  </a:cubicBezTo>
                  <a:lnTo>
                    <a:pt x="9248" y="6062"/>
                  </a:lnTo>
                  <a:cubicBezTo>
                    <a:pt x="9515" y="6062"/>
                    <a:pt x="9731" y="5846"/>
                    <a:pt x="9731" y="5579"/>
                  </a:cubicBezTo>
                  <a:lnTo>
                    <a:pt x="9731" y="484"/>
                  </a:lnTo>
                  <a:cubicBezTo>
                    <a:pt x="9730" y="217"/>
                    <a:pt x="9514" y="1"/>
                    <a:pt x="9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44"/>
            <p:cNvSpPr/>
            <p:nvPr/>
          </p:nvSpPr>
          <p:spPr>
            <a:xfrm>
              <a:off x="7952725" y="812524"/>
              <a:ext cx="476707" cy="341344"/>
            </a:xfrm>
            <a:custGeom>
              <a:rect b="b" l="l" r="r" t="t"/>
              <a:pathLst>
                <a:path extrusionOk="0" h="9010" w="12583">
                  <a:moveTo>
                    <a:pt x="7411" y="7799"/>
                  </a:moveTo>
                  <a:lnTo>
                    <a:pt x="7411" y="7846"/>
                  </a:lnTo>
                  <a:cubicBezTo>
                    <a:pt x="7411" y="7948"/>
                    <a:pt x="7330" y="8029"/>
                    <a:pt x="7229" y="8029"/>
                  </a:cubicBezTo>
                  <a:lnTo>
                    <a:pt x="5364" y="8029"/>
                  </a:lnTo>
                  <a:cubicBezTo>
                    <a:pt x="5263" y="8029"/>
                    <a:pt x="5181" y="7948"/>
                    <a:pt x="5181" y="7846"/>
                  </a:cubicBezTo>
                  <a:lnTo>
                    <a:pt x="5181" y="7799"/>
                  </a:lnTo>
                  <a:close/>
                  <a:moveTo>
                    <a:pt x="12062" y="7798"/>
                  </a:moveTo>
                  <a:cubicBezTo>
                    <a:pt x="12128" y="7798"/>
                    <a:pt x="12182" y="7852"/>
                    <a:pt x="12182" y="7918"/>
                  </a:cubicBezTo>
                  <a:cubicBezTo>
                    <a:pt x="12185" y="8304"/>
                    <a:pt x="11871" y="8618"/>
                    <a:pt x="11484" y="8618"/>
                  </a:cubicBezTo>
                  <a:lnTo>
                    <a:pt x="1120" y="8618"/>
                  </a:lnTo>
                  <a:cubicBezTo>
                    <a:pt x="733" y="8618"/>
                    <a:pt x="419" y="8304"/>
                    <a:pt x="419" y="7918"/>
                  </a:cubicBezTo>
                  <a:cubicBezTo>
                    <a:pt x="419" y="7852"/>
                    <a:pt x="472" y="7798"/>
                    <a:pt x="538" y="7798"/>
                  </a:cubicBezTo>
                  <a:lnTo>
                    <a:pt x="4820" y="7798"/>
                  </a:lnTo>
                  <a:lnTo>
                    <a:pt x="4820" y="7837"/>
                  </a:lnTo>
                  <a:cubicBezTo>
                    <a:pt x="4820" y="8141"/>
                    <a:pt x="5066" y="8387"/>
                    <a:pt x="5370" y="8387"/>
                  </a:cubicBezTo>
                  <a:lnTo>
                    <a:pt x="7218" y="8387"/>
                  </a:lnTo>
                  <a:cubicBezTo>
                    <a:pt x="7522" y="8387"/>
                    <a:pt x="7768" y="8141"/>
                    <a:pt x="7768" y="7837"/>
                  </a:cubicBezTo>
                  <a:lnTo>
                    <a:pt x="7768" y="7798"/>
                  </a:lnTo>
                  <a:close/>
                  <a:moveTo>
                    <a:pt x="1466" y="1"/>
                  </a:moveTo>
                  <a:cubicBezTo>
                    <a:pt x="1004" y="1"/>
                    <a:pt x="628" y="374"/>
                    <a:pt x="628" y="838"/>
                  </a:cubicBezTo>
                  <a:lnTo>
                    <a:pt x="628" y="6968"/>
                  </a:lnTo>
                  <a:cubicBezTo>
                    <a:pt x="628" y="7142"/>
                    <a:pt x="682" y="7303"/>
                    <a:pt x="772" y="7438"/>
                  </a:cubicBezTo>
                  <a:lnTo>
                    <a:pt x="488" y="7438"/>
                  </a:lnTo>
                  <a:cubicBezTo>
                    <a:pt x="488" y="7438"/>
                    <a:pt x="0" y="7654"/>
                    <a:pt x="0" y="7923"/>
                  </a:cubicBezTo>
                  <a:cubicBezTo>
                    <a:pt x="0" y="8515"/>
                    <a:pt x="482" y="8996"/>
                    <a:pt x="1074" y="9010"/>
                  </a:cubicBezTo>
                  <a:lnTo>
                    <a:pt x="11509" y="9010"/>
                  </a:lnTo>
                  <a:cubicBezTo>
                    <a:pt x="12101" y="8996"/>
                    <a:pt x="12583" y="8515"/>
                    <a:pt x="12583" y="7923"/>
                  </a:cubicBezTo>
                  <a:cubicBezTo>
                    <a:pt x="12583" y="7653"/>
                    <a:pt x="12364" y="7434"/>
                    <a:pt x="12094" y="7434"/>
                  </a:cubicBezTo>
                  <a:lnTo>
                    <a:pt x="12094" y="7438"/>
                  </a:lnTo>
                  <a:lnTo>
                    <a:pt x="11803" y="7438"/>
                  </a:lnTo>
                  <a:cubicBezTo>
                    <a:pt x="11893" y="7301"/>
                    <a:pt x="11946" y="7139"/>
                    <a:pt x="11934" y="6965"/>
                  </a:cubicBezTo>
                  <a:lnTo>
                    <a:pt x="11934" y="6067"/>
                  </a:lnTo>
                  <a:cubicBezTo>
                    <a:pt x="11947" y="5965"/>
                    <a:pt x="11865" y="5883"/>
                    <a:pt x="11763" y="5883"/>
                  </a:cubicBezTo>
                  <a:cubicBezTo>
                    <a:pt x="11661" y="5883"/>
                    <a:pt x="11573" y="6067"/>
                    <a:pt x="11573" y="6067"/>
                  </a:cubicBezTo>
                  <a:lnTo>
                    <a:pt x="11573" y="6970"/>
                  </a:lnTo>
                  <a:cubicBezTo>
                    <a:pt x="11573" y="7228"/>
                    <a:pt x="11364" y="7438"/>
                    <a:pt x="11104" y="7438"/>
                  </a:cubicBezTo>
                  <a:lnTo>
                    <a:pt x="1460" y="7438"/>
                  </a:lnTo>
                  <a:cubicBezTo>
                    <a:pt x="1200" y="7438"/>
                    <a:pt x="991" y="7228"/>
                    <a:pt x="991" y="6970"/>
                  </a:cubicBezTo>
                  <a:lnTo>
                    <a:pt x="991" y="864"/>
                  </a:lnTo>
                  <a:cubicBezTo>
                    <a:pt x="991" y="604"/>
                    <a:pt x="1200" y="394"/>
                    <a:pt x="1460" y="394"/>
                  </a:cubicBezTo>
                  <a:lnTo>
                    <a:pt x="11382" y="394"/>
                  </a:lnTo>
                  <a:cubicBezTo>
                    <a:pt x="11488" y="394"/>
                    <a:pt x="11573" y="479"/>
                    <a:pt x="11573" y="586"/>
                  </a:cubicBezTo>
                  <a:lnTo>
                    <a:pt x="11573" y="5281"/>
                  </a:lnTo>
                  <a:cubicBezTo>
                    <a:pt x="11573" y="5304"/>
                    <a:pt x="11583" y="5325"/>
                    <a:pt x="11598" y="5339"/>
                  </a:cubicBezTo>
                  <a:cubicBezTo>
                    <a:pt x="11650" y="5388"/>
                    <a:pt x="11704" y="5408"/>
                    <a:pt x="11754" y="5408"/>
                  </a:cubicBezTo>
                  <a:cubicBezTo>
                    <a:pt x="11853" y="5408"/>
                    <a:pt x="11934" y="5326"/>
                    <a:pt x="11934" y="5224"/>
                  </a:cubicBezTo>
                  <a:lnTo>
                    <a:pt x="11934" y="838"/>
                  </a:lnTo>
                  <a:cubicBezTo>
                    <a:pt x="11934" y="377"/>
                    <a:pt x="11559" y="1"/>
                    <a:pt x="1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44"/>
            <p:cNvSpPr/>
            <p:nvPr/>
          </p:nvSpPr>
          <p:spPr>
            <a:xfrm>
              <a:off x="8039747" y="885756"/>
              <a:ext cx="301716" cy="144266"/>
            </a:xfrm>
            <a:custGeom>
              <a:rect b="b" l="l" r="r" t="t"/>
              <a:pathLst>
                <a:path extrusionOk="0" h="3808" w="7964">
                  <a:moveTo>
                    <a:pt x="7603" y="1410"/>
                  </a:moveTo>
                  <a:lnTo>
                    <a:pt x="7603" y="2721"/>
                  </a:lnTo>
                  <a:lnTo>
                    <a:pt x="6998" y="2721"/>
                  </a:lnTo>
                  <a:cubicBezTo>
                    <a:pt x="6825" y="2721"/>
                    <a:pt x="6685" y="2860"/>
                    <a:pt x="6685" y="3033"/>
                  </a:cubicBezTo>
                  <a:lnTo>
                    <a:pt x="6685" y="3397"/>
                  </a:lnTo>
                  <a:lnTo>
                    <a:pt x="5885" y="2785"/>
                  </a:lnTo>
                  <a:cubicBezTo>
                    <a:pt x="5832" y="2743"/>
                    <a:pt x="5763" y="2721"/>
                    <a:pt x="5695" y="2721"/>
                  </a:cubicBezTo>
                  <a:lnTo>
                    <a:pt x="2917" y="2721"/>
                  </a:lnTo>
                  <a:lnTo>
                    <a:pt x="2917" y="1410"/>
                  </a:lnTo>
                  <a:close/>
                  <a:moveTo>
                    <a:pt x="313" y="1"/>
                  </a:moveTo>
                  <a:cubicBezTo>
                    <a:pt x="140" y="1"/>
                    <a:pt x="1" y="141"/>
                    <a:pt x="1" y="314"/>
                  </a:cubicBezTo>
                  <a:lnTo>
                    <a:pt x="1" y="1720"/>
                  </a:lnTo>
                  <a:cubicBezTo>
                    <a:pt x="1" y="1893"/>
                    <a:pt x="140" y="2033"/>
                    <a:pt x="313" y="2033"/>
                  </a:cubicBezTo>
                  <a:lnTo>
                    <a:pt x="918" y="2033"/>
                  </a:lnTo>
                  <a:lnTo>
                    <a:pt x="918" y="2436"/>
                  </a:lnTo>
                  <a:cubicBezTo>
                    <a:pt x="918" y="2552"/>
                    <a:pt x="977" y="2665"/>
                    <a:pt x="1080" y="2720"/>
                  </a:cubicBezTo>
                  <a:cubicBezTo>
                    <a:pt x="1128" y="2746"/>
                    <a:pt x="1181" y="2760"/>
                    <a:pt x="1234" y="2760"/>
                  </a:cubicBezTo>
                  <a:cubicBezTo>
                    <a:pt x="1302" y="2760"/>
                    <a:pt x="1369" y="2738"/>
                    <a:pt x="1424" y="2696"/>
                  </a:cubicBezTo>
                  <a:lnTo>
                    <a:pt x="2305" y="2032"/>
                  </a:lnTo>
                  <a:lnTo>
                    <a:pt x="2556" y="2032"/>
                  </a:lnTo>
                  <a:lnTo>
                    <a:pt x="2556" y="2767"/>
                  </a:lnTo>
                  <a:cubicBezTo>
                    <a:pt x="2556" y="2940"/>
                    <a:pt x="2696" y="3080"/>
                    <a:pt x="2869" y="3080"/>
                  </a:cubicBezTo>
                  <a:lnTo>
                    <a:pt x="5702" y="3080"/>
                  </a:lnTo>
                  <a:lnTo>
                    <a:pt x="6575" y="3743"/>
                  </a:lnTo>
                  <a:cubicBezTo>
                    <a:pt x="6632" y="3785"/>
                    <a:pt x="6697" y="3807"/>
                    <a:pt x="6765" y="3807"/>
                  </a:cubicBezTo>
                  <a:cubicBezTo>
                    <a:pt x="6817" y="3807"/>
                    <a:pt x="6872" y="3793"/>
                    <a:pt x="6920" y="3766"/>
                  </a:cubicBezTo>
                  <a:cubicBezTo>
                    <a:pt x="7020" y="3710"/>
                    <a:pt x="7078" y="3600"/>
                    <a:pt x="7078" y="3483"/>
                  </a:cubicBezTo>
                  <a:lnTo>
                    <a:pt x="7078" y="3080"/>
                  </a:lnTo>
                  <a:lnTo>
                    <a:pt x="7650" y="3080"/>
                  </a:lnTo>
                  <a:cubicBezTo>
                    <a:pt x="7823" y="3080"/>
                    <a:pt x="7963" y="2940"/>
                    <a:pt x="7963" y="2767"/>
                  </a:cubicBezTo>
                  <a:lnTo>
                    <a:pt x="7963" y="1360"/>
                  </a:lnTo>
                  <a:cubicBezTo>
                    <a:pt x="7964" y="1189"/>
                    <a:pt x="7825" y="1050"/>
                    <a:pt x="7653" y="1050"/>
                  </a:cubicBezTo>
                  <a:lnTo>
                    <a:pt x="5442" y="1050"/>
                  </a:lnTo>
                  <a:lnTo>
                    <a:pt x="5442" y="193"/>
                  </a:lnTo>
                  <a:cubicBezTo>
                    <a:pt x="5442" y="88"/>
                    <a:pt x="5356" y="1"/>
                    <a:pt x="5250" y="1"/>
                  </a:cubicBezTo>
                  <a:lnTo>
                    <a:pt x="2177" y="1"/>
                  </a:lnTo>
                  <a:cubicBezTo>
                    <a:pt x="2142" y="1"/>
                    <a:pt x="2107" y="17"/>
                    <a:pt x="2084" y="46"/>
                  </a:cubicBezTo>
                  <a:cubicBezTo>
                    <a:pt x="1968" y="196"/>
                    <a:pt x="2072" y="361"/>
                    <a:pt x="2214" y="361"/>
                  </a:cubicBezTo>
                  <a:lnTo>
                    <a:pt x="5080" y="361"/>
                  </a:lnTo>
                  <a:lnTo>
                    <a:pt x="5080" y="1050"/>
                  </a:lnTo>
                  <a:lnTo>
                    <a:pt x="2871" y="1050"/>
                  </a:lnTo>
                  <a:cubicBezTo>
                    <a:pt x="2698" y="1050"/>
                    <a:pt x="2558" y="1190"/>
                    <a:pt x="2558" y="1363"/>
                  </a:cubicBezTo>
                  <a:lnTo>
                    <a:pt x="2558" y="1672"/>
                  </a:lnTo>
                  <a:lnTo>
                    <a:pt x="2276" y="1672"/>
                  </a:lnTo>
                  <a:cubicBezTo>
                    <a:pt x="2208" y="1672"/>
                    <a:pt x="2140" y="1695"/>
                    <a:pt x="2085" y="1735"/>
                  </a:cubicBezTo>
                  <a:lnTo>
                    <a:pt x="1280" y="2347"/>
                  </a:lnTo>
                  <a:lnTo>
                    <a:pt x="1280" y="1985"/>
                  </a:lnTo>
                  <a:cubicBezTo>
                    <a:pt x="1280" y="1812"/>
                    <a:pt x="1139" y="1672"/>
                    <a:pt x="967" y="1672"/>
                  </a:cubicBezTo>
                  <a:lnTo>
                    <a:pt x="362" y="1672"/>
                  </a:lnTo>
                  <a:lnTo>
                    <a:pt x="362" y="361"/>
                  </a:lnTo>
                  <a:lnTo>
                    <a:pt x="1258" y="361"/>
                  </a:lnTo>
                  <a:cubicBezTo>
                    <a:pt x="1353" y="361"/>
                    <a:pt x="1438" y="292"/>
                    <a:pt x="1446" y="198"/>
                  </a:cubicBezTo>
                  <a:cubicBezTo>
                    <a:pt x="1455" y="90"/>
                    <a:pt x="1371" y="1"/>
                    <a:pt x="12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8" name="Google Shape;1708;p44"/>
          <p:cNvGrpSpPr/>
          <p:nvPr/>
        </p:nvGrpSpPr>
        <p:grpSpPr>
          <a:xfrm>
            <a:off x="5121423" y="1072223"/>
            <a:ext cx="341362" cy="302150"/>
            <a:chOff x="6364624" y="740505"/>
            <a:chExt cx="476896" cy="422115"/>
          </a:xfrm>
        </p:grpSpPr>
        <p:sp>
          <p:nvSpPr>
            <p:cNvPr id="1709" name="Google Shape;1709;p44"/>
            <p:cNvSpPr/>
            <p:nvPr/>
          </p:nvSpPr>
          <p:spPr>
            <a:xfrm>
              <a:off x="6638230" y="799719"/>
              <a:ext cx="143622" cy="142410"/>
            </a:xfrm>
            <a:custGeom>
              <a:rect b="b" l="l" r="r" t="t"/>
              <a:pathLst>
                <a:path extrusionOk="0" h="3759" w="3791">
                  <a:moveTo>
                    <a:pt x="1880" y="370"/>
                  </a:moveTo>
                  <a:cubicBezTo>
                    <a:pt x="2712" y="370"/>
                    <a:pt x="3391" y="1049"/>
                    <a:pt x="3391" y="1881"/>
                  </a:cubicBezTo>
                  <a:cubicBezTo>
                    <a:pt x="3391" y="2730"/>
                    <a:pt x="2671" y="3380"/>
                    <a:pt x="1880" y="3390"/>
                  </a:cubicBezTo>
                  <a:cubicBezTo>
                    <a:pt x="1873" y="3390"/>
                    <a:pt x="1867" y="3390"/>
                    <a:pt x="1861" y="3390"/>
                  </a:cubicBezTo>
                  <a:cubicBezTo>
                    <a:pt x="1320" y="3390"/>
                    <a:pt x="846" y="3110"/>
                    <a:pt x="582" y="2638"/>
                  </a:cubicBezTo>
                  <a:cubicBezTo>
                    <a:pt x="413" y="2337"/>
                    <a:pt x="351" y="1983"/>
                    <a:pt x="391" y="1643"/>
                  </a:cubicBezTo>
                  <a:cubicBezTo>
                    <a:pt x="475" y="925"/>
                    <a:pt x="1173" y="370"/>
                    <a:pt x="1880" y="370"/>
                  </a:cubicBezTo>
                  <a:close/>
                  <a:moveTo>
                    <a:pt x="1880" y="0"/>
                  </a:moveTo>
                  <a:cubicBezTo>
                    <a:pt x="844" y="0"/>
                    <a:pt x="1" y="843"/>
                    <a:pt x="1" y="1879"/>
                  </a:cubicBezTo>
                  <a:cubicBezTo>
                    <a:pt x="1" y="2915"/>
                    <a:pt x="844" y="3758"/>
                    <a:pt x="1880" y="3758"/>
                  </a:cubicBezTo>
                  <a:cubicBezTo>
                    <a:pt x="2964" y="3758"/>
                    <a:pt x="3791" y="2750"/>
                    <a:pt x="3721" y="1690"/>
                  </a:cubicBezTo>
                  <a:cubicBezTo>
                    <a:pt x="3691" y="1261"/>
                    <a:pt x="3512" y="854"/>
                    <a:pt x="3209" y="550"/>
                  </a:cubicBezTo>
                  <a:cubicBezTo>
                    <a:pt x="2858" y="202"/>
                    <a:pt x="2376" y="0"/>
                    <a:pt x="18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44"/>
            <p:cNvSpPr/>
            <p:nvPr/>
          </p:nvSpPr>
          <p:spPr>
            <a:xfrm>
              <a:off x="6693731" y="842529"/>
              <a:ext cx="32960" cy="56903"/>
            </a:xfrm>
            <a:custGeom>
              <a:rect b="b" l="l" r="r" t="t"/>
              <a:pathLst>
                <a:path extrusionOk="0" h="1502" w="870">
                  <a:moveTo>
                    <a:pt x="661" y="1"/>
                  </a:moveTo>
                  <a:cubicBezTo>
                    <a:pt x="588" y="1"/>
                    <a:pt x="518" y="45"/>
                    <a:pt x="489" y="117"/>
                  </a:cubicBezTo>
                  <a:lnTo>
                    <a:pt x="39" y="1248"/>
                  </a:lnTo>
                  <a:cubicBezTo>
                    <a:pt x="1" y="1342"/>
                    <a:pt x="48" y="1450"/>
                    <a:pt x="142" y="1488"/>
                  </a:cubicBezTo>
                  <a:cubicBezTo>
                    <a:pt x="164" y="1497"/>
                    <a:pt x="188" y="1501"/>
                    <a:pt x="210" y="1501"/>
                  </a:cubicBezTo>
                  <a:cubicBezTo>
                    <a:pt x="284" y="1501"/>
                    <a:pt x="353" y="1456"/>
                    <a:pt x="382" y="1384"/>
                  </a:cubicBezTo>
                  <a:lnTo>
                    <a:pt x="832" y="254"/>
                  </a:lnTo>
                  <a:cubicBezTo>
                    <a:pt x="869" y="157"/>
                    <a:pt x="823" y="51"/>
                    <a:pt x="729" y="14"/>
                  </a:cubicBezTo>
                  <a:cubicBezTo>
                    <a:pt x="706" y="5"/>
                    <a:pt x="683" y="1"/>
                    <a:pt x="6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44"/>
            <p:cNvSpPr/>
            <p:nvPr/>
          </p:nvSpPr>
          <p:spPr>
            <a:xfrm>
              <a:off x="6729078" y="844575"/>
              <a:ext cx="26785" cy="52736"/>
            </a:xfrm>
            <a:custGeom>
              <a:rect b="b" l="l" r="r" t="t"/>
              <a:pathLst>
                <a:path extrusionOk="0" h="1392" w="707">
                  <a:moveTo>
                    <a:pt x="211" y="1"/>
                  </a:moveTo>
                  <a:cubicBezTo>
                    <a:pt x="179" y="1"/>
                    <a:pt x="146" y="9"/>
                    <a:pt x="116" y="27"/>
                  </a:cubicBezTo>
                  <a:cubicBezTo>
                    <a:pt x="29" y="79"/>
                    <a:pt x="1" y="193"/>
                    <a:pt x="53" y="279"/>
                  </a:cubicBezTo>
                  <a:lnTo>
                    <a:pt x="299" y="688"/>
                  </a:lnTo>
                  <a:lnTo>
                    <a:pt x="52" y="1116"/>
                  </a:lnTo>
                  <a:cubicBezTo>
                    <a:pt x="1" y="1203"/>
                    <a:pt x="31" y="1316"/>
                    <a:pt x="119" y="1368"/>
                  </a:cubicBezTo>
                  <a:cubicBezTo>
                    <a:pt x="148" y="1384"/>
                    <a:pt x="179" y="1392"/>
                    <a:pt x="210" y="1392"/>
                  </a:cubicBezTo>
                  <a:cubicBezTo>
                    <a:pt x="275" y="1392"/>
                    <a:pt x="336" y="1359"/>
                    <a:pt x="371" y="1301"/>
                  </a:cubicBezTo>
                  <a:lnTo>
                    <a:pt x="673" y="779"/>
                  </a:lnTo>
                  <a:cubicBezTo>
                    <a:pt x="707" y="721"/>
                    <a:pt x="706" y="649"/>
                    <a:pt x="671" y="592"/>
                  </a:cubicBezTo>
                  <a:lnTo>
                    <a:pt x="370" y="91"/>
                  </a:lnTo>
                  <a:cubicBezTo>
                    <a:pt x="335" y="33"/>
                    <a:pt x="274" y="1"/>
                    <a:pt x="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44"/>
            <p:cNvSpPr/>
            <p:nvPr/>
          </p:nvSpPr>
          <p:spPr>
            <a:xfrm>
              <a:off x="6663044" y="844575"/>
              <a:ext cx="26785" cy="52736"/>
            </a:xfrm>
            <a:custGeom>
              <a:rect b="b" l="l" r="r" t="t"/>
              <a:pathLst>
                <a:path extrusionOk="0" h="1392" w="707">
                  <a:moveTo>
                    <a:pt x="495" y="0"/>
                  </a:moveTo>
                  <a:cubicBezTo>
                    <a:pt x="433" y="0"/>
                    <a:pt x="373" y="32"/>
                    <a:pt x="338" y="90"/>
                  </a:cubicBezTo>
                  <a:lnTo>
                    <a:pt x="36" y="591"/>
                  </a:lnTo>
                  <a:cubicBezTo>
                    <a:pt x="0" y="648"/>
                    <a:pt x="0" y="720"/>
                    <a:pt x="35" y="778"/>
                  </a:cubicBezTo>
                  <a:lnTo>
                    <a:pt x="337" y="1301"/>
                  </a:lnTo>
                  <a:cubicBezTo>
                    <a:pt x="371" y="1359"/>
                    <a:pt x="433" y="1392"/>
                    <a:pt x="497" y="1392"/>
                  </a:cubicBezTo>
                  <a:cubicBezTo>
                    <a:pt x="528" y="1392"/>
                    <a:pt x="559" y="1384"/>
                    <a:pt x="589" y="1368"/>
                  </a:cubicBezTo>
                  <a:cubicBezTo>
                    <a:pt x="676" y="1316"/>
                    <a:pt x="706" y="1203"/>
                    <a:pt x="655" y="1116"/>
                  </a:cubicBezTo>
                  <a:lnTo>
                    <a:pt x="408" y="688"/>
                  </a:lnTo>
                  <a:lnTo>
                    <a:pt x="654" y="279"/>
                  </a:lnTo>
                  <a:cubicBezTo>
                    <a:pt x="706" y="191"/>
                    <a:pt x="679" y="79"/>
                    <a:pt x="591" y="27"/>
                  </a:cubicBezTo>
                  <a:cubicBezTo>
                    <a:pt x="561" y="9"/>
                    <a:pt x="528" y="0"/>
                    <a:pt x="4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44"/>
            <p:cNvSpPr/>
            <p:nvPr/>
          </p:nvSpPr>
          <p:spPr>
            <a:xfrm>
              <a:off x="6449487" y="767289"/>
              <a:ext cx="18677" cy="18677"/>
            </a:xfrm>
            <a:custGeom>
              <a:rect b="b" l="l" r="r" t="t"/>
              <a:pathLst>
                <a:path extrusionOk="0" h="493" w="493">
                  <a:moveTo>
                    <a:pt x="245" y="1"/>
                  </a:moveTo>
                  <a:cubicBezTo>
                    <a:pt x="109" y="1"/>
                    <a:pt x="0" y="111"/>
                    <a:pt x="0" y="247"/>
                  </a:cubicBezTo>
                  <a:cubicBezTo>
                    <a:pt x="0" y="383"/>
                    <a:pt x="110" y="493"/>
                    <a:pt x="246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6" y="1"/>
                  </a:cubicBezTo>
                  <a:cubicBezTo>
                    <a:pt x="246" y="1"/>
                    <a:pt x="245" y="1"/>
                    <a:pt x="2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44"/>
            <p:cNvSpPr/>
            <p:nvPr/>
          </p:nvSpPr>
          <p:spPr>
            <a:xfrm>
              <a:off x="6485212" y="767289"/>
              <a:ext cx="18715" cy="18677"/>
            </a:xfrm>
            <a:custGeom>
              <a:rect b="b" l="l" r="r" t="t"/>
              <a:pathLst>
                <a:path extrusionOk="0" h="493" w="494">
                  <a:moveTo>
                    <a:pt x="245" y="1"/>
                  </a:moveTo>
                  <a:cubicBezTo>
                    <a:pt x="110" y="1"/>
                    <a:pt x="1" y="111"/>
                    <a:pt x="1" y="247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7" y="1"/>
                  </a:cubicBezTo>
                  <a:cubicBezTo>
                    <a:pt x="246" y="1"/>
                    <a:pt x="246" y="1"/>
                    <a:pt x="2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44"/>
            <p:cNvSpPr/>
            <p:nvPr/>
          </p:nvSpPr>
          <p:spPr>
            <a:xfrm>
              <a:off x="6364624" y="740505"/>
              <a:ext cx="476896" cy="422115"/>
            </a:xfrm>
            <a:custGeom>
              <a:rect b="b" l="l" r="r" t="t"/>
              <a:pathLst>
                <a:path extrusionOk="0" h="11142" w="12588">
                  <a:moveTo>
                    <a:pt x="6537" y="3016"/>
                  </a:moveTo>
                  <a:cubicBezTo>
                    <a:pt x="6514" y="3158"/>
                    <a:pt x="6500" y="3305"/>
                    <a:pt x="6500" y="3456"/>
                  </a:cubicBezTo>
                  <a:cubicBezTo>
                    <a:pt x="6500" y="3761"/>
                    <a:pt x="6551" y="4054"/>
                    <a:pt x="6645" y="4326"/>
                  </a:cubicBezTo>
                  <a:lnTo>
                    <a:pt x="1577" y="4326"/>
                  </a:lnTo>
                  <a:lnTo>
                    <a:pt x="1577" y="3016"/>
                  </a:lnTo>
                  <a:close/>
                  <a:moveTo>
                    <a:pt x="9102" y="1160"/>
                  </a:moveTo>
                  <a:cubicBezTo>
                    <a:pt x="10361" y="1161"/>
                    <a:pt x="11385" y="2184"/>
                    <a:pt x="11385" y="3444"/>
                  </a:cubicBezTo>
                  <a:cubicBezTo>
                    <a:pt x="11385" y="3712"/>
                    <a:pt x="11338" y="3980"/>
                    <a:pt x="11244" y="4232"/>
                  </a:cubicBezTo>
                  <a:cubicBezTo>
                    <a:pt x="10908" y="5146"/>
                    <a:pt x="10023" y="5715"/>
                    <a:pt x="9102" y="5723"/>
                  </a:cubicBezTo>
                  <a:cubicBezTo>
                    <a:pt x="9095" y="5723"/>
                    <a:pt x="9088" y="5723"/>
                    <a:pt x="9081" y="5723"/>
                  </a:cubicBezTo>
                  <a:cubicBezTo>
                    <a:pt x="7849" y="5723"/>
                    <a:pt x="6818" y="4671"/>
                    <a:pt x="6818" y="3443"/>
                  </a:cubicBezTo>
                  <a:cubicBezTo>
                    <a:pt x="6818" y="2184"/>
                    <a:pt x="7843" y="1160"/>
                    <a:pt x="9102" y="1160"/>
                  </a:cubicBezTo>
                  <a:close/>
                  <a:moveTo>
                    <a:pt x="9506" y="7178"/>
                  </a:moveTo>
                  <a:lnTo>
                    <a:pt x="9506" y="9584"/>
                  </a:lnTo>
                  <a:cubicBezTo>
                    <a:pt x="9506" y="9789"/>
                    <a:pt x="9354" y="9971"/>
                    <a:pt x="9149" y="9990"/>
                  </a:cubicBezTo>
                  <a:cubicBezTo>
                    <a:pt x="9137" y="9991"/>
                    <a:pt x="9125" y="9992"/>
                    <a:pt x="9113" y="9992"/>
                  </a:cubicBezTo>
                  <a:cubicBezTo>
                    <a:pt x="8896" y="9992"/>
                    <a:pt x="8719" y="9813"/>
                    <a:pt x="8719" y="9592"/>
                  </a:cubicBezTo>
                  <a:lnTo>
                    <a:pt x="8719" y="7178"/>
                  </a:lnTo>
                  <a:close/>
                  <a:moveTo>
                    <a:pt x="621" y="1"/>
                  </a:moveTo>
                  <a:cubicBezTo>
                    <a:pt x="279" y="1"/>
                    <a:pt x="0" y="279"/>
                    <a:pt x="5" y="621"/>
                  </a:cubicBezTo>
                  <a:lnTo>
                    <a:pt x="5" y="7585"/>
                  </a:lnTo>
                  <a:cubicBezTo>
                    <a:pt x="0" y="7687"/>
                    <a:pt x="83" y="7769"/>
                    <a:pt x="184" y="7769"/>
                  </a:cubicBezTo>
                  <a:cubicBezTo>
                    <a:pt x="287" y="7769"/>
                    <a:pt x="367" y="7585"/>
                    <a:pt x="367" y="7585"/>
                  </a:cubicBezTo>
                  <a:lnTo>
                    <a:pt x="367" y="1933"/>
                  </a:lnTo>
                  <a:lnTo>
                    <a:pt x="6848" y="1933"/>
                  </a:lnTo>
                  <a:cubicBezTo>
                    <a:pt x="6704" y="2142"/>
                    <a:pt x="6592" y="2374"/>
                    <a:pt x="6514" y="2622"/>
                  </a:cubicBezTo>
                  <a:lnTo>
                    <a:pt x="1370" y="2622"/>
                  </a:lnTo>
                  <a:cubicBezTo>
                    <a:pt x="1267" y="2622"/>
                    <a:pt x="1185" y="2704"/>
                    <a:pt x="1185" y="2806"/>
                  </a:cubicBezTo>
                  <a:lnTo>
                    <a:pt x="1185" y="4502"/>
                  </a:lnTo>
                  <a:cubicBezTo>
                    <a:pt x="1185" y="4604"/>
                    <a:pt x="1267" y="4686"/>
                    <a:pt x="1370" y="4686"/>
                  </a:cubicBezTo>
                  <a:lnTo>
                    <a:pt x="6751" y="4686"/>
                  </a:lnTo>
                  <a:cubicBezTo>
                    <a:pt x="7169" y="5474"/>
                    <a:pt x="7977" y="6028"/>
                    <a:pt x="8917" y="6092"/>
                  </a:cubicBezTo>
                  <a:lnTo>
                    <a:pt x="8917" y="6817"/>
                  </a:lnTo>
                  <a:lnTo>
                    <a:pt x="8464" y="6817"/>
                  </a:lnTo>
                  <a:cubicBezTo>
                    <a:pt x="8388" y="6817"/>
                    <a:pt x="8326" y="6878"/>
                    <a:pt x="8326" y="6954"/>
                  </a:cubicBezTo>
                  <a:lnTo>
                    <a:pt x="8326" y="9714"/>
                  </a:lnTo>
                  <a:cubicBezTo>
                    <a:pt x="8326" y="9880"/>
                    <a:pt x="8436" y="10095"/>
                    <a:pt x="8573" y="10190"/>
                  </a:cubicBezTo>
                  <a:cubicBezTo>
                    <a:pt x="8749" y="10315"/>
                    <a:pt x="8929" y="10369"/>
                    <a:pt x="9097" y="10369"/>
                  </a:cubicBezTo>
                  <a:cubicBezTo>
                    <a:pt x="9522" y="10369"/>
                    <a:pt x="9867" y="10024"/>
                    <a:pt x="9867" y="9600"/>
                  </a:cubicBezTo>
                  <a:lnTo>
                    <a:pt x="9867" y="7001"/>
                  </a:lnTo>
                  <a:cubicBezTo>
                    <a:pt x="9867" y="6899"/>
                    <a:pt x="9785" y="6816"/>
                    <a:pt x="9683" y="6816"/>
                  </a:cubicBezTo>
                  <a:lnTo>
                    <a:pt x="9277" y="6816"/>
                  </a:lnTo>
                  <a:lnTo>
                    <a:pt x="9277" y="6100"/>
                  </a:lnTo>
                  <a:cubicBezTo>
                    <a:pt x="10649" y="6006"/>
                    <a:pt x="11736" y="4856"/>
                    <a:pt x="11736" y="3458"/>
                  </a:cubicBezTo>
                  <a:cubicBezTo>
                    <a:pt x="11736" y="2906"/>
                    <a:pt x="11566" y="2393"/>
                    <a:pt x="11276" y="1968"/>
                  </a:cubicBezTo>
                  <a:lnTo>
                    <a:pt x="12192" y="1968"/>
                  </a:lnTo>
                  <a:lnTo>
                    <a:pt x="12192" y="10530"/>
                  </a:lnTo>
                  <a:cubicBezTo>
                    <a:pt x="12192" y="10668"/>
                    <a:pt x="12080" y="10781"/>
                    <a:pt x="11941" y="10781"/>
                  </a:cubicBezTo>
                  <a:lnTo>
                    <a:pt x="556" y="10781"/>
                  </a:lnTo>
                  <a:cubicBezTo>
                    <a:pt x="450" y="10781"/>
                    <a:pt x="366" y="10695"/>
                    <a:pt x="366" y="10589"/>
                  </a:cubicBezTo>
                  <a:lnTo>
                    <a:pt x="366" y="8421"/>
                  </a:lnTo>
                  <a:cubicBezTo>
                    <a:pt x="366" y="8373"/>
                    <a:pt x="341" y="8327"/>
                    <a:pt x="303" y="8301"/>
                  </a:cubicBezTo>
                  <a:cubicBezTo>
                    <a:pt x="263" y="8274"/>
                    <a:pt x="223" y="8262"/>
                    <a:pt x="185" y="8262"/>
                  </a:cubicBezTo>
                  <a:cubicBezTo>
                    <a:pt x="86" y="8262"/>
                    <a:pt x="5" y="8345"/>
                    <a:pt x="5" y="8446"/>
                  </a:cubicBezTo>
                  <a:lnTo>
                    <a:pt x="5" y="10521"/>
                  </a:lnTo>
                  <a:cubicBezTo>
                    <a:pt x="5" y="10864"/>
                    <a:pt x="283" y="11141"/>
                    <a:pt x="625" y="11141"/>
                  </a:cubicBezTo>
                  <a:lnTo>
                    <a:pt x="11966" y="11141"/>
                  </a:lnTo>
                  <a:cubicBezTo>
                    <a:pt x="12308" y="11141"/>
                    <a:pt x="12586" y="10864"/>
                    <a:pt x="12586" y="10521"/>
                  </a:cubicBezTo>
                  <a:lnTo>
                    <a:pt x="12586" y="623"/>
                  </a:lnTo>
                  <a:cubicBezTo>
                    <a:pt x="12587" y="279"/>
                    <a:pt x="12307" y="2"/>
                    <a:pt x="11966" y="2"/>
                  </a:cubicBezTo>
                  <a:lnTo>
                    <a:pt x="10946" y="2"/>
                  </a:lnTo>
                  <a:cubicBezTo>
                    <a:pt x="10841" y="2"/>
                    <a:pt x="10757" y="91"/>
                    <a:pt x="10767" y="199"/>
                  </a:cubicBezTo>
                  <a:cubicBezTo>
                    <a:pt x="10775" y="293"/>
                    <a:pt x="10860" y="362"/>
                    <a:pt x="10955" y="362"/>
                  </a:cubicBezTo>
                  <a:lnTo>
                    <a:pt x="11975" y="362"/>
                  </a:lnTo>
                  <a:cubicBezTo>
                    <a:pt x="12114" y="362"/>
                    <a:pt x="12227" y="475"/>
                    <a:pt x="12227" y="613"/>
                  </a:cubicBezTo>
                  <a:lnTo>
                    <a:pt x="12227" y="1575"/>
                  </a:lnTo>
                  <a:lnTo>
                    <a:pt x="11001" y="1575"/>
                  </a:lnTo>
                  <a:cubicBezTo>
                    <a:pt x="10520" y="1086"/>
                    <a:pt x="9850" y="784"/>
                    <a:pt x="9112" y="784"/>
                  </a:cubicBezTo>
                  <a:cubicBezTo>
                    <a:pt x="8374" y="784"/>
                    <a:pt x="7704" y="1086"/>
                    <a:pt x="7223" y="1575"/>
                  </a:cubicBezTo>
                  <a:lnTo>
                    <a:pt x="366" y="1575"/>
                  </a:lnTo>
                  <a:lnTo>
                    <a:pt x="366" y="623"/>
                  </a:lnTo>
                  <a:cubicBezTo>
                    <a:pt x="366" y="623"/>
                    <a:pt x="482" y="371"/>
                    <a:pt x="621" y="362"/>
                  </a:cubicBezTo>
                  <a:lnTo>
                    <a:pt x="10091" y="362"/>
                  </a:lnTo>
                  <a:cubicBezTo>
                    <a:pt x="10096" y="362"/>
                    <a:pt x="10101" y="363"/>
                    <a:pt x="10106" y="363"/>
                  </a:cubicBezTo>
                  <a:cubicBezTo>
                    <a:pt x="10201" y="363"/>
                    <a:pt x="10276" y="283"/>
                    <a:pt x="10276" y="185"/>
                  </a:cubicBezTo>
                  <a:cubicBezTo>
                    <a:pt x="10276" y="83"/>
                    <a:pt x="10194" y="1"/>
                    <a:pt x="100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44"/>
            <p:cNvSpPr/>
            <p:nvPr/>
          </p:nvSpPr>
          <p:spPr>
            <a:xfrm>
              <a:off x="6483886" y="931331"/>
              <a:ext cx="13714" cy="201927"/>
            </a:xfrm>
            <a:custGeom>
              <a:rect b="b" l="l" r="r" t="t"/>
              <a:pathLst>
                <a:path extrusionOk="0" h="5330" w="362">
                  <a:moveTo>
                    <a:pt x="181" y="1"/>
                  </a:moveTo>
                  <a:cubicBezTo>
                    <a:pt x="82" y="1"/>
                    <a:pt x="0" y="83"/>
                    <a:pt x="0" y="185"/>
                  </a:cubicBezTo>
                  <a:lnTo>
                    <a:pt x="0" y="5140"/>
                  </a:lnTo>
                  <a:cubicBezTo>
                    <a:pt x="0" y="5228"/>
                    <a:pt x="58" y="5309"/>
                    <a:pt x="145" y="5326"/>
                  </a:cubicBezTo>
                  <a:cubicBezTo>
                    <a:pt x="157" y="5329"/>
                    <a:pt x="169" y="5330"/>
                    <a:pt x="181" y="5330"/>
                  </a:cubicBezTo>
                  <a:cubicBezTo>
                    <a:pt x="281" y="5330"/>
                    <a:pt x="362" y="5247"/>
                    <a:pt x="362" y="5145"/>
                  </a:cubicBezTo>
                  <a:lnTo>
                    <a:pt x="362" y="190"/>
                  </a:lnTo>
                  <a:cubicBezTo>
                    <a:pt x="362" y="102"/>
                    <a:pt x="304" y="21"/>
                    <a:pt x="218" y="5"/>
                  </a:cubicBezTo>
                  <a:cubicBezTo>
                    <a:pt x="206" y="2"/>
                    <a:pt x="193" y="1"/>
                    <a:pt x="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44"/>
            <p:cNvSpPr/>
            <p:nvPr/>
          </p:nvSpPr>
          <p:spPr>
            <a:xfrm>
              <a:off x="6410162" y="949062"/>
              <a:ext cx="51940" cy="13676"/>
            </a:xfrm>
            <a:custGeom>
              <a:rect b="b" l="l" r="r" t="t"/>
              <a:pathLst>
                <a:path extrusionOk="0" h="361" w="1371">
                  <a:moveTo>
                    <a:pt x="197" y="1"/>
                  </a:moveTo>
                  <a:cubicBezTo>
                    <a:pt x="102" y="1"/>
                    <a:pt x="17" y="71"/>
                    <a:pt x="9" y="166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73" y="361"/>
                  </a:lnTo>
                  <a:cubicBezTo>
                    <a:pt x="1269" y="361"/>
                    <a:pt x="1354" y="292"/>
                    <a:pt x="1362" y="197"/>
                  </a:cubicBezTo>
                  <a:cubicBezTo>
                    <a:pt x="1370" y="90"/>
                    <a:pt x="1287" y="1"/>
                    <a:pt x="1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44"/>
            <p:cNvSpPr/>
            <p:nvPr/>
          </p:nvSpPr>
          <p:spPr>
            <a:xfrm>
              <a:off x="6410162" y="980127"/>
              <a:ext cx="51940" cy="13676"/>
            </a:xfrm>
            <a:custGeom>
              <a:rect b="b" l="l" r="r" t="t"/>
              <a:pathLst>
                <a:path extrusionOk="0" h="361" w="1371">
                  <a:moveTo>
                    <a:pt x="197" y="1"/>
                  </a:moveTo>
                  <a:cubicBezTo>
                    <a:pt x="102" y="1"/>
                    <a:pt x="17" y="70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73" y="361"/>
                  </a:lnTo>
                  <a:cubicBezTo>
                    <a:pt x="1269" y="361"/>
                    <a:pt x="1354" y="291"/>
                    <a:pt x="1362" y="196"/>
                  </a:cubicBezTo>
                  <a:cubicBezTo>
                    <a:pt x="1370" y="90"/>
                    <a:pt x="1287" y="1"/>
                    <a:pt x="1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44"/>
            <p:cNvSpPr/>
            <p:nvPr/>
          </p:nvSpPr>
          <p:spPr>
            <a:xfrm>
              <a:off x="6410162" y="1009943"/>
              <a:ext cx="51902" cy="13676"/>
            </a:xfrm>
            <a:custGeom>
              <a:rect b="b" l="l" r="r" t="t"/>
              <a:pathLst>
                <a:path extrusionOk="0" h="361" w="1370">
                  <a:moveTo>
                    <a:pt x="197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0" y="270"/>
                    <a:pt x="84" y="360"/>
                    <a:pt x="189" y="360"/>
                  </a:cubicBezTo>
                  <a:lnTo>
                    <a:pt x="1171" y="360"/>
                  </a:lnTo>
                  <a:cubicBezTo>
                    <a:pt x="1268" y="360"/>
                    <a:pt x="1353" y="290"/>
                    <a:pt x="1360" y="197"/>
                  </a:cubicBezTo>
                  <a:cubicBezTo>
                    <a:pt x="1369" y="89"/>
                    <a:pt x="1286" y="0"/>
                    <a:pt x="11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44"/>
            <p:cNvSpPr/>
            <p:nvPr/>
          </p:nvSpPr>
          <p:spPr>
            <a:xfrm>
              <a:off x="6410162" y="1040895"/>
              <a:ext cx="51940" cy="13714"/>
            </a:xfrm>
            <a:custGeom>
              <a:rect b="b" l="l" r="r" t="t"/>
              <a:pathLst>
                <a:path extrusionOk="0" h="362" w="1371">
                  <a:moveTo>
                    <a:pt x="197" y="0"/>
                  </a:moveTo>
                  <a:cubicBezTo>
                    <a:pt x="102" y="0"/>
                    <a:pt x="17" y="69"/>
                    <a:pt x="9" y="163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73" y="361"/>
                  </a:lnTo>
                  <a:cubicBezTo>
                    <a:pt x="1269" y="361"/>
                    <a:pt x="1354" y="292"/>
                    <a:pt x="1362" y="196"/>
                  </a:cubicBezTo>
                  <a:cubicBezTo>
                    <a:pt x="1370" y="89"/>
                    <a:pt x="1287" y="0"/>
                    <a:pt x="11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44"/>
            <p:cNvSpPr/>
            <p:nvPr/>
          </p:nvSpPr>
          <p:spPr>
            <a:xfrm>
              <a:off x="6410162" y="1070748"/>
              <a:ext cx="51940" cy="13639"/>
            </a:xfrm>
            <a:custGeom>
              <a:rect b="b" l="l" r="r" t="t"/>
              <a:pathLst>
                <a:path extrusionOk="0" h="360" w="1371">
                  <a:moveTo>
                    <a:pt x="197" y="1"/>
                  </a:moveTo>
                  <a:cubicBezTo>
                    <a:pt x="102" y="1"/>
                    <a:pt x="17" y="70"/>
                    <a:pt x="9" y="165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1173" y="360"/>
                  </a:lnTo>
                  <a:cubicBezTo>
                    <a:pt x="1269" y="360"/>
                    <a:pt x="1354" y="291"/>
                    <a:pt x="1362" y="197"/>
                  </a:cubicBezTo>
                  <a:cubicBezTo>
                    <a:pt x="1370" y="90"/>
                    <a:pt x="1287" y="1"/>
                    <a:pt x="1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44"/>
            <p:cNvSpPr/>
            <p:nvPr/>
          </p:nvSpPr>
          <p:spPr>
            <a:xfrm>
              <a:off x="6410162" y="1101776"/>
              <a:ext cx="51902" cy="13714"/>
            </a:xfrm>
            <a:custGeom>
              <a:rect b="b" l="l" r="r" t="t"/>
              <a:pathLst>
                <a:path extrusionOk="0" h="362" w="1370">
                  <a:moveTo>
                    <a:pt x="197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1171" y="361"/>
                  </a:lnTo>
                  <a:cubicBezTo>
                    <a:pt x="1268" y="361"/>
                    <a:pt x="1353" y="292"/>
                    <a:pt x="1360" y="198"/>
                  </a:cubicBezTo>
                  <a:cubicBezTo>
                    <a:pt x="1369" y="90"/>
                    <a:pt x="1286" y="1"/>
                    <a:pt x="1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3" name="Google Shape;1723;p44"/>
          <p:cNvGrpSpPr/>
          <p:nvPr/>
        </p:nvGrpSpPr>
        <p:grpSpPr>
          <a:xfrm>
            <a:off x="5121479" y="2765139"/>
            <a:ext cx="341254" cy="302123"/>
            <a:chOff x="5553999" y="740543"/>
            <a:chExt cx="476745" cy="422077"/>
          </a:xfrm>
        </p:grpSpPr>
        <p:sp>
          <p:nvSpPr>
            <p:cNvPr id="1724" name="Google Shape;1724;p44"/>
            <p:cNvSpPr/>
            <p:nvPr/>
          </p:nvSpPr>
          <p:spPr>
            <a:xfrm>
              <a:off x="5553999" y="740543"/>
              <a:ext cx="476745" cy="422077"/>
            </a:xfrm>
            <a:custGeom>
              <a:rect b="b" l="l" r="r" t="t"/>
              <a:pathLst>
                <a:path extrusionOk="0" h="11141" w="12584">
                  <a:moveTo>
                    <a:pt x="12223" y="1967"/>
                  </a:moveTo>
                  <a:lnTo>
                    <a:pt x="12223" y="10529"/>
                  </a:lnTo>
                  <a:cubicBezTo>
                    <a:pt x="12223" y="10667"/>
                    <a:pt x="12110" y="10780"/>
                    <a:pt x="11971" y="10780"/>
                  </a:cubicBezTo>
                  <a:lnTo>
                    <a:pt x="613" y="10780"/>
                  </a:lnTo>
                  <a:cubicBezTo>
                    <a:pt x="475" y="10780"/>
                    <a:pt x="362" y="10667"/>
                    <a:pt x="362" y="10529"/>
                  </a:cubicBezTo>
                  <a:lnTo>
                    <a:pt x="362" y="1967"/>
                  </a:lnTo>
                  <a:close/>
                  <a:moveTo>
                    <a:pt x="622" y="1"/>
                  </a:moveTo>
                  <a:cubicBezTo>
                    <a:pt x="278" y="1"/>
                    <a:pt x="1" y="278"/>
                    <a:pt x="1" y="622"/>
                  </a:cubicBezTo>
                  <a:lnTo>
                    <a:pt x="1" y="10520"/>
                  </a:lnTo>
                  <a:cubicBezTo>
                    <a:pt x="1" y="10863"/>
                    <a:pt x="278" y="11140"/>
                    <a:pt x="622" y="11140"/>
                  </a:cubicBezTo>
                  <a:lnTo>
                    <a:pt x="11962" y="11140"/>
                  </a:lnTo>
                  <a:cubicBezTo>
                    <a:pt x="12305" y="11140"/>
                    <a:pt x="12583" y="10863"/>
                    <a:pt x="12583" y="10520"/>
                  </a:cubicBezTo>
                  <a:lnTo>
                    <a:pt x="12583" y="622"/>
                  </a:lnTo>
                  <a:cubicBezTo>
                    <a:pt x="12584" y="278"/>
                    <a:pt x="12305" y="1"/>
                    <a:pt x="11964" y="1"/>
                  </a:cubicBezTo>
                  <a:lnTo>
                    <a:pt x="9236" y="1"/>
                  </a:lnTo>
                  <a:cubicBezTo>
                    <a:pt x="9141" y="1"/>
                    <a:pt x="9055" y="71"/>
                    <a:pt x="9048" y="165"/>
                  </a:cubicBezTo>
                  <a:cubicBezTo>
                    <a:pt x="9038" y="272"/>
                    <a:pt x="9122" y="361"/>
                    <a:pt x="9227" y="361"/>
                  </a:cubicBezTo>
                  <a:lnTo>
                    <a:pt x="11972" y="361"/>
                  </a:lnTo>
                  <a:cubicBezTo>
                    <a:pt x="12111" y="361"/>
                    <a:pt x="12223" y="474"/>
                    <a:pt x="12223" y="612"/>
                  </a:cubicBezTo>
                  <a:lnTo>
                    <a:pt x="12223" y="1574"/>
                  </a:lnTo>
                  <a:lnTo>
                    <a:pt x="362" y="1574"/>
                  </a:lnTo>
                  <a:lnTo>
                    <a:pt x="362" y="553"/>
                  </a:lnTo>
                  <a:cubicBezTo>
                    <a:pt x="362" y="446"/>
                    <a:pt x="448" y="361"/>
                    <a:pt x="554" y="361"/>
                  </a:cubicBezTo>
                  <a:lnTo>
                    <a:pt x="8393" y="361"/>
                  </a:lnTo>
                  <a:cubicBezTo>
                    <a:pt x="8441" y="361"/>
                    <a:pt x="8487" y="337"/>
                    <a:pt x="8514" y="298"/>
                  </a:cubicBezTo>
                  <a:cubicBezTo>
                    <a:pt x="8612" y="154"/>
                    <a:pt x="8508" y="1"/>
                    <a:pt x="83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44"/>
            <p:cNvSpPr/>
            <p:nvPr/>
          </p:nvSpPr>
          <p:spPr>
            <a:xfrm>
              <a:off x="5603022" y="767289"/>
              <a:ext cx="18677" cy="18677"/>
            </a:xfrm>
            <a:custGeom>
              <a:rect b="b" l="l" r="r" t="t"/>
              <a:pathLst>
                <a:path extrusionOk="0" h="493" w="493">
                  <a:moveTo>
                    <a:pt x="244" y="1"/>
                  </a:moveTo>
                  <a:cubicBezTo>
                    <a:pt x="109" y="1"/>
                    <a:pt x="0" y="111"/>
                    <a:pt x="0" y="247"/>
                  </a:cubicBezTo>
                  <a:cubicBezTo>
                    <a:pt x="0" y="383"/>
                    <a:pt x="110" y="493"/>
                    <a:pt x="246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6" y="1"/>
                  </a:cubicBezTo>
                  <a:cubicBezTo>
                    <a:pt x="246" y="1"/>
                    <a:pt x="245" y="1"/>
                    <a:pt x="2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44"/>
            <p:cNvSpPr/>
            <p:nvPr/>
          </p:nvSpPr>
          <p:spPr>
            <a:xfrm>
              <a:off x="5638710" y="767289"/>
              <a:ext cx="18715" cy="18677"/>
            </a:xfrm>
            <a:custGeom>
              <a:rect b="b" l="l" r="r" t="t"/>
              <a:pathLst>
                <a:path extrusionOk="0" h="493" w="494">
                  <a:moveTo>
                    <a:pt x="245" y="1"/>
                  </a:moveTo>
                  <a:cubicBezTo>
                    <a:pt x="110" y="1"/>
                    <a:pt x="1" y="111"/>
                    <a:pt x="1" y="247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7" y="1"/>
                  </a:cubicBezTo>
                  <a:cubicBezTo>
                    <a:pt x="246" y="1"/>
                    <a:pt x="246" y="1"/>
                    <a:pt x="2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44"/>
            <p:cNvSpPr/>
            <p:nvPr/>
          </p:nvSpPr>
          <p:spPr>
            <a:xfrm>
              <a:off x="5674511" y="767289"/>
              <a:ext cx="18639" cy="18677"/>
            </a:xfrm>
            <a:custGeom>
              <a:rect b="b" l="l" r="r" t="t"/>
              <a:pathLst>
                <a:path extrusionOk="0" h="493" w="492">
                  <a:moveTo>
                    <a:pt x="244" y="1"/>
                  </a:moveTo>
                  <a:cubicBezTo>
                    <a:pt x="110" y="1"/>
                    <a:pt x="1" y="111"/>
                    <a:pt x="1" y="247"/>
                  </a:cubicBezTo>
                  <a:cubicBezTo>
                    <a:pt x="1" y="383"/>
                    <a:pt x="111" y="493"/>
                    <a:pt x="246" y="493"/>
                  </a:cubicBezTo>
                  <a:cubicBezTo>
                    <a:pt x="382" y="493"/>
                    <a:pt x="492" y="383"/>
                    <a:pt x="492" y="247"/>
                  </a:cubicBezTo>
                  <a:cubicBezTo>
                    <a:pt x="492" y="111"/>
                    <a:pt x="382" y="1"/>
                    <a:pt x="246" y="1"/>
                  </a:cubicBezTo>
                  <a:cubicBezTo>
                    <a:pt x="245" y="1"/>
                    <a:pt x="244" y="1"/>
                    <a:pt x="2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44"/>
            <p:cNvSpPr/>
            <p:nvPr/>
          </p:nvSpPr>
          <p:spPr>
            <a:xfrm>
              <a:off x="5711866" y="985166"/>
              <a:ext cx="53077" cy="61146"/>
            </a:xfrm>
            <a:custGeom>
              <a:rect b="b" l="l" r="r" t="t"/>
              <a:pathLst>
                <a:path extrusionOk="0" h="1614" w="1401">
                  <a:moveTo>
                    <a:pt x="700" y="663"/>
                  </a:moveTo>
                  <a:lnTo>
                    <a:pt x="809" y="948"/>
                  </a:lnTo>
                  <a:lnTo>
                    <a:pt x="592" y="948"/>
                  </a:lnTo>
                  <a:lnTo>
                    <a:pt x="700" y="663"/>
                  </a:lnTo>
                  <a:close/>
                  <a:moveTo>
                    <a:pt x="702" y="1"/>
                  </a:moveTo>
                  <a:cubicBezTo>
                    <a:pt x="615" y="1"/>
                    <a:pt x="538" y="53"/>
                    <a:pt x="505" y="134"/>
                  </a:cubicBezTo>
                  <a:cubicBezTo>
                    <a:pt x="505" y="135"/>
                    <a:pt x="504" y="136"/>
                    <a:pt x="504" y="137"/>
                  </a:cubicBezTo>
                  <a:lnTo>
                    <a:pt x="37" y="1364"/>
                  </a:lnTo>
                  <a:cubicBezTo>
                    <a:pt x="0" y="1460"/>
                    <a:pt x="48" y="1565"/>
                    <a:pt x="143" y="1602"/>
                  </a:cubicBezTo>
                  <a:cubicBezTo>
                    <a:pt x="163" y="1610"/>
                    <a:pt x="185" y="1614"/>
                    <a:pt x="207" y="1614"/>
                  </a:cubicBezTo>
                  <a:cubicBezTo>
                    <a:pt x="281" y="1614"/>
                    <a:pt x="352" y="1569"/>
                    <a:pt x="381" y="1496"/>
                  </a:cubicBezTo>
                  <a:lnTo>
                    <a:pt x="452" y="1309"/>
                  </a:lnTo>
                  <a:lnTo>
                    <a:pt x="948" y="1309"/>
                  </a:lnTo>
                  <a:lnTo>
                    <a:pt x="1016" y="1488"/>
                  </a:lnTo>
                  <a:cubicBezTo>
                    <a:pt x="1044" y="1563"/>
                    <a:pt x="1116" y="1613"/>
                    <a:pt x="1192" y="1613"/>
                  </a:cubicBezTo>
                  <a:cubicBezTo>
                    <a:pt x="1206" y="1613"/>
                    <a:pt x="1219" y="1612"/>
                    <a:pt x="1233" y="1608"/>
                  </a:cubicBezTo>
                  <a:cubicBezTo>
                    <a:pt x="1343" y="1581"/>
                    <a:pt x="1400" y="1467"/>
                    <a:pt x="1363" y="1363"/>
                  </a:cubicBezTo>
                  <a:lnTo>
                    <a:pt x="901" y="139"/>
                  </a:lnTo>
                  <a:cubicBezTo>
                    <a:pt x="901" y="137"/>
                    <a:pt x="900" y="135"/>
                    <a:pt x="898" y="134"/>
                  </a:cubicBezTo>
                  <a:cubicBezTo>
                    <a:pt x="865" y="53"/>
                    <a:pt x="788" y="1"/>
                    <a:pt x="7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44"/>
            <p:cNvSpPr/>
            <p:nvPr/>
          </p:nvSpPr>
          <p:spPr>
            <a:xfrm>
              <a:off x="5861890" y="985810"/>
              <a:ext cx="45955" cy="60275"/>
            </a:xfrm>
            <a:custGeom>
              <a:rect b="b" l="l" r="r" t="t"/>
              <a:pathLst>
                <a:path extrusionOk="0" h="1591" w="1213">
                  <a:moveTo>
                    <a:pt x="186" y="1"/>
                  </a:moveTo>
                  <a:cubicBezTo>
                    <a:pt x="149" y="1"/>
                    <a:pt x="111" y="12"/>
                    <a:pt x="77" y="36"/>
                  </a:cubicBezTo>
                  <a:cubicBezTo>
                    <a:pt x="27" y="72"/>
                    <a:pt x="0" y="129"/>
                    <a:pt x="0" y="190"/>
                  </a:cubicBezTo>
                  <a:lnTo>
                    <a:pt x="0" y="1402"/>
                  </a:lnTo>
                  <a:cubicBezTo>
                    <a:pt x="0" y="1497"/>
                    <a:pt x="69" y="1583"/>
                    <a:pt x="164" y="1590"/>
                  </a:cubicBezTo>
                  <a:cubicBezTo>
                    <a:pt x="169" y="1591"/>
                    <a:pt x="175" y="1591"/>
                    <a:pt x="180" y="1591"/>
                  </a:cubicBezTo>
                  <a:cubicBezTo>
                    <a:pt x="280" y="1591"/>
                    <a:pt x="360" y="1510"/>
                    <a:pt x="360" y="1411"/>
                  </a:cubicBezTo>
                  <a:lnTo>
                    <a:pt x="360" y="774"/>
                  </a:lnTo>
                  <a:lnTo>
                    <a:pt x="854" y="1490"/>
                  </a:lnTo>
                  <a:cubicBezTo>
                    <a:pt x="901" y="1558"/>
                    <a:pt x="963" y="1582"/>
                    <a:pt x="1019" y="1582"/>
                  </a:cubicBezTo>
                  <a:cubicBezTo>
                    <a:pt x="1040" y="1582"/>
                    <a:pt x="1059" y="1579"/>
                    <a:pt x="1077" y="1573"/>
                  </a:cubicBezTo>
                  <a:cubicBezTo>
                    <a:pt x="1108" y="1563"/>
                    <a:pt x="1213" y="1519"/>
                    <a:pt x="1213" y="1369"/>
                  </a:cubicBezTo>
                  <a:lnTo>
                    <a:pt x="1213" y="183"/>
                  </a:lnTo>
                  <a:cubicBezTo>
                    <a:pt x="1213" y="83"/>
                    <a:pt x="1132" y="2"/>
                    <a:pt x="1033" y="2"/>
                  </a:cubicBezTo>
                  <a:cubicBezTo>
                    <a:pt x="933" y="2"/>
                    <a:pt x="853" y="83"/>
                    <a:pt x="853" y="183"/>
                  </a:cubicBezTo>
                  <a:lnTo>
                    <a:pt x="853" y="825"/>
                  </a:lnTo>
                  <a:lnTo>
                    <a:pt x="338" y="81"/>
                  </a:lnTo>
                  <a:cubicBezTo>
                    <a:pt x="303" y="30"/>
                    <a:pt x="245" y="1"/>
                    <a:pt x="1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44"/>
            <p:cNvSpPr/>
            <p:nvPr/>
          </p:nvSpPr>
          <p:spPr>
            <a:xfrm>
              <a:off x="5607417" y="986416"/>
              <a:ext cx="29891" cy="61109"/>
            </a:xfrm>
            <a:custGeom>
              <a:rect b="b" l="l" r="r" t="t"/>
              <a:pathLst>
                <a:path extrusionOk="0" h="1613" w="789">
                  <a:moveTo>
                    <a:pt x="181" y="0"/>
                  </a:moveTo>
                  <a:cubicBezTo>
                    <a:pt x="82" y="0"/>
                    <a:pt x="2" y="82"/>
                    <a:pt x="2" y="184"/>
                  </a:cubicBezTo>
                  <a:lnTo>
                    <a:pt x="2" y="1428"/>
                  </a:lnTo>
                  <a:cubicBezTo>
                    <a:pt x="1" y="1517"/>
                    <a:pt x="64" y="1596"/>
                    <a:pt x="150" y="1612"/>
                  </a:cubicBezTo>
                  <a:cubicBezTo>
                    <a:pt x="150" y="1612"/>
                    <a:pt x="292" y="1613"/>
                    <a:pt x="428" y="1613"/>
                  </a:cubicBezTo>
                  <a:cubicBezTo>
                    <a:pt x="496" y="1613"/>
                    <a:pt x="562" y="1613"/>
                    <a:pt x="609" y="1612"/>
                  </a:cubicBezTo>
                  <a:cubicBezTo>
                    <a:pt x="709" y="1612"/>
                    <a:pt x="788" y="1528"/>
                    <a:pt x="788" y="1427"/>
                  </a:cubicBezTo>
                  <a:cubicBezTo>
                    <a:pt x="788" y="1326"/>
                    <a:pt x="706" y="1243"/>
                    <a:pt x="607" y="1243"/>
                  </a:cubicBezTo>
                  <a:lnTo>
                    <a:pt x="606" y="1243"/>
                  </a:lnTo>
                  <a:cubicBezTo>
                    <a:pt x="522" y="1243"/>
                    <a:pt x="434" y="1244"/>
                    <a:pt x="361" y="1244"/>
                  </a:cubicBezTo>
                  <a:lnTo>
                    <a:pt x="361" y="191"/>
                  </a:lnTo>
                  <a:cubicBezTo>
                    <a:pt x="361" y="95"/>
                    <a:pt x="292" y="10"/>
                    <a:pt x="197" y="1"/>
                  </a:cubicBezTo>
                  <a:cubicBezTo>
                    <a:pt x="192" y="1"/>
                    <a:pt x="187" y="0"/>
                    <a:pt x="1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44"/>
            <p:cNvSpPr/>
            <p:nvPr/>
          </p:nvSpPr>
          <p:spPr>
            <a:xfrm>
              <a:off x="5833325" y="987894"/>
              <a:ext cx="13714" cy="57661"/>
            </a:xfrm>
            <a:custGeom>
              <a:rect b="b" l="l" r="r" t="t"/>
              <a:pathLst>
                <a:path extrusionOk="0" h="1522" w="362">
                  <a:moveTo>
                    <a:pt x="181" y="1"/>
                  </a:moveTo>
                  <a:cubicBezTo>
                    <a:pt x="82" y="1"/>
                    <a:pt x="0" y="83"/>
                    <a:pt x="0" y="182"/>
                  </a:cubicBezTo>
                  <a:lnTo>
                    <a:pt x="0" y="1332"/>
                  </a:lnTo>
                  <a:cubicBezTo>
                    <a:pt x="0" y="1428"/>
                    <a:pt x="69" y="1513"/>
                    <a:pt x="163" y="1521"/>
                  </a:cubicBezTo>
                  <a:cubicBezTo>
                    <a:pt x="169" y="1521"/>
                    <a:pt x="175" y="1521"/>
                    <a:pt x="180" y="1521"/>
                  </a:cubicBezTo>
                  <a:cubicBezTo>
                    <a:pt x="280" y="1521"/>
                    <a:pt x="360" y="1441"/>
                    <a:pt x="360" y="1341"/>
                  </a:cubicBezTo>
                  <a:lnTo>
                    <a:pt x="360" y="181"/>
                  </a:lnTo>
                  <a:cubicBezTo>
                    <a:pt x="361" y="80"/>
                    <a:pt x="281" y="1"/>
                    <a:pt x="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44"/>
            <p:cNvSpPr/>
            <p:nvPr/>
          </p:nvSpPr>
          <p:spPr>
            <a:xfrm>
              <a:off x="5775020" y="987553"/>
              <a:ext cx="45348" cy="59669"/>
            </a:xfrm>
            <a:custGeom>
              <a:rect b="b" l="l" r="r" t="t"/>
              <a:pathLst>
                <a:path extrusionOk="0" h="1575" w="1197">
                  <a:moveTo>
                    <a:pt x="514" y="361"/>
                  </a:moveTo>
                  <a:cubicBezTo>
                    <a:pt x="795" y="361"/>
                    <a:pt x="817" y="681"/>
                    <a:pt x="817" y="780"/>
                  </a:cubicBezTo>
                  <a:cubicBezTo>
                    <a:pt x="816" y="985"/>
                    <a:pt x="725" y="1194"/>
                    <a:pt x="521" y="1198"/>
                  </a:cubicBezTo>
                  <a:cubicBezTo>
                    <a:pt x="482" y="1199"/>
                    <a:pt x="419" y="1199"/>
                    <a:pt x="359" y="1199"/>
                  </a:cubicBezTo>
                  <a:cubicBezTo>
                    <a:pt x="359" y="1058"/>
                    <a:pt x="357" y="506"/>
                    <a:pt x="357" y="361"/>
                  </a:cubicBezTo>
                  <a:close/>
                  <a:moveTo>
                    <a:pt x="184" y="0"/>
                  </a:moveTo>
                  <a:cubicBezTo>
                    <a:pt x="136" y="0"/>
                    <a:pt x="89" y="20"/>
                    <a:pt x="55" y="55"/>
                  </a:cubicBezTo>
                  <a:cubicBezTo>
                    <a:pt x="20" y="88"/>
                    <a:pt x="1" y="136"/>
                    <a:pt x="1" y="186"/>
                  </a:cubicBezTo>
                  <a:lnTo>
                    <a:pt x="4" y="1391"/>
                  </a:lnTo>
                  <a:cubicBezTo>
                    <a:pt x="4" y="1440"/>
                    <a:pt x="24" y="1487"/>
                    <a:pt x="57" y="1521"/>
                  </a:cubicBezTo>
                  <a:cubicBezTo>
                    <a:pt x="92" y="1555"/>
                    <a:pt x="139" y="1575"/>
                    <a:pt x="187" y="1575"/>
                  </a:cubicBezTo>
                  <a:cubicBezTo>
                    <a:pt x="197" y="1575"/>
                    <a:pt x="440" y="1574"/>
                    <a:pt x="538" y="1571"/>
                  </a:cubicBezTo>
                  <a:cubicBezTo>
                    <a:pt x="919" y="1565"/>
                    <a:pt x="1195" y="1235"/>
                    <a:pt x="1195" y="788"/>
                  </a:cubicBezTo>
                  <a:cubicBezTo>
                    <a:pt x="1197" y="317"/>
                    <a:pt x="926" y="0"/>
                    <a:pt x="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44"/>
            <p:cNvSpPr/>
            <p:nvPr/>
          </p:nvSpPr>
          <p:spPr>
            <a:xfrm>
              <a:off x="5909701" y="986795"/>
              <a:ext cx="66678" cy="59820"/>
            </a:xfrm>
            <a:custGeom>
              <a:rect b="b" l="l" r="r" t="t"/>
              <a:pathLst>
                <a:path extrusionOk="0" h="1579" w="1760">
                  <a:moveTo>
                    <a:pt x="1054" y="1"/>
                  </a:moveTo>
                  <a:cubicBezTo>
                    <a:pt x="860" y="1"/>
                    <a:pt x="658" y="71"/>
                    <a:pt x="478" y="220"/>
                  </a:cubicBezTo>
                  <a:cubicBezTo>
                    <a:pt x="466" y="232"/>
                    <a:pt x="455" y="244"/>
                    <a:pt x="445" y="256"/>
                  </a:cubicBezTo>
                  <a:cubicBezTo>
                    <a:pt x="0" y="893"/>
                    <a:pt x="448" y="1579"/>
                    <a:pt x="1054" y="1579"/>
                  </a:cubicBezTo>
                  <a:cubicBezTo>
                    <a:pt x="1470" y="1579"/>
                    <a:pt x="1760" y="1254"/>
                    <a:pt x="1760" y="790"/>
                  </a:cubicBezTo>
                  <a:cubicBezTo>
                    <a:pt x="1760" y="691"/>
                    <a:pt x="1679" y="610"/>
                    <a:pt x="1580" y="610"/>
                  </a:cubicBezTo>
                  <a:lnTo>
                    <a:pt x="1146" y="610"/>
                  </a:lnTo>
                  <a:cubicBezTo>
                    <a:pt x="1136" y="610"/>
                    <a:pt x="1125" y="614"/>
                    <a:pt x="1117" y="622"/>
                  </a:cubicBezTo>
                  <a:cubicBezTo>
                    <a:pt x="953" y="779"/>
                    <a:pt x="1062" y="971"/>
                    <a:pt x="1216" y="971"/>
                  </a:cubicBezTo>
                  <a:lnTo>
                    <a:pt x="1376" y="971"/>
                  </a:lnTo>
                  <a:cubicBezTo>
                    <a:pt x="1323" y="1151"/>
                    <a:pt x="1185" y="1219"/>
                    <a:pt x="1056" y="1219"/>
                  </a:cubicBezTo>
                  <a:cubicBezTo>
                    <a:pt x="727" y="1219"/>
                    <a:pt x="483" y="847"/>
                    <a:pt x="724" y="501"/>
                  </a:cubicBezTo>
                  <a:cubicBezTo>
                    <a:pt x="729" y="493"/>
                    <a:pt x="737" y="487"/>
                    <a:pt x="743" y="480"/>
                  </a:cubicBezTo>
                  <a:cubicBezTo>
                    <a:pt x="840" y="399"/>
                    <a:pt x="950" y="361"/>
                    <a:pt x="1055" y="361"/>
                  </a:cubicBezTo>
                  <a:cubicBezTo>
                    <a:pt x="1161" y="361"/>
                    <a:pt x="1262" y="399"/>
                    <a:pt x="1341" y="471"/>
                  </a:cubicBezTo>
                  <a:cubicBezTo>
                    <a:pt x="1349" y="478"/>
                    <a:pt x="1359" y="481"/>
                    <a:pt x="1369" y="481"/>
                  </a:cubicBezTo>
                  <a:cubicBezTo>
                    <a:pt x="1370" y="481"/>
                    <a:pt x="1372" y="481"/>
                    <a:pt x="1373" y="481"/>
                  </a:cubicBezTo>
                  <a:cubicBezTo>
                    <a:pt x="1606" y="448"/>
                    <a:pt x="1625" y="223"/>
                    <a:pt x="1496" y="136"/>
                  </a:cubicBezTo>
                  <a:cubicBezTo>
                    <a:pt x="1365" y="48"/>
                    <a:pt x="1212" y="1"/>
                    <a:pt x="10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44"/>
            <p:cNvSpPr/>
            <p:nvPr/>
          </p:nvSpPr>
          <p:spPr>
            <a:xfrm>
              <a:off x="5644771" y="985772"/>
              <a:ext cx="61109" cy="61146"/>
            </a:xfrm>
            <a:custGeom>
              <a:rect b="b" l="l" r="r" t="t"/>
              <a:pathLst>
                <a:path extrusionOk="0" h="1614" w="1613">
                  <a:moveTo>
                    <a:pt x="807" y="369"/>
                  </a:moveTo>
                  <a:cubicBezTo>
                    <a:pt x="1048" y="369"/>
                    <a:pt x="1244" y="565"/>
                    <a:pt x="1244" y="807"/>
                  </a:cubicBezTo>
                  <a:cubicBezTo>
                    <a:pt x="1244" y="1050"/>
                    <a:pt x="1048" y="1246"/>
                    <a:pt x="807" y="1246"/>
                  </a:cubicBezTo>
                  <a:cubicBezTo>
                    <a:pt x="566" y="1246"/>
                    <a:pt x="368" y="1050"/>
                    <a:pt x="368" y="807"/>
                  </a:cubicBezTo>
                  <a:cubicBezTo>
                    <a:pt x="368" y="566"/>
                    <a:pt x="564" y="369"/>
                    <a:pt x="807" y="369"/>
                  </a:cubicBezTo>
                  <a:close/>
                  <a:moveTo>
                    <a:pt x="807" y="0"/>
                  </a:moveTo>
                  <a:cubicBezTo>
                    <a:pt x="361" y="0"/>
                    <a:pt x="0" y="362"/>
                    <a:pt x="0" y="807"/>
                  </a:cubicBezTo>
                  <a:cubicBezTo>
                    <a:pt x="0" y="1252"/>
                    <a:pt x="361" y="1613"/>
                    <a:pt x="807" y="1613"/>
                  </a:cubicBezTo>
                  <a:cubicBezTo>
                    <a:pt x="1252" y="1613"/>
                    <a:pt x="1613" y="1252"/>
                    <a:pt x="1613" y="807"/>
                  </a:cubicBezTo>
                  <a:cubicBezTo>
                    <a:pt x="1613" y="364"/>
                    <a:pt x="1252" y="0"/>
                    <a:pt x="8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44"/>
            <p:cNvSpPr/>
            <p:nvPr/>
          </p:nvSpPr>
          <p:spPr>
            <a:xfrm>
              <a:off x="5607379" y="916746"/>
              <a:ext cx="369985" cy="47318"/>
            </a:xfrm>
            <a:custGeom>
              <a:rect b="b" l="l" r="r" t="t"/>
              <a:pathLst>
                <a:path extrusionOk="0" h="1249" w="9766">
                  <a:moveTo>
                    <a:pt x="2131" y="363"/>
                  </a:moveTo>
                  <a:lnTo>
                    <a:pt x="2131" y="887"/>
                  </a:lnTo>
                  <a:lnTo>
                    <a:pt x="362" y="887"/>
                  </a:lnTo>
                  <a:lnTo>
                    <a:pt x="362" y="363"/>
                  </a:lnTo>
                  <a:close/>
                  <a:moveTo>
                    <a:pt x="185" y="1"/>
                  </a:moveTo>
                  <a:cubicBezTo>
                    <a:pt x="83" y="1"/>
                    <a:pt x="0" y="84"/>
                    <a:pt x="0" y="186"/>
                  </a:cubicBezTo>
                  <a:lnTo>
                    <a:pt x="0" y="1065"/>
                  </a:lnTo>
                  <a:cubicBezTo>
                    <a:pt x="2" y="1166"/>
                    <a:pt x="84" y="1246"/>
                    <a:pt x="187" y="1246"/>
                  </a:cubicBezTo>
                  <a:lnTo>
                    <a:pt x="3188" y="1246"/>
                  </a:lnTo>
                  <a:cubicBezTo>
                    <a:pt x="3283" y="1246"/>
                    <a:pt x="3368" y="1177"/>
                    <a:pt x="3376" y="1083"/>
                  </a:cubicBezTo>
                  <a:cubicBezTo>
                    <a:pt x="3386" y="976"/>
                    <a:pt x="3301" y="887"/>
                    <a:pt x="3196" y="887"/>
                  </a:cubicBezTo>
                  <a:lnTo>
                    <a:pt x="2525" y="887"/>
                  </a:lnTo>
                  <a:lnTo>
                    <a:pt x="2525" y="363"/>
                  </a:lnTo>
                  <a:lnTo>
                    <a:pt x="9406" y="363"/>
                  </a:lnTo>
                  <a:lnTo>
                    <a:pt x="9406" y="887"/>
                  </a:lnTo>
                  <a:lnTo>
                    <a:pt x="4075" y="887"/>
                  </a:lnTo>
                  <a:cubicBezTo>
                    <a:pt x="3987" y="887"/>
                    <a:pt x="3906" y="944"/>
                    <a:pt x="3889" y="1031"/>
                  </a:cubicBezTo>
                  <a:cubicBezTo>
                    <a:pt x="3865" y="1146"/>
                    <a:pt x="3955" y="1248"/>
                    <a:pt x="4069" y="1248"/>
                  </a:cubicBezTo>
                  <a:lnTo>
                    <a:pt x="9582" y="1248"/>
                  </a:lnTo>
                  <a:cubicBezTo>
                    <a:pt x="9683" y="1248"/>
                    <a:pt x="9766" y="1166"/>
                    <a:pt x="9766" y="1063"/>
                  </a:cubicBezTo>
                  <a:lnTo>
                    <a:pt x="9766" y="186"/>
                  </a:lnTo>
                  <a:cubicBezTo>
                    <a:pt x="9766" y="84"/>
                    <a:pt x="9683" y="1"/>
                    <a:pt x="9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Structured Instruction Prompt (Best Practice)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45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Prompt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“You are a networking tutor.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 Explain the OSI model.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Constraints: Use simple language, 7 bullet points, one per layer.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Output: A clean list only.”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it’s good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Clear role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Clear goal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Constraints → reduce ambiguity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Defined output format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42" name="Google Shape;1742;p45"/>
          <p:cNvGrpSpPr/>
          <p:nvPr/>
        </p:nvGrpSpPr>
        <p:grpSpPr>
          <a:xfrm>
            <a:off x="3677207" y="1855441"/>
            <a:ext cx="341661" cy="290896"/>
            <a:chOff x="2335403" y="748460"/>
            <a:chExt cx="477313" cy="406392"/>
          </a:xfrm>
        </p:grpSpPr>
        <p:sp>
          <p:nvSpPr>
            <p:cNvPr id="1743" name="Google Shape;1743;p45"/>
            <p:cNvSpPr/>
            <p:nvPr/>
          </p:nvSpPr>
          <p:spPr>
            <a:xfrm>
              <a:off x="2419697" y="928793"/>
              <a:ext cx="35044" cy="13676"/>
            </a:xfrm>
            <a:custGeom>
              <a:rect b="b" l="l" r="r" t="t"/>
              <a:pathLst>
                <a:path extrusionOk="0" h="361" w="925">
                  <a:moveTo>
                    <a:pt x="199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728" y="361"/>
                  </a:lnTo>
                  <a:cubicBezTo>
                    <a:pt x="823" y="361"/>
                    <a:pt x="908" y="291"/>
                    <a:pt x="916" y="197"/>
                  </a:cubicBezTo>
                  <a:cubicBezTo>
                    <a:pt x="924" y="89"/>
                    <a:pt x="841" y="0"/>
                    <a:pt x="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45"/>
            <p:cNvSpPr/>
            <p:nvPr/>
          </p:nvSpPr>
          <p:spPr>
            <a:xfrm>
              <a:off x="2466106" y="928793"/>
              <a:ext cx="51713" cy="13676"/>
            </a:xfrm>
            <a:custGeom>
              <a:rect b="b" l="l" r="r" t="t"/>
              <a:pathLst>
                <a:path extrusionOk="0" h="361" w="1365">
                  <a:moveTo>
                    <a:pt x="197" y="0"/>
                  </a:moveTo>
                  <a:cubicBezTo>
                    <a:pt x="102" y="0"/>
                    <a:pt x="17" y="69"/>
                    <a:pt x="8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66" y="361"/>
                  </a:lnTo>
                  <a:cubicBezTo>
                    <a:pt x="1262" y="361"/>
                    <a:pt x="1347" y="291"/>
                    <a:pt x="1354" y="197"/>
                  </a:cubicBezTo>
                  <a:cubicBezTo>
                    <a:pt x="1365" y="89"/>
                    <a:pt x="1281" y="0"/>
                    <a:pt x="11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45"/>
            <p:cNvSpPr/>
            <p:nvPr/>
          </p:nvSpPr>
          <p:spPr>
            <a:xfrm>
              <a:off x="2420152" y="900266"/>
              <a:ext cx="80354" cy="13676"/>
            </a:xfrm>
            <a:custGeom>
              <a:rect b="b" l="l" r="r" t="t"/>
              <a:pathLst>
                <a:path extrusionOk="0" h="361" w="2121">
                  <a:moveTo>
                    <a:pt x="198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0" y="270"/>
                    <a:pt x="84" y="361"/>
                    <a:pt x="189" y="361"/>
                  </a:cubicBezTo>
                  <a:lnTo>
                    <a:pt x="1922" y="361"/>
                  </a:lnTo>
                  <a:cubicBezTo>
                    <a:pt x="2017" y="361"/>
                    <a:pt x="2103" y="291"/>
                    <a:pt x="2111" y="197"/>
                  </a:cubicBezTo>
                  <a:cubicBezTo>
                    <a:pt x="2120" y="89"/>
                    <a:pt x="2036" y="0"/>
                    <a:pt x="19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45"/>
            <p:cNvSpPr/>
            <p:nvPr/>
          </p:nvSpPr>
          <p:spPr>
            <a:xfrm>
              <a:off x="2419659" y="871700"/>
              <a:ext cx="35044" cy="13676"/>
            </a:xfrm>
            <a:custGeom>
              <a:rect b="b" l="l" r="r" t="t"/>
              <a:pathLst>
                <a:path extrusionOk="0" h="361" w="925">
                  <a:moveTo>
                    <a:pt x="198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726" y="360"/>
                  </a:lnTo>
                  <a:cubicBezTo>
                    <a:pt x="823" y="360"/>
                    <a:pt x="908" y="291"/>
                    <a:pt x="915" y="197"/>
                  </a:cubicBezTo>
                  <a:cubicBezTo>
                    <a:pt x="924" y="89"/>
                    <a:pt x="841" y="0"/>
                    <a:pt x="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45"/>
            <p:cNvSpPr/>
            <p:nvPr/>
          </p:nvSpPr>
          <p:spPr>
            <a:xfrm>
              <a:off x="2466485" y="871700"/>
              <a:ext cx="84597" cy="13676"/>
            </a:xfrm>
            <a:custGeom>
              <a:rect b="b" l="l" r="r" t="t"/>
              <a:pathLst>
                <a:path extrusionOk="0" h="361" w="2233">
                  <a:moveTo>
                    <a:pt x="197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1" y="271"/>
                    <a:pt x="83" y="360"/>
                    <a:pt x="188" y="360"/>
                  </a:cubicBezTo>
                  <a:lnTo>
                    <a:pt x="2035" y="360"/>
                  </a:lnTo>
                  <a:cubicBezTo>
                    <a:pt x="2130" y="360"/>
                    <a:pt x="2216" y="291"/>
                    <a:pt x="2223" y="197"/>
                  </a:cubicBezTo>
                  <a:cubicBezTo>
                    <a:pt x="2232" y="89"/>
                    <a:pt x="2149" y="0"/>
                    <a:pt x="20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45"/>
            <p:cNvSpPr/>
            <p:nvPr/>
          </p:nvSpPr>
          <p:spPr>
            <a:xfrm>
              <a:off x="2428714" y="978953"/>
              <a:ext cx="61828" cy="72171"/>
            </a:xfrm>
            <a:custGeom>
              <a:rect b="b" l="l" r="r" t="t"/>
              <a:pathLst>
                <a:path extrusionOk="0" h="1905" w="1632">
                  <a:moveTo>
                    <a:pt x="821" y="648"/>
                  </a:moveTo>
                  <a:lnTo>
                    <a:pt x="1015" y="1167"/>
                  </a:lnTo>
                  <a:lnTo>
                    <a:pt x="623" y="1167"/>
                  </a:lnTo>
                  <a:lnTo>
                    <a:pt x="821" y="648"/>
                  </a:lnTo>
                  <a:close/>
                  <a:moveTo>
                    <a:pt x="820" y="0"/>
                  </a:moveTo>
                  <a:cubicBezTo>
                    <a:pt x="730" y="0"/>
                    <a:pt x="650" y="54"/>
                    <a:pt x="616" y="136"/>
                  </a:cubicBezTo>
                  <a:cubicBezTo>
                    <a:pt x="616" y="137"/>
                    <a:pt x="615" y="138"/>
                    <a:pt x="615" y="141"/>
                  </a:cubicBezTo>
                  <a:lnTo>
                    <a:pt x="37" y="1655"/>
                  </a:lnTo>
                  <a:cubicBezTo>
                    <a:pt x="0" y="1757"/>
                    <a:pt x="60" y="1855"/>
                    <a:pt x="146" y="1891"/>
                  </a:cubicBezTo>
                  <a:cubicBezTo>
                    <a:pt x="166" y="1899"/>
                    <a:pt x="187" y="1903"/>
                    <a:pt x="208" y="1903"/>
                  </a:cubicBezTo>
                  <a:cubicBezTo>
                    <a:pt x="282" y="1903"/>
                    <a:pt x="357" y="1856"/>
                    <a:pt x="383" y="1786"/>
                  </a:cubicBezTo>
                  <a:lnTo>
                    <a:pt x="481" y="1528"/>
                  </a:lnTo>
                  <a:lnTo>
                    <a:pt x="1155" y="1528"/>
                  </a:lnTo>
                  <a:lnTo>
                    <a:pt x="1251" y="1786"/>
                  </a:lnTo>
                  <a:cubicBezTo>
                    <a:pt x="1279" y="1860"/>
                    <a:pt x="1349" y="1905"/>
                    <a:pt x="1423" y="1905"/>
                  </a:cubicBezTo>
                  <a:cubicBezTo>
                    <a:pt x="1444" y="1905"/>
                    <a:pt x="1466" y="1901"/>
                    <a:pt x="1488" y="1893"/>
                  </a:cubicBezTo>
                  <a:cubicBezTo>
                    <a:pt x="1584" y="1858"/>
                    <a:pt x="1631" y="1750"/>
                    <a:pt x="1596" y="1656"/>
                  </a:cubicBezTo>
                  <a:lnTo>
                    <a:pt x="1024" y="142"/>
                  </a:lnTo>
                  <a:cubicBezTo>
                    <a:pt x="1024" y="139"/>
                    <a:pt x="1022" y="137"/>
                    <a:pt x="1022" y="136"/>
                  </a:cubicBezTo>
                  <a:cubicBezTo>
                    <a:pt x="988" y="54"/>
                    <a:pt x="909" y="0"/>
                    <a:pt x="8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45"/>
            <p:cNvSpPr/>
            <p:nvPr/>
          </p:nvSpPr>
          <p:spPr>
            <a:xfrm>
              <a:off x="2492701" y="998388"/>
              <a:ext cx="48265" cy="52660"/>
            </a:xfrm>
            <a:custGeom>
              <a:rect b="b" l="l" r="r" t="t"/>
              <a:pathLst>
                <a:path extrusionOk="0" h="1390" w="1274">
                  <a:moveTo>
                    <a:pt x="654" y="430"/>
                  </a:moveTo>
                  <a:cubicBezTo>
                    <a:pt x="801" y="430"/>
                    <a:pt x="919" y="549"/>
                    <a:pt x="919" y="696"/>
                  </a:cubicBezTo>
                  <a:cubicBezTo>
                    <a:pt x="919" y="842"/>
                    <a:pt x="801" y="961"/>
                    <a:pt x="654" y="961"/>
                  </a:cubicBezTo>
                  <a:cubicBezTo>
                    <a:pt x="508" y="961"/>
                    <a:pt x="388" y="842"/>
                    <a:pt x="388" y="696"/>
                  </a:cubicBezTo>
                  <a:cubicBezTo>
                    <a:pt x="388" y="549"/>
                    <a:pt x="508" y="430"/>
                    <a:pt x="654" y="430"/>
                  </a:cubicBezTo>
                  <a:close/>
                  <a:moveTo>
                    <a:pt x="1089" y="1"/>
                  </a:moveTo>
                  <a:cubicBezTo>
                    <a:pt x="1008" y="1"/>
                    <a:pt x="941" y="52"/>
                    <a:pt x="916" y="123"/>
                  </a:cubicBezTo>
                  <a:cubicBezTo>
                    <a:pt x="832" y="83"/>
                    <a:pt x="736" y="59"/>
                    <a:pt x="635" y="59"/>
                  </a:cubicBezTo>
                  <a:cubicBezTo>
                    <a:pt x="623" y="59"/>
                    <a:pt x="611" y="59"/>
                    <a:pt x="599" y="60"/>
                  </a:cubicBezTo>
                  <a:cubicBezTo>
                    <a:pt x="267" y="81"/>
                    <a:pt x="1" y="366"/>
                    <a:pt x="5" y="699"/>
                  </a:cubicBezTo>
                  <a:cubicBezTo>
                    <a:pt x="7" y="1049"/>
                    <a:pt x="291" y="1331"/>
                    <a:pt x="640" y="1331"/>
                  </a:cubicBezTo>
                  <a:cubicBezTo>
                    <a:pt x="739" y="1331"/>
                    <a:pt x="831" y="1309"/>
                    <a:pt x="916" y="1267"/>
                  </a:cubicBezTo>
                  <a:cubicBezTo>
                    <a:pt x="941" y="1339"/>
                    <a:pt x="1009" y="1389"/>
                    <a:pt x="1088" y="1389"/>
                  </a:cubicBezTo>
                  <a:cubicBezTo>
                    <a:pt x="1101" y="1389"/>
                    <a:pt x="1114" y="1388"/>
                    <a:pt x="1128" y="1385"/>
                  </a:cubicBezTo>
                  <a:cubicBezTo>
                    <a:pt x="1214" y="1367"/>
                    <a:pt x="1273" y="1288"/>
                    <a:pt x="1273" y="1200"/>
                  </a:cubicBezTo>
                  <a:lnTo>
                    <a:pt x="1273" y="190"/>
                  </a:lnTo>
                  <a:cubicBezTo>
                    <a:pt x="1273" y="102"/>
                    <a:pt x="1214" y="22"/>
                    <a:pt x="1128" y="5"/>
                  </a:cubicBezTo>
                  <a:cubicBezTo>
                    <a:pt x="1115" y="2"/>
                    <a:pt x="1101" y="1"/>
                    <a:pt x="10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45"/>
            <p:cNvSpPr/>
            <p:nvPr/>
          </p:nvSpPr>
          <p:spPr>
            <a:xfrm>
              <a:off x="2597264" y="977437"/>
              <a:ext cx="36635" cy="75164"/>
            </a:xfrm>
            <a:custGeom>
              <a:rect b="b" l="l" r="r" t="t"/>
              <a:pathLst>
                <a:path extrusionOk="0" h="1984" w="967">
                  <a:moveTo>
                    <a:pt x="771" y="0"/>
                  </a:moveTo>
                  <a:cubicBezTo>
                    <a:pt x="467" y="0"/>
                    <a:pt x="217" y="223"/>
                    <a:pt x="217" y="497"/>
                  </a:cubicBezTo>
                  <a:lnTo>
                    <a:pt x="217" y="731"/>
                  </a:lnTo>
                  <a:cubicBezTo>
                    <a:pt x="205" y="788"/>
                    <a:pt x="181" y="807"/>
                    <a:pt x="142" y="820"/>
                  </a:cubicBezTo>
                  <a:cubicBezTo>
                    <a:pt x="83" y="841"/>
                    <a:pt x="35" y="890"/>
                    <a:pt x="23" y="950"/>
                  </a:cubicBezTo>
                  <a:cubicBezTo>
                    <a:pt x="1" y="1042"/>
                    <a:pt x="53" y="1134"/>
                    <a:pt x="139" y="1162"/>
                  </a:cubicBezTo>
                  <a:cubicBezTo>
                    <a:pt x="180" y="1177"/>
                    <a:pt x="205" y="1194"/>
                    <a:pt x="217" y="1252"/>
                  </a:cubicBezTo>
                  <a:lnTo>
                    <a:pt x="217" y="1487"/>
                  </a:lnTo>
                  <a:cubicBezTo>
                    <a:pt x="217" y="1758"/>
                    <a:pt x="462" y="1979"/>
                    <a:pt x="764" y="1983"/>
                  </a:cubicBezTo>
                  <a:cubicBezTo>
                    <a:pt x="765" y="1983"/>
                    <a:pt x="766" y="1983"/>
                    <a:pt x="766" y="1983"/>
                  </a:cubicBezTo>
                  <a:cubicBezTo>
                    <a:pt x="854" y="1983"/>
                    <a:pt x="934" y="1921"/>
                    <a:pt x="948" y="1833"/>
                  </a:cubicBezTo>
                  <a:cubicBezTo>
                    <a:pt x="966" y="1719"/>
                    <a:pt x="880" y="1623"/>
                    <a:pt x="770" y="1623"/>
                  </a:cubicBezTo>
                  <a:cubicBezTo>
                    <a:pt x="666" y="1623"/>
                    <a:pt x="578" y="1561"/>
                    <a:pt x="578" y="1487"/>
                  </a:cubicBezTo>
                  <a:lnTo>
                    <a:pt x="578" y="1235"/>
                  </a:lnTo>
                  <a:cubicBezTo>
                    <a:pt x="578" y="1225"/>
                    <a:pt x="577" y="1214"/>
                    <a:pt x="576" y="1204"/>
                  </a:cubicBezTo>
                  <a:cubicBezTo>
                    <a:pt x="560" y="1116"/>
                    <a:pt x="530" y="1047"/>
                    <a:pt x="490" y="992"/>
                  </a:cubicBezTo>
                  <a:cubicBezTo>
                    <a:pt x="530" y="937"/>
                    <a:pt x="560" y="868"/>
                    <a:pt x="576" y="780"/>
                  </a:cubicBezTo>
                  <a:cubicBezTo>
                    <a:pt x="577" y="769"/>
                    <a:pt x="578" y="759"/>
                    <a:pt x="578" y="748"/>
                  </a:cubicBezTo>
                  <a:lnTo>
                    <a:pt x="578" y="497"/>
                  </a:lnTo>
                  <a:cubicBezTo>
                    <a:pt x="578" y="425"/>
                    <a:pt x="661" y="365"/>
                    <a:pt x="764" y="361"/>
                  </a:cubicBezTo>
                  <a:cubicBezTo>
                    <a:pt x="859" y="359"/>
                    <a:pt x="944" y="287"/>
                    <a:pt x="951" y="192"/>
                  </a:cubicBezTo>
                  <a:cubicBezTo>
                    <a:pt x="958" y="87"/>
                    <a:pt x="875" y="0"/>
                    <a:pt x="7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45"/>
            <p:cNvSpPr/>
            <p:nvPr/>
          </p:nvSpPr>
          <p:spPr>
            <a:xfrm>
              <a:off x="2692507" y="977513"/>
              <a:ext cx="36673" cy="75126"/>
            </a:xfrm>
            <a:custGeom>
              <a:rect b="b" l="l" r="r" t="t"/>
              <a:pathLst>
                <a:path extrusionOk="0" h="1983" w="968">
                  <a:moveTo>
                    <a:pt x="200" y="0"/>
                  </a:moveTo>
                  <a:cubicBezTo>
                    <a:pt x="113" y="0"/>
                    <a:pt x="34" y="63"/>
                    <a:pt x="20" y="149"/>
                  </a:cubicBezTo>
                  <a:cubicBezTo>
                    <a:pt x="0" y="263"/>
                    <a:pt x="88" y="360"/>
                    <a:pt x="198" y="360"/>
                  </a:cubicBezTo>
                  <a:cubicBezTo>
                    <a:pt x="303" y="360"/>
                    <a:pt x="390" y="422"/>
                    <a:pt x="390" y="496"/>
                  </a:cubicBezTo>
                  <a:lnTo>
                    <a:pt x="390" y="749"/>
                  </a:lnTo>
                  <a:cubicBezTo>
                    <a:pt x="390" y="760"/>
                    <a:pt x="392" y="770"/>
                    <a:pt x="393" y="781"/>
                  </a:cubicBezTo>
                  <a:cubicBezTo>
                    <a:pt x="409" y="868"/>
                    <a:pt x="439" y="936"/>
                    <a:pt x="478" y="991"/>
                  </a:cubicBezTo>
                  <a:cubicBezTo>
                    <a:pt x="440" y="1045"/>
                    <a:pt x="409" y="1114"/>
                    <a:pt x="393" y="1202"/>
                  </a:cubicBezTo>
                  <a:cubicBezTo>
                    <a:pt x="390" y="1211"/>
                    <a:pt x="390" y="1222"/>
                    <a:pt x="390" y="1232"/>
                  </a:cubicBezTo>
                  <a:lnTo>
                    <a:pt x="390" y="1485"/>
                  </a:lnTo>
                  <a:cubicBezTo>
                    <a:pt x="390" y="1557"/>
                    <a:pt x="305" y="1618"/>
                    <a:pt x="204" y="1621"/>
                  </a:cubicBezTo>
                  <a:cubicBezTo>
                    <a:pt x="109" y="1623"/>
                    <a:pt x="23" y="1694"/>
                    <a:pt x="18" y="1789"/>
                  </a:cubicBezTo>
                  <a:cubicBezTo>
                    <a:pt x="12" y="1894"/>
                    <a:pt x="95" y="1982"/>
                    <a:pt x="198" y="1982"/>
                  </a:cubicBezTo>
                  <a:cubicBezTo>
                    <a:pt x="503" y="1982"/>
                    <a:pt x="751" y="1759"/>
                    <a:pt x="751" y="1486"/>
                  </a:cubicBezTo>
                  <a:lnTo>
                    <a:pt x="751" y="1251"/>
                  </a:lnTo>
                  <a:cubicBezTo>
                    <a:pt x="765" y="1196"/>
                    <a:pt x="788" y="1176"/>
                    <a:pt x="828" y="1162"/>
                  </a:cubicBezTo>
                  <a:cubicBezTo>
                    <a:pt x="886" y="1141"/>
                    <a:pt x="933" y="1093"/>
                    <a:pt x="947" y="1033"/>
                  </a:cubicBezTo>
                  <a:cubicBezTo>
                    <a:pt x="968" y="940"/>
                    <a:pt x="916" y="850"/>
                    <a:pt x="829" y="821"/>
                  </a:cubicBezTo>
                  <a:cubicBezTo>
                    <a:pt x="788" y="806"/>
                    <a:pt x="764" y="788"/>
                    <a:pt x="750" y="730"/>
                  </a:cubicBezTo>
                  <a:lnTo>
                    <a:pt x="750" y="496"/>
                  </a:lnTo>
                  <a:cubicBezTo>
                    <a:pt x="750" y="226"/>
                    <a:pt x="505" y="4"/>
                    <a:pt x="204" y="0"/>
                  </a:cubicBezTo>
                  <a:cubicBezTo>
                    <a:pt x="203" y="0"/>
                    <a:pt x="202" y="0"/>
                    <a:pt x="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45"/>
            <p:cNvSpPr/>
            <p:nvPr/>
          </p:nvSpPr>
          <p:spPr>
            <a:xfrm>
              <a:off x="2643749" y="978536"/>
              <a:ext cx="39249" cy="72891"/>
            </a:xfrm>
            <a:custGeom>
              <a:rect b="b" l="l" r="r" t="t"/>
              <a:pathLst>
                <a:path extrusionOk="0" h="1924" w="1036">
                  <a:moveTo>
                    <a:pt x="826" y="0"/>
                  </a:moveTo>
                  <a:cubicBezTo>
                    <a:pt x="753" y="0"/>
                    <a:pt x="683" y="44"/>
                    <a:pt x="655" y="117"/>
                  </a:cubicBezTo>
                  <a:lnTo>
                    <a:pt x="37" y="1671"/>
                  </a:lnTo>
                  <a:cubicBezTo>
                    <a:pt x="0" y="1765"/>
                    <a:pt x="46" y="1872"/>
                    <a:pt x="140" y="1911"/>
                  </a:cubicBezTo>
                  <a:cubicBezTo>
                    <a:pt x="162" y="1919"/>
                    <a:pt x="186" y="1924"/>
                    <a:pt x="208" y="1924"/>
                  </a:cubicBezTo>
                  <a:cubicBezTo>
                    <a:pt x="282" y="1924"/>
                    <a:pt x="351" y="1880"/>
                    <a:pt x="380" y="1807"/>
                  </a:cubicBezTo>
                  <a:lnTo>
                    <a:pt x="998" y="253"/>
                  </a:lnTo>
                  <a:cubicBezTo>
                    <a:pt x="1036" y="159"/>
                    <a:pt x="990" y="52"/>
                    <a:pt x="894" y="13"/>
                  </a:cubicBezTo>
                  <a:cubicBezTo>
                    <a:pt x="872" y="4"/>
                    <a:pt x="849" y="0"/>
                    <a:pt x="8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45"/>
            <p:cNvSpPr/>
            <p:nvPr/>
          </p:nvSpPr>
          <p:spPr>
            <a:xfrm>
              <a:off x="2335403" y="748460"/>
              <a:ext cx="477313" cy="406392"/>
            </a:xfrm>
            <a:custGeom>
              <a:rect b="b" l="l" r="r" t="t"/>
              <a:pathLst>
                <a:path extrusionOk="0" h="10727" w="12599">
                  <a:moveTo>
                    <a:pt x="10849" y="378"/>
                  </a:moveTo>
                  <a:cubicBezTo>
                    <a:pt x="10913" y="378"/>
                    <a:pt x="10994" y="438"/>
                    <a:pt x="11079" y="499"/>
                  </a:cubicBezTo>
                  <a:cubicBezTo>
                    <a:pt x="11240" y="616"/>
                    <a:pt x="11385" y="675"/>
                    <a:pt x="11582" y="707"/>
                  </a:cubicBezTo>
                  <a:cubicBezTo>
                    <a:pt x="11680" y="723"/>
                    <a:pt x="11781" y="740"/>
                    <a:pt x="11823" y="781"/>
                  </a:cubicBezTo>
                  <a:cubicBezTo>
                    <a:pt x="11864" y="823"/>
                    <a:pt x="11882" y="925"/>
                    <a:pt x="11898" y="1022"/>
                  </a:cubicBezTo>
                  <a:cubicBezTo>
                    <a:pt x="11929" y="1211"/>
                    <a:pt x="11994" y="1371"/>
                    <a:pt x="12105" y="1525"/>
                  </a:cubicBezTo>
                  <a:cubicBezTo>
                    <a:pt x="12167" y="1611"/>
                    <a:pt x="12226" y="1692"/>
                    <a:pt x="12226" y="1755"/>
                  </a:cubicBezTo>
                  <a:cubicBezTo>
                    <a:pt x="12226" y="1820"/>
                    <a:pt x="12167" y="1901"/>
                    <a:pt x="12105" y="1986"/>
                  </a:cubicBezTo>
                  <a:cubicBezTo>
                    <a:pt x="11993" y="2142"/>
                    <a:pt x="11929" y="2300"/>
                    <a:pt x="11898" y="2489"/>
                  </a:cubicBezTo>
                  <a:cubicBezTo>
                    <a:pt x="11880" y="2587"/>
                    <a:pt x="11864" y="2688"/>
                    <a:pt x="11823" y="2730"/>
                  </a:cubicBezTo>
                  <a:cubicBezTo>
                    <a:pt x="11781" y="2771"/>
                    <a:pt x="11680" y="2789"/>
                    <a:pt x="11582" y="2805"/>
                  </a:cubicBezTo>
                  <a:cubicBezTo>
                    <a:pt x="11385" y="2837"/>
                    <a:pt x="11241" y="2895"/>
                    <a:pt x="11079" y="3012"/>
                  </a:cubicBezTo>
                  <a:cubicBezTo>
                    <a:pt x="10994" y="3074"/>
                    <a:pt x="10913" y="3133"/>
                    <a:pt x="10849" y="3133"/>
                  </a:cubicBezTo>
                  <a:cubicBezTo>
                    <a:pt x="10785" y="3133"/>
                    <a:pt x="10704" y="3074"/>
                    <a:pt x="10618" y="3012"/>
                  </a:cubicBezTo>
                  <a:cubicBezTo>
                    <a:pt x="10459" y="2897"/>
                    <a:pt x="10311" y="2837"/>
                    <a:pt x="10115" y="2805"/>
                  </a:cubicBezTo>
                  <a:cubicBezTo>
                    <a:pt x="10018" y="2787"/>
                    <a:pt x="9916" y="2771"/>
                    <a:pt x="9875" y="2730"/>
                  </a:cubicBezTo>
                  <a:cubicBezTo>
                    <a:pt x="9833" y="2688"/>
                    <a:pt x="9816" y="2587"/>
                    <a:pt x="9800" y="2489"/>
                  </a:cubicBezTo>
                  <a:cubicBezTo>
                    <a:pt x="9769" y="2300"/>
                    <a:pt x="9705" y="2141"/>
                    <a:pt x="9592" y="1986"/>
                  </a:cubicBezTo>
                  <a:cubicBezTo>
                    <a:pt x="9531" y="1901"/>
                    <a:pt x="9472" y="1820"/>
                    <a:pt x="9472" y="1755"/>
                  </a:cubicBezTo>
                  <a:cubicBezTo>
                    <a:pt x="9472" y="1691"/>
                    <a:pt x="9531" y="1611"/>
                    <a:pt x="9592" y="1525"/>
                  </a:cubicBezTo>
                  <a:cubicBezTo>
                    <a:pt x="9709" y="1365"/>
                    <a:pt x="9768" y="1218"/>
                    <a:pt x="9800" y="1022"/>
                  </a:cubicBezTo>
                  <a:cubicBezTo>
                    <a:pt x="9816" y="925"/>
                    <a:pt x="9833" y="823"/>
                    <a:pt x="9875" y="781"/>
                  </a:cubicBezTo>
                  <a:cubicBezTo>
                    <a:pt x="9916" y="740"/>
                    <a:pt x="10018" y="723"/>
                    <a:pt x="10115" y="707"/>
                  </a:cubicBezTo>
                  <a:cubicBezTo>
                    <a:pt x="10309" y="675"/>
                    <a:pt x="10459" y="614"/>
                    <a:pt x="10618" y="499"/>
                  </a:cubicBezTo>
                  <a:cubicBezTo>
                    <a:pt x="10704" y="438"/>
                    <a:pt x="10785" y="378"/>
                    <a:pt x="10849" y="378"/>
                  </a:cubicBezTo>
                  <a:close/>
                  <a:moveTo>
                    <a:pt x="2977" y="2945"/>
                  </a:moveTo>
                  <a:cubicBezTo>
                    <a:pt x="4233" y="2945"/>
                    <a:pt x="6113" y="2946"/>
                    <a:pt x="6113" y="2946"/>
                  </a:cubicBezTo>
                  <a:lnTo>
                    <a:pt x="6113" y="5416"/>
                  </a:lnTo>
                  <a:lnTo>
                    <a:pt x="1788" y="5416"/>
                  </a:lnTo>
                  <a:lnTo>
                    <a:pt x="1788" y="3053"/>
                  </a:lnTo>
                  <a:cubicBezTo>
                    <a:pt x="1788" y="3002"/>
                    <a:pt x="1824" y="2957"/>
                    <a:pt x="1875" y="2946"/>
                  </a:cubicBezTo>
                  <a:cubicBezTo>
                    <a:pt x="1877" y="2946"/>
                    <a:pt x="2349" y="2945"/>
                    <a:pt x="2977" y="2945"/>
                  </a:cubicBezTo>
                  <a:close/>
                  <a:moveTo>
                    <a:pt x="9578" y="2959"/>
                  </a:moveTo>
                  <a:cubicBezTo>
                    <a:pt x="9585" y="2968"/>
                    <a:pt x="9595" y="2979"/>
                    <a:pt x="9604" y="2988"/>
                  </a:cubicBezTo>
                  <a:cubicBezTo>
                    <a:pt x="9730" y="3112"/>
                    <a:pt x="9898" y="3140"/>
                    <a:pt x="10045" y="3164"/>
                  </a:cubicBezTo>
                  <a:cubicBezTo>
                    <a:pt x="10186" y="3188"/>
                    <a:pt x="10277" y="3224"/>
                    <a:pt x="10393" y="3307"/>
                  </a:cubicBezTo>
                  <a:cubicBezTo>
                    <a:pt x="10501" y="3384"/>
                    <a:pt x="10633" y="3478"/>
                    <a:pt x="10796" y="3494"/>
                  </a:cubicBezTo>
                  <a:lnTo>
                    <a:pt x="10796" y="4467"/>
                  </a:lnTo>
                  <a:lnTo>
                    <a:pt x="9910" y="3523"/>
                  </a:lnTo>
                  <a:cubicBezTo>
                    <a:pt x="9874" y="3485"/>
                    <a:pt x="9824" y="3465"/>
                    <a:pt x="9775" y="3465"/>
                  </a:cubicBezTo>
                  <a:cubicBezTo>
                    <a:pt x="9730" y="3465"/>
                    <a:pt x="9685" y="3481"/>
                    <a:pt x="9649" y="3514"/>
                  </a:cubicBezTo>
                  <a:lnTo>
                    <a:pt x="8559" y="4515"/>
                  </a:lnTo>
                  <a:lnTo>
                    <a:pt x="8448" y="4396"/>
                  </a:lnTo>
                  <a:cubicBezTo>
                    <a:pt x="8416" y="4362"/>
                    <a:pt x="8373" y="4344"/>
                    <a:pt x="8328" y="4344"/>
                  </a:cubicBezTo>
                  <a:cubicBezTo>
                    <a:pt x="8316" y="4344"/>
                    <a:pt x="8303" y="4346"/>
                    <a:pt x="8290" y="4349"/>
                  </a:cubicBezTo>
                  <a:cubicBezTo>
                    <a:pt x="8134" y="4387"/>
                    <a:pt x="8097" y="4557"/>
                    <a:pt x="8189" y="4656"/>
                  </a:cubicBezTo>
                  <a:lnTo>
                    <a:pt x="8731" y="5233"/>
                  </a:lnTo>
                  <a:cubicBezTo>
                    <a:pt x="8767" y="5272"/>
                    <a:pt x="8816" y="5292"/>
                    <a:pt x="8866" y="5292"/>
                  </a:cubicBezTo>
                  <a:cubicBezTo>
                    <a:pt x="8944" y="5292"/>
                    <a:pt x="9023" y="5242"/>
                    <a:pt x="9050" y="5143"/>
                  </a:cubicBezTo>
                  <a:cubicBezTo>
                    <a:pt x="9064" y="5095"/>
                    <a:pt x="9042" y="5028"/>
                    <a:pt x="9009" y="4994"/>
                  </a:cubicBezTo>
                  <a:lnTo>
                    <a:pt x="8811" y="4784"/>
                  </a:lnTo>
                  <a:lnTo>
                    <a:pt x="9767" y="3907"/>
                  </a:lnTo>
                  <a:lnTo>
                    <a:pt x="10798" y="5005"/>
                  </a:lnTo>
                  <a:lnTo>
                    <a:pt x="10798" y="5418"/>
                  </a:lnTo>
                  <a:lnTo>
                    <a:pt x="6473" y="5418"/>
                  </a:lnTo>
                  <a:lnTo>
                    <a:pt x="6473" y="4835"/>
                  </a:lnTo>
                  <a:lnTo>
                    <a:pt x="7483" y="3907"/>
                  </a:lnTo>
                  <a:lnTo>
                    <a:pt x="7606" y="4038"/>
                  </a:lnTo>
                  <a:cubicBezTo>
                    <a:pt x="7642" y="4077"/>
                    <a:pt x="7692" y="4096"/>
                    <a:pt x="7741" y="4096"/>
                  </a:cubicBezTo>
                  <a:cubicBezTo>
                    <a:pt x="7786" y="4096"/>
                    <a:pt x="7831" y="4080"/>
                    <a:pt x="7867" y="4047"/>
                  </a:cubicBezTo>
                  <a:cubicBezTo>
                    <a:pt x="7941" y="3978"/>
                    <a:pt x="7945" y="3863"/>
                    <a:pt x="7876" y="3787"/>
                  </a:cubicBezTo>
                  <a:lnTo>
                    <a:pt x="7627" y="3523"/>
                  </a:lnTo>
                  <a:cubicBezTo>
                    <a:pt x="7591" y="3485"/>
                    <a:pt x="7541" y="3465"/>
                    <a:pt x="7492" y="3465"/>
                  </a:cubicBezTo>
                  <a:cubicBezTo>
                    <a:pt x="7447" y="3465"/>
                    <a:pt x="7402" y="3481"/>
                    <a:pt x="7366" y="3514"/>
                  </a:cubicBezTo>
                  <a:lnTo>
                    <a:pt x="6473" y="4335"/>
                  </a:lnTo>
                  <a:lnTo>
                    <a:pt x="6473" y="2959"/>
                  </a:lnTo>
                  <a:close/>
                  <a:moveTo>
                    <a:pt x="6113" y="5809"/>
                  </a:moveTo>
                  <a:lnTo>
                    <a:pt x="6113" y="8266"/>
                  </a:lnTo>
                  <a:lnTo>
                    <a:pt x="1903" y="8266"/>
                  </a:lnTo>
                  <a:cubicBezTo>
                    <a:pt x="1840" y="8266"/>
                    <a:pt x="1790" y="8216"/>
                    <a:pt x="1790" y="8153"/>
                  </a:cubicBezTo>
                  <a:lnTo>
                    <a:pt x="1790" y="5809"/>
                  </a:lnTo>
                  <a:close/>
                  <a:moveTo>
                    <a:pt x="10799" y="5809"/>
                  </a:moveTo>
                  <a:lnTo>
                    <a:pt x="10799" y="8153"/>
                  </a:lnTo>
                  <a:cubicBezTo>
                    <a:pt x="10799" y="8216"/>
                    <a:pt x="10748" y="8266"/>
                    <a:pt x="10685" y="8266"/>
                  </a:cubicBezTo>
                  <a:lnTo>
                    <a:pt x="6475" y="8266"/>
                  </a:lnTo>
                  <a:lnTo>
                    <a:pt x="6475" y="5809"/>
                  </a:lnTo>
                  <a:close/>
                  <a:moveTo>
                    <a:pt x="9197" y="2108"/>
                  </a:moveTo>
                  <a:cubicBezTo>
                    <a:pt x="9223" y="2147"/>
                    <a:pt x="9250" y="2184"/>
                    <a:pt x="9275" y="2219"/>
                  </a:cubicBezTo>
                  <a:cubicBezTo>
                    <a:pt x="9362" y="2336"/>
                    <a:pt x="9395" y="2415"/>
                    <a:pt x="9420" y="2557"/>
                  </a:cubicBezTo>
                  <a:cubicBezTo>
                    <a:pt x="9422" y="2571"/>
                    <a:pt x="9425" y="2586"/>
                    <a:pt x="9427" y="2599"/>
                  </a:cubicBezTo>
                  <a:lnTo>
                    <a:pt x="1910" y="2599"/>
                  </a:lnTo>
                  <a:cubicBezTo>
                    <a:pt x="1775" y="2599"/>
                    <a:pt x="1665" y="2644"/>
                    <a:pt x="1570" y="2739"/>
                  </a:cubicBezTo>
                  <a:cubicBezTo>
                    <a:pt x="1478" y="2828"/>
                    <a:pt x="1429" y="2957"/>
                    <a:pt x="1429" y="3084"/>
                  </a:cubicBezTo>
                  <a:lnTo>
                    <a:pt x="1429" y="8178"/>
                  </a:lnTo>
                  <a:cubicBezTo>
                    <a:pt x="1429" y="8445"/>
                    <a:pt x="1644" y="8661"/>
                    <a:pt x="1912" y="8661"/>
                  </a:cubicBezTo>
                  <a:lnTo>
                    <a:pt x="10690" y="8661"/>
                  </a:lnTo>
                  <a:cubicBezTo>
                    <a:pt x="10690" y="8661"/>
                    <a:pt x="11174" y="8424"/>
                    <a:pt x="11160" y="8157"/>
                  </a:cubicBezTo>
                  <a:lnTo>
                    <a:pt x="11160" y="3396"/>
                  </a:lnTo>
                  <a:cubicBezTo>
                    <a:pt x="11217" y="3368"/>
                    <a:pt x="11259" y="3339"/>
                    <a:pt x="11297" y="3313"/>
                  </a:cubicBezTo>
                  <a:cubicBezTo>
                    <a:pt x="11391" y="3245"/>
                    <a:pt x="11475" y="3199"/>
                    <a:pt x="11586" y="3178"/>
                  </a:cubicBezTo>
                  <a:lnTo>
                    <a:pt x="11586" y="8675"/>
                  </a:lnTo>
                  <a:lnTo>
                    <a:pt x="11585" y="8675"/>
                  </a:lnTo>
                  <a:cubicBezTo>
                    <a:pt x="11589" y="8934"/>
                    <a:pt x="11120" y="9152"/>
                    <a:pt x="11120" y="9152"/>
                  </a:cubicBezTo>
                  <a:lnTo>
                    <a:pt x="1471" y="9152"/>
                  </a:lnTo>
                  <a:cubicBezTo>
                    <a:pt x="1211" y="9152"/>
                    <a:pt x="1001" y="8942"/>
                    <a:pt x="1001" y="8683"/>
                  </a:cubicBezTo>
                  <a:lnTo>
                    <a:pt x="1001" y="2577"/>
                  </a:lnTo>
                  <a:cubicBezTo>
                    <a:pt x="1001" y="2318"/>
                    <a:pt x="1211" y="2108"/>
                    <a:pt x="1471" y="2108"/>
                  </a:cubicBezTo>
                  <a:close/>
                  <a:moveTo>
                    <a:pt x="7424" y="9511"/>
                  </a:moveTo>
                  <a:lnTo>
                    <a:pt x="7424" y="9558"/>
                  </a:lnTo>
                  <a:cubicBezTo>
                    <a:pt x="7425" y="9660"/>
                    <a:pt x="7343" y="9740"/>
                    <a:pt x="7243" y="9740"/>
                  </a:cubicBezTo>
                  <a:lnTo>
                    <a:pt x="5378" y="9740"/>
                  </a:lnTo>
                  <a:cubicBezTo>
                    <a:pt x="5278" y="9740"/>
                    <a:pt x="5196" y="9660"/>
                    <a:pt x="5196" y="9558"/>
                  </a:cubicBezTo>
                  <a:lnTo>
                    <a:pt x="5196" y="9511"/>
                  </a:lnTo>
                  <a:close/>
                  <a:moveTo>
                    <a:pt x="10836" y="0"/>
                  </a:moveTo>
                  <a:cubicBezTo>
                    <a:pt x="10652" y="0"/>
                    <a:pt x="10506" y="106"/>
                    <a:pt x="10390" y="190"/>
                  </a:cubicBezTo>
                  <a:cubicBezTo>
                    <a:pt x="10280" y="270"/>
                    <a:pt x="10176" y="312"/>
                    <a:pt x="10042" y="334"/>
                  </a:cubicBezTo>
                  <a:cubicBezTo>
                    <a:pt x="9894" y="358"/>
                    <a:pt x="9727" y="387"/>
                    <a:pt x="9602" y="512"/>
                  </a:cubicBezTo>
                  <a:cubicBezTo>
                    <a:pt x="9393" y="722"/>
                    <a:pt x="9452" y="1064"/>
                    <a:pt x="9282" y="1302"/>
                  </a:cubicBezTo>
                  <a:cubicBezTo>
                    <a:pt x="9203" y="1412"/>
                    <a:pt x="9105" y="1546"/>
                    <a:pt x="9093" y="1714"/>
                  </a:cubicBezTo>
                  <a:lnTo>
                    <a:pt x="1479" y="1714"/>
                  </a:lnTo>
                  <a:cubicBezTo>
                    <a:pt x="1017" y="1714"/>
                    <a:pt x="641" y="2089"/>
                    <a:pt x="641" y="2551"/>
                  </a:cubicBezTo>
                  <a:lnTo>
                    <a:pt x="641" y="8678"/>
                  </a:lnTo>
                  <a:cubicBezTo>
                    <a:pt x="641" y="8854"/>
                    <a:pt x="695" y="9017"/>
                    <a:pt x="787" y="9152"/>
                  </a:cubicBezTo>
                  <a:lnTo>
                    <a:pt x="492" y="9152"/>
                  </a:lnTo>
                  <a:cubicBezTo>
                    <a:pt x="221" y="9152"/>
                    <a:pt x="0" y="9373"/>
                    <a:pt x="0" y="9644"/>
                  </a:cubicBezTo>
                  <a:cubicBezTo>
                    <a:pt x="0" y="10239"/>
                    <a:pt x="484" y="10725"/>
                    <a:pt x="1081" y="10725"/>
                  </a:cubicBezTo>
                  <a:lnTo>
                    <a:pt x="2934" y="10725"/>
                  </a:lnTo>
                  <a:cubicBezTo>
                    <a:pt x="3009" y="10725"/>
                    <a:pt x="3080" y="10682"/>
                    <a:pt x="3109" y="10613"/>
                  </a:cubicBezTo>
                  <a:cubicBezTo>
                    <a:pt x="3169" y="10469"/>
                    <a:pt x="3066" y="10332"/>
                    <a:pt x="2930" y="10332"/>
                  </a:cubicBezTo>
                  <a:lnTo>
                    <a:pt x="1084" y="10332"/>
                  </a:lnTo>
                  <a:cubicBezTo>
                    <a:pt x="698" y="10332"/>
                    <a:pt x="382" y="10017"/>
                    <a:pt x="383" y="9631"/>
                  </a:cubicBezTo>
                  <a:cubicBezTo>
                    <a:pt x="383" y="9566"/>
                    <a:pt x="438" y="9514"/>
                    <a:pt x="504" y="9514"/>
                  </a:cubicBezTo>
                  <a:lnTo>
                    <a:pt x="4835" y="9514"/>
                  </a:lnTo>
                  <a:lnTo>
                    <a:pt x="4835" y="9553"/>
                  </a:lnTo>
                  <a:cubicBezTo>
                    <a:pt x="4835" y="9857"/>
                    <a:pt x="5081" y="10103"/>
                    <a:pt x="5385" y="10103"/>
                  </a:cubicBezTo>
                  <a:lnTo>
                    <a:pt x="7233" y="10103"/>
                  </a:lnTo>
                  <a:cubicBezTo>
                    <a:pt x="7537" y="10103"/>
                    <a:pt x="7783" y="9857"/>
                    <a:pt x="7783" y="9553"/>
                  </a:cubicBezTo>
                  <a:lnTo>
                    <a:pt x="7783" y="9514"/>
                  </a:lnTo>
                  <a:lnTo>
                    <a:pt x="12077" y="9514"/>
                  </a:lnTo>
                  <a:cubicBezTo>
                    <a:pt x="12142" y="9514"/>
                    <a:pt x="12196" y="9568"/>
                    <a:pt x="12196" y="9634"/>
                  </a:cubicBezTo>
                  <a:cubicBezTo>
                    <a:pt x="12196" y="10019"/>
                    <a:pt x="11882" y="10333"/>
                    <a:pt x="11496" y="10333"/>
                  </a:cubicBezTo>
                  <a:lnTo>
                    <a:pt x="3783" y="10333"/>
                  </a:lnTo>
                  <a:cubicBezTo>
                    <a:pt x="3708" y="10333"/>
                    <a:pt x="3637" y="10377"/>
                    <a:pt x="3608" y="10446"/>
                  </a:cubicBezTo>
                  <a:cubicBezTo>
                    <a:pt x="3547" y="10589"/>
                    <a:pt x="3651" y="10726"/>
                    <a:pt x="3787" y="10726"/>
                  </a:cubicBezTo>
                  <a:lnTo>
                    <a:pt x="11516" y="10726"/>
                  </a:lnTo>
                  <a:cubicBezTo>
                    <a:pt x="12111" y="10726"/>
                    <a:pt x="12597" y="10242"/>
                    <a:pt x="12597" y="9645"/>
                  </a:cubicBezTo>
                  <a:cubicBezTo>
                    <a:pt x="12599" y="9372"/>
                    <a:pt x="12377" y="9152"/>
                    <a:pt x="12105" y="9152"/>
                  </a:cubicBezTo>
                  <a:lnTo>
                    <a:pt x="11801" y="9152"/>
                  </a:lnTo>
                  <a:cubicBezTo>
                    <a:pt x="11891" y="9018"/>
                    <a:pt x="11945" y="8855"/>
                    <a:pt x="11945" y="8682"/>
                  </a:cubicBezTo>
                  <a:lnTo>
                    <a:pt x="11945" y="3077"/>
                  </a:lnTo>
                  <a:cubicBezTo>
                    <a:pt x="11989" y="3053"/>
                    <a:pt x="12032" y="3025"/>
                    <a:pt x="12071" y="2986"/>
                  </a:cubicBezTo>
                  <a:cubicBezTo>
                    <a:pt x="12196" y="2860"/>
                    <a:pt x="12224" y="2693"/>
                    <a:pt x="12249" y="2545"/>
                  </a:cubicBezTo>
                  <a:cubicBezTo>
                    <a:pt x="12271" y="2410"/>
                    <a:pt x="12312" y="2308"/>
                    <a:pt x="12392" y="2197"/>
                  </a:cubicBezTo>
                  <a:cubicBezTo>
                    <a:pt x="12478" y="2079"/>
                    <a:pt x="12583" y="1934"/>
                    <a:pt x="12583" y="1749"/>
                  </a:cubicBezTo>
                  <a:cubicBezTo>
                    <a:pt x="12583" y="1565"/>
                    <a:pt x="12478" y="1419"/>
                    <a:pt x="12392" y="1302"/>
                  </a:cubicBezTo>
                  <a:cubicBezTo>
                    <a:pt x="12312" y="1189"/>
                    <a:pt x="12272" y="1089"/>
                    <a:pt x="12249" y="953"/>
                  </a:cubicBezTo>
                  <a:cubicBezTo>
                    <a:pt x="12224" y="806"/>
                    <a:pt x="12196" y="638"/>
                    <a:pt x="12071" y="512"/>
                  </a:cubicBezTo>
                  <a:cubicBezTo>
                    <a:pt x="11945" y="387"/>
                    <a:pt x="11778" y="359"/>
                    <a:pt x="11631" y="334"/>
                  </a:cubicBezTo>
                  <a:cubicBezTo>
                    <a:pt x="11486" y="310"/>
                    <a:pt x="11400" y="276"/>
                    <a:pt x="11282" y="190"/>
                  </a:cubicBezTo>
                  <a:cubicBezTo>
                    <a:pt x="11166" y="105"/>
                    <a:pt x="11020" y="0"/>
                    <a:pt x="10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45"/>
            <p:cNvSpPr/>
            <p:nvPr/>
          </p:nvSpPr>
          <p:spPr>
            <a:xfrm>
              <a:off x="2716147" y="788278"/>
              <a:ext cx="60540" cy="53418"/>
            </a:xfrm>
            <a:custGeom>
              <a:rect b="b" l="l" r="r" t="t"/>
              <a:pathLst>
                <a:path extrusionOk="0" h="1410" w="1598">
                  <a:moveTo>
                    <a:pt x="1390" y="0"/>
                  </a:moveTo>
                  <a:cubicBezTo>
                    <a:pt x="1332" y="0"/>
                    <a:pt x="1275" y="28"/>
                    <a:pt x="1238" y="78"/>
                  </a:cubicBezTo>
                  <a:lnTo>
                    <a:pt x="635" y="923"/>
                  </a:lnTo>
                  <a:lnTo>
                    <a:pt x="348" y="578"/>
                  </a:lnTo>
                  <a:cubicBezTo>
                    <a:pt x="312" y="534"/>
                    <a:pt x="260" y="511"/>
                    <a:pt x="208" y="511"/>
                  </a:cubicBezTo>
                  <a:cubicBezTo>
                    <a:pt x="166" y="511"/>
                    <a:pt x="124" y="526"/>
                    <a:pt x="89" y="555"/>
                  </a:cubicBezTo>
                  <a:cubicBezTo>
                    <a:pt x="11" y="620"/>
                    <a:pt x="0" y="735"/>
                    <a:pt x="65" y="813"/>
                  </a:cubicBezTo>
                  <a:lnTo>
                    <a:pt x="506" y="1342"/>
                  </a:lnTo>
                  <a:cubicBezTo>
                    <a:pt x="541" y="1384"/>
                    <a:pt x="592" y="1409"/>
                    <a:pt x="648" y="1409"/>
                  </a:cubicBezTo>
                  <a:lnTo>
                    <a:pt x="654" y="1409"/>
                  </a:lnTo>
                  <a:cubicBezTo>
                    <a:pt x="712" y="1406"/>
                    <a:pt x="764" y="1379"/>
                    <a:pt x="796" y="1332"/>
                  </a:cubicBezTo>
                  <a:lnTo>
                    <a:pt x="1539" y="291"/>
                  </a:lnTo>
                  <a:cubicBezTo>
                    <a:pt x="1598" y="209"/>
                    <a:pt x="1580" y="94"/>
                    <a:pt x="1495" y="34"/>
                  </a:cubicBezTo>
                  <a:cubicBezTo>
                    <a:pt x="1463" y="11"/>
                    <a:pt x="1427" y="0"/>
                    <a:pt x="1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5" name="Google Shape;1755;p45"/>
          <p:cNvGrpSpPr/>
          <p:nvPr/>
        </p:nvGrpSpPr>
        <p:grpSpPr>
          <a:xfrm>
            <a:off x="6542379" y="1830303"/>
            <a:ext cx="340332" cy="341173"/>
            <a:chOff x="1558836" y="713303"/>
            <a:chExt cx="475457" cy="476631"/>
          </a:xfrm>
        </p:grpSpPr>
        <p:sp>
          <p:nvSpPr>
            <p:cNvPr id="1756" name="Google Shape;1756;p45"/>
            <p:cNvSpPr/>
            <p:nvPr/>
          </p:nvSpPr>
          <p:spPr>
            <a:xfrm>
              <a:off x="1611458" y="819874"/>
              <a:ext cx="39855" cy="85128"/>
            </a:xfrm>
            <a:custGeom>
              <a:rect b="b" l="l" r="r" t="t"/>
              <a:pathLst>
                <a:path extrusionOk="0" h="2247" w="1052">
                  <a:moveTo>
                    <a:pt x="865" y="0"/>
                  </a:moveTo>
                  <a:cubicBezTo>
                    <a:pt x="526" y="0"/>
                    <a:pt x="252" y="246"/>
                    <a:pt x="252" y="548"/>
                  </a:cubicBezTo>
                  <a:lnTo>
                    <a:pt x="252" y="824"/>
                  </a:lnTo>
                  <a:cubicBezTo>
                    <a:pt x="235" y="902"/>
                    <a:pt x="199" y="931"/>
                    <a:pt x="147" y="951"/>
                  </a:cubicBezTo>
                  <a:cubicBezTo>
                    <a:pt x="86" y="973"/>
                    <a:pt x="37" y="1020"/>
                    <a:pt x="22" y="1082"/>
                  </a:cubicBezTo>
                  <a:cubicBezTo>
                    <a:pt x="0" y="1174"/>
                    <a:pt x="54" y="1266"/>
                    <a:pt x="139" y="1294"/>
                  </a:cubicBezTo>
                  <a:cubicBezTo>
                    <a:pt x="195" y="1314"/>
                    <a:pt x="232" y="1341"/>
                    <a:pt x="251" y="1424"/>
                  </a:cubicBezTo>
                  <a:lnTo>
                    <a:pt x="251" y="1700"/>
                  </a:lnTo>
                  <a:cubicBezTo>
                    <a:pt x="251" y="1999"/>
                    <a:pt x="520" y="2242"/>
                    <a:pt x="854" y="2247"/>
                  </a:cubicBezTo>
                  <a:cubicBezTo>
                    <a:pt x="855" y="2247"/>
                    <a:pt x="855" y="2247"/>
                    <a:pt x="856" y="2247"/>
                  </a:cubicBezTo>
                  <a:cubicBezTo>
                    <a:pt x="951" y="2247"/>
                    <a:pt x="1038" y="2176"/>
                    <a:pt x="1044" y="2078"/>
                  </a:cubicBezTo>
                  <a:cubicBezTo>
                    <a:pt x="1052" y="1974"/>
                    <a:pt x="969" y="1886"/>
                    <a:pt x="865" y="1886"/>
                  </a:cubicBezTo>
                  <a:cubicBezTo>
                    <a:pt x="728" y="1886"/>
                    <a:pt x="612" y="1801"/>
                    <a:pt x="612" y="1698"/>
                  </a:cubicBezTo>
                  <a:lnTo>
                    <a:pt x="612" y="1405"/>
                  </a:lnTo>
                  <a:cubicBezTo>
                    <a:pt x="612" y="1394"/>
                    <a:pt x="610" y="1384"/>
                    <a:pt x="609" y="1376"/>
                  </a:cubicBezTo>
                  <a:cubicBezTo>
                    <a:pt x="589" y="1268"/>
                    <a:pt x="551" y="1187"/>
                    <a:pt x="502" y="1124"/>
                  </a:cubicBezTo>
                  <a:cubicBezTo>
                    <a:pt x="550" y="1061"/>
                    <a:pt x="589" y="980"/>
                    <a:pt x="608" y="874"/>
                  </a:cubicBezTo>
                  <a:cubicBezTo>
                    <a:pt x="610" y="863"/>
                    <a:pt x="612" y="853"/>
                    <a:pt x="612" y="842"/>
                  </a:cubicBezTo>
                  <a:lnTo>
                    <a:pt x="612" y="549"/>
                  </a:lnTo>
                  <a:cubicBezTo>
                    <a:pt x="612" y="449"/>
                    <a:pt x="727" y="363"/>
                    <a:pt x="863" y="362"/>
                  </a:cubicBezTo>
                  <a:cubicBezTo>
                    <a:pt x="956" y="361"/>
                    <a:pt x="1039" y="287"/>
                    <a:pt x="1044" y="192"/>
                  </a:cubicBezTo>
                  <a:cubicBezTo>
                    <a:pt x="1052" y="87"/>
                    <a:pt x="968" y="0"/>
                    <a:pt x="8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45"/>
            <p:cNvSpPr/>
            <p:nvPr/>
          </p:nvSpPr>
          <p:spPr>
            <a:xfrm>
              <a:off x="1874873" y="849235"/>
              <a:ext cx="39817" cy="85165"/>
            </a:xfrm>
            <a:custGeom>
              <a:rect b="b" l="l" r="r" t="t"/>
              <a:pathLst>
                <a:path extrusionOk="0" h="2248" w="1051">
                  <a:moveTo>
                    <a:pt x="186" y="0"/>
                  </a:moveTo>
                  <a:cubicBezTo>
                    <a:pt x="82" y="0"/>
                    <a:pt x="1" y="87"/>
                    <a:pt x="7" y="192"/>
                  </a:cubicBezTo>
                  <a:cubicBezTo>
                    <a:pt x="12" y="286"/>
                    <a:pt x="95" y="361"/>
                    <a:pt x="189" y="362"/>
                  </a:cubicBezTo>
                  <a:cubicBezTo>
                    <a:pt x="325" y="363"/>
                    <a:pt x="440" y="449"/>
                    <a:pt x="440" y="549"/>
                  </a:cubicBezTo>
                  <a:lnTo>
                    <a:pt x="440" y="842"/>
                  </a:lnTo>
                  <a:cubicBezTo>
                    <a:pt x="440" y="853"/>
                    <a:pt x="442" y="863"/>
                    <a:pt x="443" y="874"/>
                  </a:cubicBezTo>
                  <a:cubicBezTo>
                    <a:pt x="462" y="981"/>
                    <a:pt x="501" y="1062"/>
                    <a:pt x="550" y="1125"/>
                  </a:cubicBezTo>
                  <a:cubicBezTo>
                    <a:pt x="501" y="1188"/>
                    <a:pt x="462" y="1269"/>
                    <a:pt x="443" y="1377"/>
                  </a:cubicBezTo>
                  <a:cubicBezTo>
                    <a:pt x="442" y="1387"/>
                    <a:pt x="440" y="1398"/>
                    <a:pt x="440" y="1408"/>
                  </a:cubicBezTo>
                  <a:lnTo>
                    <a:pt x="440" y="1701"/>
                  </a:lnTo>
                  <a:cubicBezTo>
                    <a:pt x="440" y="1802"/>
                    <a:pt x="325" y="1887"/>
                    <a:pt x="189" y="1888"/>
                  </a:cubicBezTo>
                  <a:cubicBezTo>
                    <a:pt x="95" y="1890"/>
                    <a:pt x="12" y="1963"/>
                    <a:pt x="7" y="2058"/>
                  </a:cubicBezTo>
                  <a:cubicBezTo>
                    <a:pt x="2" y="2163"/>
                    <a:pt x="84" y="2248"/>
                    <a:pt x="186" y="2248"/>
                  </a:cubicBezTo>
                  <a:cubicBezTo>
                    <a:pt x="525" y="2248"/>
                    <a:pt x="800" y="2002"/>
                    <a:pt x="800" y="1701"/>
                  </a:cubicBezTo>
                  <a:lnTo>
                    <a:pt x="800" y="1425"/>
                  </a:lnTo>
                  <a:cubicBezTo>
                    <a:pt x="818" y="1346"/>
                    <a:pt x="852" y="1317"/>
                    <a:pt x="904" y="1298"/>
                  </a:cubicBezTo>
                  <a:cubicBezTo>
                    <a:pt x="965" y="1275"/>
                    <a:pt x="1014" y="1228"/>
                    <a:pt x="1029" y="1167"/>
                  </a:cubicBezTo>
                  <a:cubicBezTo>
                    <a:pt x="1050" y="1074"/>
                    <a:pt x="998" y="984"/>
                    <a:pt x="912" y="955"/>
                  </a:cubicBezTo>
                  <a:cubicBezTo>
                    <a:pt x="855" y="935"/>
                    <a:pt x="819" y="907"/>
                    <a:pt x="800" y="825"/>
                  </a:cubicBezTo>
                  <a:lnTo>
                    <a:pt x="800" y="549"/>
                  </a:lnTo>
                  <a:cubicBezTo>
                    <a:pt x="800" y="247"/>
                    <a:pt x="525" y="0"/>
                    <a:pt x="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45"/>
            <p:cNvSpPr/>
            <p:nvPr/>
          </p:nvSpPr>
          <p:spPr>
            <a:xfrm>
              <a:off x="1673476" y="818813"/>
              <a:ext cx="36067" cy="13639"/>
            </a:xfrm>
            <a:custGeom>
              <a:rect b="b" l="l" r="r" t="t"/>
              <a:pathLst>
                <a:path extrusionOk="0" h="360" w="952">
                  <a:moveTo>
                    <a:pt x="198" y="0"/>
                  </a:moveTo>
                  <a:cubicBezTo>
                    <a:pt x="103" y="0"/>
                    <a:pt x="18" y="69"/>
                    <a:pt x="10" y="163"/>
                  </a:cubicBezTo>
                  <a:cubicBezTo>
                    <a:pt x="0" y="269"/>
                    <a:pt x="85" y="359"/>
                    <a:pt x="190" y="359"/>
                  </a:cubicBezTo>
                  <a:lnTo>
                    <a:pt x="753" y="359"/>
                  </a:lnTo>
                  <a:cubicBezTo>
                    <a:pt x="850" y="359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45"/>
            <p:cNvSpPr/>
            <p:nvPr/>
          </p:nvSpPr>
          <p:spPr>
            <a:xfrm>
              <a:off x="1674348" y="966489"/>
              <a:ext cx="113011" cy="13676"/>
            </a:xfrm>
            <a:custGeom>
              <a:rect b="b" l="l" r="r" t="t"/>
              <a:pathLst>
                <a:path extrusionOk="0" h="361" w="2983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2785" y="361"/>
                  </a:lnTo>
                  <a:cubicBezTo>
                    <a:pt x="2881" y="361"/>
                    <a:pt x="2965" y="291"/>
                    <a:pt x="2974" y="197"/>
                  </a:cubicBezTo>
                  <a:cubicBezTo>
                    <a:pt x="2982" y="89"/>
                    <a:pt x="2898" y="0"/>
                    <a:pt x="2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45"/>
            <p:cNvSpPr/>
            <p:nvPr/>
          </p:nvSpPr>
          <p:spPr>
            <a:xfrm>
              <a:off x="1673476" y="878368"/>
              <a:ext cx="36067" cy="13639"/>
            </a:xfrm>
            <a:custGeom>
              <a:rect b="b" l="l" r="r" t="t"/>
              <a:pathLst>
                <a:path extrusionOk="0" h="360" w="952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5" y="359"/>
                    <a:pt x="190" y="359"/>
                  </a:cubicBezTo>
                  <a:lnTo>
                    <a:pt x="753" y="359"/>
                  </a:lnTo>
                  <a:cubicBezTo>
                    <a:pt x="850" y="359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45"/>
            <p:cNvSpPr/>
            <p:nvPr/>
          </p:nvSpPr>
          <p:spPr>
            <a:xfrm>
              <a:off x="1673476" y="906933"/>
              <a:ext cx="36067" cy="13676"/>
            </a:xfrm>
            <a:custGeom>
              <a:rect b="b" l="l" r="r" t="t"/>
              <a:pathLst>
                <a:path extrusionOk="0" h="361" w="952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5" y="361"/>
                    <a:pt x="190" y="361"/>
                  </a:cubicBezTo>
                  <a:lnTo>
                    <a:pt x="753" y="361"/>
                  </a:lnTo>
                  <a:cubicBezTo>
                    <a:pt x="850" y="361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45"/>
            <p:cNvSpPr/>
            <p:nvPr/>
          </p:nvSpPr>
          <p:spPr>
            <a:xfrm>
              <a:off x="1771901" y="936673"/>
              <a:ext cx="25156" cy="13714"/>
            </a:xfrm>
            <a:custGeom>
              <a:rect b="b" l="l" r="r" t="t"/>
              <a:pathLst>
                <a:path extrusionOk="0" h="362" w="664">
                  <a:moveTo>
                    <a:pt x="189" y="1"/>
                  </a:moveTo>
                  <a:cubicBezTo>
                    <a:pt x="85" y="1"/>
                    <a:pt x="1" y="90"/>
                    <a:pt x="9" y="197"/>
                  </a:cubicBezTo>
                  <a:cubicBezTo>
                    <a:pt x="17" y="291"/>
                    <a:pt x="103" y="361"/>
                    <a:pt x="198" y="361"/>
                  </a:cubicBezTo>
                  <a:lnTo>
                    <a:pt x="467" y="361"/>
                  </a:lnTo>
                  <a:cubicBezTo>
                    <a:pt x="562" y="361"/>
                    <a:pt x="647" y="291"/>
                    <a:pt x="655" y="197"/>
                  </a:cubicBezTo>
                  <a:cubicBezTo>
                    <a:pt x="664" y="90"/>
                    <a:pt x="580" y="1"/>
                    <a:pt x="4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45"/>
            <p:cNvSpPr/>
            <p:nvPr/>
          </p:nvSpPr>
          <p:spPr>
            <a:xfrm>
              <a:off x="1673931" y="936673"/>
              <a:ext cx="78801" cy="13714"/>
            </a:xfrm>
            <a:custGeom>
              <a:rect b="b" l="l" r="r" t="t"/>
              <a:pathLst>
                <a:path extrusionOk="0" h="362" w="2080">
                  <a:moveTo>
                    <a:pt x="199" y="1"/>
                  </a:moveTo>
                  <a:cubicBezTo>
                    <a:pt x="102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882" y="361"/>
                  </a:lnTo>
                  <a:cubicBezTo>
                    <a:pt x="1977" y="361"/>
                    <a:pt x="2063" y="291"/>
                    <a:pt x="2070" y="197"/>
                  </a:cubicBezTo>
                  <a:cubicBezTo>
                    <a:pt x="2080" y="90"/>
                    <a:pt x="1996" y="1"/>
                    <a:pt x="18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45"/>
            <p:cNvSpPr/>
            <p:nvPr/>
          </p:nvSpPr>
          <p:spPr>
            <a:xfrm>
              <a:off x="1728447" y="878368"/>
              <a:ext cx="36029" cy="13639"/>
            </a:xfrm>
            <a:custGeom>
              <a:rect b="b" l="l" r="r" t="t"/>
              <a:pathLst>
                <a:path extrusionOk="0" h="360" w="951">
                  <a:moveTo>
                    <a:pt x="189" y="0"/>
                  </a:moveTo>
                  <a:cubicBezTo>
                    <a:pt x="85" y="0"/>
                    <a:pt x="1" y="89"/>
                    <a:pt x="9" y="196"/>
                  </a:cubicBezTo>
                  <a:cubicBezTo>
                    <a:pt x="18" y="290"/>
                    <a:pt x="104" y="359"/>
                    <a:pt x="198" y="359"/>
                  </a:cubicBezTo>
                  <a:lnTo>
                    <a:pt x="753" y="359"/>
                  </a:lnTo>
                  <a:cubicBezTo>
                    <a:pt x="849" y="359"/>
                    <a:pt x="934" y="290"/>
                    <a:pt x="941" y="196"/>
                  </a:cubicBezTo>
                  <a:cubicBezTo>
                    <a:pt x="951" y="89"/>
                    <a:pt x="867" y="0"/>
                    <a:pt x="7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45"/>
            <p:cNvSpPr/>
            <p:nvPr/>
          </p:nvSpPr>
          <p:spPr>
            <a:xfrm>
              <a:off x="1778152" y="878330"/>
              <a:ext cx="75429" cy="13639"/>
            </a:xfrm>
            <a:custGeom>
              <a:rect b="b" l="l" r="r" t="t"/>
              <a:pathLst>
                <a:path extrusionOk="0" h="360" w="1991">
                  <a:moveTo>
                    <a:pt x="198" y="0"/>
                  </a:moveTo>
                  <a:cubicBezTo>
                    <a:pt x="102" y="0"/>
                    <a:pt x="17" y="69"/>
                    <a:pt x="10" y="163"/>
                  </a:cubicBezTo>
                  <a:cubicBezTo>
                    <a:pt x="0" y="270"/>
                    <a:pt x="84" y="359"/>
                    <a:pt x="189" y="359"/>
                  </a:cubicBezTo>
                  <a:lnTo>
                    <a:pt x="1809" y="359"/>
                  </a:lnTo>
                  <a:cubicBezTo>
                    <a:pt x="1810" y="359"/>
                    <a:pt x="1810" y="359"/>
                    <a:pt x="1811" y="359"/>
                  </a:cubicBezTo>
                  <a:cubicBezTo>
                    <a:pt x="1911" y="359"/>
                    <a:pt x="1990" y="279"/>
                    <a:pt x="1990" y="180"/>
                  </a:cubicBezTo>
                  <a:cubicBezTo>
                    <a:pt x="1990" y="81"/>
                    <a:pt x="1909" y="0"/>
                    <a:pt x="18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45"/>
            <p:cNvSpPr/>
            <p:nvPr/>
          </p:nvSpPr>
          <p:spPr>
            <a:xfrm>
              <a:off x="1729773" y="818699"/>
              <a:ext cx="164383" cy="13714"/>
            </a:xfrm>
            <a:custGeom>
              <a:rect b="b" l="l" r="r" t="t"/>
              <a:pathLst>
                <a:path extrusionOk="0" h="362" w="4339">
                  <a:moveTo>
                    <a:pt x="198" y="1"/>
                  </a:moveTo>
                  <a:cubicBezTo>
                    <a:pt x="103" y="1"/>
                    <a:pt x="18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137" y="361"/>
                  </a:lnTo>
                  <a:cubicBezTo>
                    <a:pt x="4234" y="361"/>
                    <a:pt x="4319" y="292"/>
                    <a:pt x="4326" y="198"/>
                  </a:cubicBezTo>
                  <a:cubicBezTo>
                    <a:pt x="4339" y="92"/>
                    <a:pt x="4255" y="1"/>
                    <a:pt x="4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45"/>
            <p:cNvSpPr/>
            <p:nvPr/>
          </p:nvSpPr>
          <p:spPr>
            <a:xfrm>
              <a:off x="1673097" y="848553"/>
              <a:ext cx="182000" cy="13639"/>
            </a:xfrm>
            <a:custGeom>
              <a:rect b="b" l="l" r="r" t="t"/>
              <a:pathLst>
                <a:path extrusionOk="0" h="360" w="4804">
                  <a:moveTo>
                    <a:pt x="199" y="1"/>
                  </a:moveTo>
                  <a:cubicBezTo>
                    <a:pt x="103" y="1"/>
                    <a:pt x="19" y="70"/>
                    <a:pt x="9" y="164"/>
                  </a:cubicBezTo>
                  <a:cubicBezTo>
                    <a:pt x="1" y="271"/>
                    <a:pt x="87" y="360"/>
                    <a:pt x="193" y="360"/>
                  </a:cubicBezTo>
                  <a:lnTo>
                    <a:pt x="4595" y="360"/>
                  </a:lnTo>
                  <a:cubicBezTo>
                    <a:pt x="4681" y="360"/>
                    <a:pt x="4763" y="302"/>
                    <a:pt x="4780" y="216"/>
                  </a:cubicBezTo>
                  <a:cubicBezTo>
                    <a:pt x="4804" y="101"/>
                    <a:pt x="4713" y="1"/>
                    <a:pt x="46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45"/>
            <p:cNvSpPr/>
            <p:nvPr/>
          </p:nvSpPr>
          <p:spPr>
            <a:xfrm>
              <a:off x="1558836" y="713303"/>
              <a:ext cx="475457" cy="476631"/>
            </a:xfrm>
            <a:custGeom>
              <a:rect b="b" l="l" r="r" t="t"/>
              <a:pathLst>
                <a:path extrusionOk="0" h="12581" w="12550">
                  <a:moveTo>
                    <a:pt x="10487" y="358"/>
                  </a:moveTo>
                  <a:cubicBezTo>
                    <a:pt x="10595" y="358"/>
                    <a:pt x="10684" y="446"/>
                    <a:pt x="10684" y="556"/>
                  </a:cubicBezTo>
                  <a:lnTo>
                    <a:pt x="10684" y="1374"/>
                  </a:lnTo>
                  <a:lnTo>
                    <a:pt x="363" y="1374"/>
                  </a:lnTo>
                  <a:lnTo>
                    <a:pt x="363" y="556"/>
                  </a:lnTo>
                  <a:cubicBezTo>
                    <a:pt x="363" y="447"/>
                    <a:pt x="451" y="358"/>
                    <a:pt x="561" y="358"/>
                  </a:cubicBezTo>
                  <a:close/>
                  <a:moveTo>
                    <a:pt x="11338" y="6826"/>
                  </a:moveTo>
                  <a:lnTo>
                    <a:pt x="11956" y="7535"/>
                  </a:lnTo>
                  <a:lnTo>
                    <a:pt x="11338" y="7535"/>
                  </a:lnTo>
                  <a:lnTo>
                    <a:pt x="11338" y="6826"/>
                  </a:lnTo>
                  <a:close/>
                  <a:moveTo>
                    <a:pt x="192" y="0"/>
                  </a:moveTo>
                  <a:cubicBezTo>
                    <a:pt x="86" y="0"/>
                    <a:pt x="2" y="86"/>
                    <a:pt x="2" y="191"/>
                  </a:cubicBezTo>
                  <a:lnTo>
                    <a:pt x="2" y="7202"/>
                  </a:lnTo>
                  <a:cubicBezTo>
                    <a:pt x="2" y="7220"/>
                    <a:pt x="9" y="7237"/>
                    <a:pt x="22" y="7249"/>
                  </a:cubicBezTo>
                  <a:cubicBezTo>
                    <a:pt x="75" y="7301"/>
                    <a:pt x="131" y="7323"/>
                    <a:pt x="183" y="7323"/>
                  </a:cubicBezTo>
                  <a:cubicBezTo>
                    <a:pt x="282" y="7323"/>
                    <a:pt x="363" y="7241"/>
                    <a:pt x="363" y="7139"/>
                  </a:cubicBezTo>
                  <a:lnTo>
                    <a:pt x="363" y="1736"/>
                  </a:lnTo>
                  <a:lnTo>
                    <a:pt x="10683" y="1736"/>
                  </a:lnTo>
                  <a:lnTo>
                    <a:pt x="10683" y="6160"/>
                  </a:lnTo>
                  <a:lnTo>
                    <a:pt x="9249" y="6160"/>
                  </a:lnTo>
                  <a:cubicBezTo>
                    <a:pt x="9152" y="6160"/>
                    <a:pt x="9067" y="6229"/>
                    <a:pt x="9060" y="6323"/>
                  </a:cubicBezTo>
                  <a:cubicBezTo>
                    <a:pt x="9051" y="6431"/>
                    <a:pt x="9134" y="6520"/>
                    <a:pt x="9239" y="6520"/>
                  </a:cubicBezTo>
                  <a:lnTo>
                    <a:pt x="10978" y="6520"/>
                  </a:lnTo>
                  <a:lnTo>
                    <a:pt x="10978" y="7713"/>
                  </a:lnTo>
                  <a:cubicBezTo>
                    <a:pt x="10978" y="7814"/>
                    <a:pt x="11060" y="7897"/>
                    <a:pt x="11162" y="7897"/>
                  </a:cubicBezTo>
                  <a:lnTo>
                    <a:pt x="12190" y="7897"/>
                  </a:lnTo>
                  <a:lnTo>
                    <a:pt x="12190" y="12223"/>
                  </a:lnTo>
                  <a:lnTo>
                    <a:pt x="7537" y="12223"/>
                  </a:lnTo>
                  <a:lnTo>
                    <a:pt x="7537" y="6519"/>
                  </a:lnTo>
                  <a:lnTo>
                    <a:pt x="8330" y="6519"/>
                  </a:lnTo>
                  <a:cubicBezTo>
                    <a:pt x="8426" y="6519"/>
                    <a:pt x="8511" y="6449"/>
                    <a:pt x="8519" y="6354"/>
                  </a:cubicBezTo>
                  <a:cubicBezTo>
                    <a:pt x="8528" y="6248"/>
                    <a:pt x="8444" y="6159"/>
                    <a:pt x="8339" y="6159"/>
                  </a:cubicBezTo>
                  <a:lnTo>
                    <a:pt x="7328" y="6159"/>
                  </a:lnTo>
                  <a:cubicBezTo>
                    <a:pt x="7225" y="6159"/>
                    <a:pt x="7143" y="6241"/>
                    <a:pt x="7143" y="6343"/>
                  </a:cubicBezTo>
                  <a:lnTo>
                    <a:pt x="7143" y="9436"/>
                  </a:lnTo>
                  <a:lnTo>
                    <a:pt x="427" y="9436"/>
                  </a:lnTo>
                  <a:cubicBezTo>
                    <a:pt x="390" y="9436"/>
                    <a:pt x="360" y="9405"/>
                    <a:pt x="360" y="9369"/>
                  </a:cubicBezTo>
                  <a:lnTo>
                    <a:pt x="360" y="7960"/>
                  </a:lnTo>
                  <a:cubicBezTo>
                    <a:pt x="360" y="7941"/>
                    <a:pt x="352" y="7924"/>
                    <a:pt x="339" y="7911"/>
                  </a:cubicBezTo>
                  <a:cubicBezTo>
                    <a:pt x="286" y="7861"/>
                    <a:pt x="231" y="7840"/>
                    <a:pt x="180" y="7840"/>
                  </a:cubicBezTo>
                  <a:cubicBezTo>
                    <a:pt x="81" y="7840"/>
                    <a:pt x="0" y="7920"/>
                    <a:pt x="0" y="8020"/>
                  </a:cubicBezTo>
                  <a:lnTo>
                    <a:pt x="0" y="9604"/>
                  </a:lnTo>
                  <a:cubicBezTo>
                    <a:pt x="0" y="9709"/>
                    <a:pt x="85" y="9795"/>
                    <a:pt x="191" y="9795"/>
                  </a:cubicBezTo>
                  <a:lnTo>
                    <a:pt x="7143" y="9795"/>
                  </a:lnTo>
                  <a:lnTo>
                    <a:pt x="7143" y="12397"/>
                  </a:lnTo>
                  <a:cubicBezTo>
                    <a:pt x="7143" y="12499"/>
                    <a:pt x="7225" y="12581"/>
                    <a:pt x="7328" y="12581"/>
                  </a:cubicBezTo>
                  <a:lnTo>
                    <a:pt x="12365" y="12581"/>
                  </a:lnTo>
                  <a:cubicBezTo>
                    <a:pt x="12467" y="12581"/>
                    <a:pt x="12550" y="12499"/>
                    <a:pt x="12550" y="12397"/>
                  </a:cubicBezTo>
                  <a:lnTo>
                    <a:pt x="12550" y="7724"/>
                  </a:lnTo>
                  <a:cubicBezTo>
                    <a:pt x="12550" y="7679"/>
                    <a:pt x="12534" y="7636"/>
                    <a:pt x="12506" y="7604"/>
                  </a:cubicBezTo>
                  <a:lnTo>
                    <a:pt x="11307" y="6222"/>
                  </a:lnTo>
                  <a:cubicBezTo>
                    <a:pt x="11272" y="6182"/>
                    <a:pt x="11221" y="6160"/>
                    <a:pt x="11168" y="6160"/>
                  </a:cubicBezTo>
                  <a:lnTo>
                    <a:pt x="11043" y="6160"/>
                  </a:lnTo>
                  <a:lnTo>
                    <a:pt x="11043" y="566"/>
                  </a:lnTo>
                  <a:cubicBezTo>
                    <a:pt x="11043" y="254"/>
                    <a:pt x="10790" y="0"/>
                    <a:pt x="104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45"/>
            <p:cNvSpPr/>
            <p:nvPr/>
          </p:nvSpPr>
          <p:spPr>
            <a:xfrm>
              <a:off x="1906431" y="1036614"/>
              <a:ext cx="48341" cy="63760"/>
            </a:xfrm>
            <a:custGeom>
              <a:rect b="b" l="l" r="r" t="t"/>
              <a:pathLst>
                <a:path extrusionOk="0" h="1683" w="1276">
                  <a:moveTo>
                    <a:pt x="1096" y="0"/>
                  </a:moveTo>
                  <a:cubicBezTo>
                    <a:pt x="997" y="0"/>
                    <a:pt x="917" y="81"/>
                    <a:pt x="917" y="180"/>
                  </a:cubicBezTo>
                  <a:lnTo>
                    <a:pt x="917" y="638"/>
                  </a:lnTo>
                  <a:lnTo>
                    <a:pt x="359" y="638"/>
                  </a:lnTo>
                  <a:lnTo>
                    <a:pt x="359" y="180"/>
                  </a:lnTo>
                  <a:cubicBezTo>
                    <a:pt x="362" y="81"/>
                    <a:pt x="280" y="1"/>
                    <a:pt x="180" y="1"/>
                  </a:cubicBezTo>
                  <a:cubicBezTo>
                    <a:pt x="81" y="1"/>
                    <a:pt x="0" y="82"/>
                    <a:pt x="0" y="181"/>
                  </a:cubicBezTo>
                  <a:lnTo>
                    <a:pt x="0" y="1494"/>
                  </a:lnTo>
                  <a:cubicBezTo>
                    <a:pt x="0" y="1589"/>
                    <a:pt x="69" y="1674"/>
                    <a:pt x="164" y="1682"/>
                  </a:cubicBezTo>
                  <a:cubicBezTo>
                    <a:pt x="169" y="1682"/>
                    <a:pt x="173" y="1683"/>
                    <a:pt x="178" y="1683"/>
                  </a:cubicBezTo>
                  <a:cubicBezTo>
                    <a:pt x="279" y="1683"/>
                    <a:pt x="359" y="1602"/>
                    <a:pt x="359" y="1502"/>
                  </a:cubicBezTo>
                  <a:lnTo>
                    <a:pt x="359" y="998"/>
                  </a:lnTo>
                  <a:lnTo>
                    <a:pt x="917" y="998"/>
                  </a:lnTo>
                  <a:lnTo>
                    <a:pt x="917" y="1494"/>
                  </a:lnTo>
                  <a:cubicBezTo>
                    <a:pt x="917" y="1589"/>
                    <a:pt x="986" y="1674"/>
                    <a:pt x="1080" y="1682"/>
                  </a:cubicBezTo>
                  <a:cubicBezTo>
                    <a:pt x="1085" y="1682"/>
                    <a:pt x="1090" y="1683"/>
                    <a:pt x="1095" y="1683"/>
                  </a:cubicBezTo>
                  <a:cubicBezTo>
                    <a:pt x="1195" y="1683"/>
                    <a:pt x="1276" y="1602"/>
                    <a:pt x="1276" y="1502"/>
                  </a:cubicBezTo>
                  <a:lnTo>
                    <a:pt x="1276" y="189"/>
                  </a:lnTo>
                  <a:cubicBezTo>
                    <a:pt x="1276" y="93"/>
                    <a:pt x="1207" y="8"/>
                    <a:pt x="1113" y="1"/>
                  </a:cubicBezTo>
                  <a:cubicBezTo>
                    <a:pt x="1107" y="1"/>
                    <a:pt x="1102" y="0"/>
                    <a:pt x="1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45"/>
            <p:cNvSpPr/>
            <p:nvPr/>
          </p:nvSpPr>
          <p:spPr>
            <a:xfrm>
              <a:off x="1857976" y="1035970"/>
              <a:ext cx="42128" cy="65200"/>
            </a:xfrm>
            <a:custGeom>
              <a:rect b="b" l="l" r="r" t="t"/>
              <a:pathLst>
                <a:path extrusionOk="0" h="1721" w="1112">
                  <a:moveTo>
                    <a:pt x="550" y="362"/>
                  </a:moveTo>
                  <a:cubicBezTo>
                    <a:pt x="659" y="362"/>
                    <a:pt x="752" y="451"/>
                    <a:pt x="752" y="558"/>
                  </a:cubicBezTo>
                  <a:cubicBezTo>
                    <a:pt x="752" y="665"/>
                    <a:pt x="659" y="756"/>
                    <a:pt x="548" y="756"/>
                  </a:cubicBezTo>
                  <a:cubicBezTo>
                    <a:pt x="504" y="756"/>
                    <a:pt x="429" y="756"/>
                    <a:pt x="359" y="757"/>
                  </a:cubicBezTo>
                  <a:cubicBezTo>
                    <a:pt x="359" y="684"/>
                    <a:pt x="358" y="439"/>
                    <a:pt x="358" y="362"/>
                  </a:cubicBezTo>
                  <a:lnTo>
                    <a:pt x="548" y="362"/>
                  </a:lnTo>
                  <a:cubicBezTo>
                    <a:pt x="549" y="362"/>
                    <a:pt x="549" y="362"/>
                    <a:pt x="550" y="362"/>
                  </a:cubicBezTo>
                  <a:close/>
                  <a:moveTo>
                    <a:pt x="182" y="0"/>
                  </a:moveTo>
                  <a:cubicBezTo>
                    <a:pt x="87" y="0"/>
                    <a:pt x="0" y="88"/>
                    <a:pt x="0" y="186"/>
                  </a:cubicBezTo>
                  <a:lnTo>
                    <a:pt x="0" y="1531"/>
                  </a:lnTo>
                  <a:cubicBezTo>
                    <a:pt x="0" y="1618"/>
                    <a:pt x="59" y="1699"/>
                    <a:pt x="145" y="1717"/>
                  </a:cubicBezTo>
                  <a:cubicBezTo>
                    <a:pt x="158" y="1719"/>
                    <a:pt x="170" y="1721"/>
                    <a:pt x="182" y="1721"/>
                  </a:cubicBezTo>
                  <a:cubicBezTo>
                    <a:pt x="281" y="1721"/>
                    <a:pt x="363" y="1637"/>
                    <a:pt x="363" y="1537"/>
                  </a:cubicBezTo>
                  <a:lnTo>
                    <a:pt x="363" y="1133"/>
                  </a:lnTo>
                  <a:cubicBezTo>
                    <a:pt x="432" y="1133"/>
                    <a:pt x="506" y="1131"/>
                    <a:pt x="551" y="1131"/>
                  </a:cubicBezTo>
                  <a:cubicBezTo>
                    <a:pt x="860" y="1131"/>
                    <a:pt x="1112" y="878"/>
                    <a:pt x="1112" y="566"/>
                  </a:cubicBezTo>
                  <a:cubicBezTo>
                    <a:pt x="1112" y="255"/>
                    <a:pt x="860" y="0"/>
                    <a:pt x="5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45"/>
            <p:cNvSpPr/>
            <p:nvPr/>
          </p:nvSpPr>
          <p:spPr>
            <a:xfrm>
              <a:off x="1964433" y="1035932"/>
              <a:ext cx="42962" cy="65200"/>
            </a:xfrm>
            <a:custGeom>
              <a:rect b="b" l="l" r="r" t="t"/>
              <a:pathLst>
                <a:path extrusionOk="0" h="1721" w="1134">
                  <a:moveTo>
                    <a:pt x="566" y="362"/>
                  </a:moveTo>
                  <a:cubicBezTo>
                    <a:pt x="677" y="362"/>
                    <a:pt x="770" y="452"/>
                    <a:pt x="770" y="558"/>
                  </a:cubicBezTo>
                  <a:cubicBezTo>
                    <a:pt x="770" y="665"/>
                    <a:pt x="676" y="755"/>
                    <a:pt x="566" y="755"/>
                  </a:cubicBezTo>
                  <a:cubicBezTo>
                    <a:pt x="522" y="755"/>
                    <a:pt x="447" y="755"/>
                    <a:pt x="376" y="757"/>
                  </a:cubicBezTo>
                  <a:cubicBezTo>
                    <a:pt x="376" y="684"/>
                    <a:pt x="375" y="439"/>
                    <a:pt x="375" y="362"/>
                  </a:cubicBezTo>
                  <a:close/>
                  <a:moveTo>
                    <a:pt x="187" y="0"/>
                  </a:moveTo>
                  <a:cubicBezTo>
                    <a:pt x="79" y="0"/>
                    <a:pt x="4" y="87"/>
                    <a:pt x="2" y="190"/>
                  </a:cubicBezTo>
                  <a:cubicBezTo>
                    <a:pt x="0" y="235"/>
                    <a:pt x="2" y="1503"/>
                    <a:pt x="2" y="1535"/>
                  </a:cubicBezTo>
                  <a:cubicBezTo>
                    <a:pt x="2" y="1638"/>
                    <a:pt x="84" y="1721"/>
                    <a:pt x="185" y="1721"/>
                  </a:cubicBezTo>
                  <a:cubicBezTo>
                    <a:pt x="287" y="1721"/>
                    <a:pt x="370" y="1638"/>
                    <a:pt x="370" y="1536"/>
                  </a:cubicBezTo>
                  <a:lnTo>
                    <a:pt x="370" y="1132"/>
                  </a:lnTo>
                  <a:cubicBezTo>
                    <a:pt x="441" y="1132"/>
                    <a:pt x="517" y="1131"/>
                    <a:pt x="562" y="1131"/>
                  </a:cubicBezTo>
                  <a:cubicBezTo>
                    <a:pt x="878" y="1131"/>
                    <a:pt x="1134" y="878"/>
                    <a:pt x="1134" y="566"/>
                  </a:cubicBezTo>
                  <a:cubicBezTo>
                    <a:pt x="1134" y="254"/>
                    <a:pt x="878" y="0"/>
                    <a:pt x="5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Few-Shot Prompt (High Reliability for Patterns)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46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Prompt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“Rewrite sentences into formal academic tone.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‘Kids today use phones a lot.’ → ‘Contemporary adolescents frequently utilize mobile devices.’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‘The results were kind of unclear.’ → ‘The results demonstrated a degree of ambiguity.’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 rewrite: ‘People don’t exercise enough.’”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it’s good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Shows patterns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Reduces hallucination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Prevents misunderstanding of the desired style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8" name="Google Shape;1778;p46"/>
          <p:cNvGrpSpPr/>
          <p:nvPr/>
        </p:nvGrpSpPr>
        <p:grpSpPr>
          <a:xfrm>
            <a:off x="6542379" y="1830303"/>
            <a:ext cx="340332" cy="341173"/>
            <a:chOff x="1558836" y="713303"/>
            <a:chExt cx="475457" cy="476631"/>
          </a:xfrm>
        </p:grpSpPr>
        <p:sp>
          <p:nvSpPr>
            <p:cNvPr id="1779" name="Google Shape;1779;p46"/>
            <p:cNvSpPr/>
            <p:nvPr/>
          </p:nvSpPr>
          <p:spPr>
            <a:xfrm>
              <a:off x="1611458" y="819874"/>
              <a:ext cx="39855" cy="85128"/>
            </a:xfrm>
            <a:custGeom>
              <a:rect b="b" l="l" r="r" t="t"/>
              <a:pathLst>
                <a:path extrusionOk="0" h="2247" w="1052">
                  <a:moveTo>
                    <a:pt x="865" y="0"/>
                  </a:moveTo>
                  <a:cubicBezTo>
                    <a:pt x="526" y="0"/>
                    <a:pt x="252" y="246"/>
                    <a:pt x="252" y="548"/>
                  </a:cubicBezTo>
                  <a:lnTo>
                    <a:pt x="252" y="824"/>
                  </a:lnTo>
                  <a:cubicBezTo>
                    <a:pt x="235" y="902"/>
                    <a:pt x="199" y="931"/>
                    <a:pt x="147" y="951"/>
                  </a:cubicBezTo>
                  <a:cubicBezTo>
                    <a:pt x="86" y="973"/>
                    <a:pt x="37" y="1020"/>
                    <a:pt x="22" y="1082"/>
                  </a:cubicBezTo>
                  <a:cubicBezTo>
                    <a:pt x="0" y="1174"/>
                    <a:pt x="54" y="1266"/>
                    <a:pt x="139" y="1294"/>
                  </a:cubicBezTo>
                  <a:cubicBezTo>
                    <a:pt x="195" y="1314"/>
                    <a:pt x="232" y="1341"/>
                    <a:pt x="251" y="1424"/>
                  </a:cubicBezTo>
                  <a:lnTo>
                    <a:pt x="251" y="1700"/>
                  </a:lnTo>
                  <a:cubicBezTo>
                    <a:pt x="251" y="1999"/>
                    <a:pt x="520" y="2242"/>
                    <a:pt x="854" y="2247"/>
                  </a:cubicBezTo>
                  <a:cubicBezTo>
                    <a:pt x="855" y="2247"/>
                    <a:pt x="855" y="2247"/>
                    <a:pt x="856" y="2247"/>
                  </a:cubicBezTo>
                  <a:cubicBezTo>
                    <a:pt x="951" y="2247"/>
                    <a:pt x="1038" y="2176"/>
                    <a:pt x="1044" y="2078"/>
                  </a:cubicBezTo>
                  <a:cubicBezTo>
                    <a:pt x="1052" y="1974"/>
                    <a:pt x="969" y="1886"/>
                    <a:pt x="865" y="1886"/>
                  </a:cubicBezTo>
                  <a:cubicBezTo>
                    <a:pt x="728" y="1886"/>
                    <a:pt x="612" y="1801"/>
                    <a:pt x="612" y="1698"/>
                  </a:cubicBezTo>
                  <a:lnTo>
                    <a:pt x="612" y="1405"/>
                  </a:lnTo>
                  <a:cubicBezTo>
                    <a:pt x="612" y="1394"/>
                    <a:pt x="610" y="1384"/>
                    <a:pt x="609" y="1376"/>
                  </a:cubicBezTo>
                  <a:cubicBezTo>
                    <a:pt x="589" y="1268"/>
                    <a:pt x="551" y="1187"/>
                    <a:pt x="502" y="1124"/>
                  </a:cubicBezTo>
                  <a:cubicBezTo>
                    <a:pt x="550" y="1061"/>
                    <a:pt x="589" y="980"/>
                    <a:pt x="608" y="874"/>
                  </a:cubicBezTo>
                  <a:cubicBezTo>
                    <a:pt x="610" y="863"/>
                    <a:pt x="612" y="853"/>
                    <a:pt x="612" y="842"/>
                  </a:cubicBezTo>
                  <a:lnTo>
                    <a:pt x="612" y="549"/>
                  </a:lnTo>
                  <a:cubicBezTo>
                    <a:pt x="612" y="449"/>
                    <a:pt x="727" y="363"/>
                    <a:pt x="863" y="362"/>
                  </a:cubicBezTo>
                  <a:cubicBezTo>
                    <a:pt x="956" y="361"/>
                    <a:pt x="1039" y="287"/>
                    <a:pt x="1044" y="192"/>
                  </a:cubicBezTo>
                  <a:cubicBezTo>
                    <a:pt x="1052" y="87"/>
                    <a:pt x="968" y="0"/>
                    <a:pt x="8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46"/>
            <p:cNvSpPr/>
            <p:nvPr/>
          </p:nvSpPr>
          <p:spPr>
            <a:xfrm>
              <a:off x="1874873" y="849235"/>
              <a:ext cx="39817" cy="85165"/>
            </a:xfrm>
            <a:custGeom>
              <a:rect b="b" l="l" r="r" t="t"/>
              <a:pathLst>
                <a:path extrusionOk="0" h="2248" w="1051">
                  <a:moveTo>
                    <a:pt x="186" y="0"/>
                  </a:moveTo>
                  <a:cubicBezTo>
                    <a:pt x="82" y="0"/>
                    <a:pt x="1" y="87"/>
                    <a:pt x="7" y="192"/>
                  </a:cubicBezTo>
                  <a:cubicBezTo>
                    <a:pt x="12" y="286"/>
                    <a:pt x="95" y="361"/>
                    <a:pt x="189" y="362"/>
                  </a:cubicBezTo>
                  <a:cubicBezTo>
                    <a:pt x="325" y="363"/>
                    <a:pt x="440" y="449"/>
                    <a:pt x="440" y="549"/>
                  </a:cubicBezTo>
                  <a:lnTo>
                    <a:pt x="440" y="842"/>
                  </a:lnTo>
                  <a:cubicBezTo>
                    <a:pt x="440" y="853"/>
                    <a:pt x="442" y="863"/>
                    <a:pt x="443" y="874"/>
                  </a:cubicBezTo>
                  <a:cubicBezTo>
                    <a:pt x="462" y="981"/>
                    <a:pt x="501" y="1062"/>
                    <a:pt x="550" y="1125"/>
                  </a:cubicBezTo>
                  <a:cubicBezTo>
                    <a:pt x="501" y="1188"/>
                    <a:pt x="462" y="1269"/>
                    <a:pt x="443" y="1377"/>
                  </a:cubicBezTo>
                  <a:cubicBezTo>
                    <a:pt x="442" y="1387"/>
                    <a:pt x="440" y="1398"/>
                    <a:pt x="440" y="1408"/>
                  </a:cubicBezTo>
                  <a:lnTo>
                    <a:pt x="440" y="1701"/>
                  </a:lnTo>
                  <a:cubicBezTo>
                    <a:pt x="440" y="1802"/>
                    <a:pt x="325" y="1887"/>
                    <a:pt x="189" y="1888"/>
                  </a:cubicBezTo>
                  <a:cubicBezTo>
                    <a:pt x="95" y="1890"/>
                    <a:pt x="12" y="1963"/>
                    <a:pt x="7" y="2058"/>
                  </a:cubicBezTo>
                  <a:cubicBezTo>
                    <a:pt x="2" y="2163"/>
                    <a:pt x="84" y="2248"/>
                    <a:pt x="186" y="2248"/>
                  </a:cubicBezTo>
                  <a:cubicBezTo>
                    <a:pt x="525" y="2248"/>
                    <a:pt x="800" y="2002"/>
                    <a:pt x="800" y="1701"/>
                  </a:cubicBezTo>
                  <a:lnTo>
                    <a:pt x="800" y="1425"/>
                  </a:lnTo>
                  <a:cubicBezTo>
                    <a:pt x="818" y="1346"/>
                    <a:pt x="852" y="1317"/>
                    <a:pt x="904" y="1298"/>
                  </a:cubicBezTo>
                  <a:cubicBezTo>
                    <a:pt x="965" y="1275"/>
                    <a:pt x="1014" y="1228"/>
                    <a:pt x="1029" y="1167"/>
                  </a:cubicBezTo>
                  <a:cubicBezTo>
                    <a:pt x="1050" y="1074"/>
                    <a:pt x="998" y="984"/>
                    <a:pt x="912" y="955"/>
                  </a:cubicBezTo>
                  <a:cubicBezTo>
                    <a:pt x="855" y="935"/>
                    <a:pt x="819" y="907"/>
                    <a:pt x="800" y="825"/>
                  </a:cubicBezTo>
                  <a:lnTo>
                    <a:pt x="800" y="549"/>
                  </a:lnTo>
                  <a:cubicBezTo>
                    <a:pt x="800" y="247"/>
                    <a:pt x="525" y="0"/>
                    <a:pt x="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46"/>
            <p:cNvSpPr/>
            <p:nvPr/>
          </p:nvSpPr>
          <p:spPr>
            <a:xfrm>
              <a:off x="1673476" y="818813"/>
              <a:ext cx="36067" cy="13639"/>
            </a:xfrm>
            <a:custGeom>
              <a:rect b="b" l="l" r="r" t="t"/>
              <a:pathLst>
                <a:path extrusionOk="0" h="360" w="952">
                  <a:moveTo>
                    <a:pt x="198" y="0"/>
                  </a:moveTo>
                  <a:cubicBezTo>
                    <a:pt x="103" y="0"/>
                    <a:pt x="18" y="69"/>
                    <a:pt x="10" y="163"/>
                  </a:cubicBezTo>
                  <a:cubicBezTo>
                    <a:pt x="0" y="269"/>
                    <a:pt x="85" y="359"/>
                    <a:pt x="190" y="359"/>
                  </a:cubicBezTo>
                  <a:lnTo>
                    <a:pt x="753" y="359"/>
                  </a:lnTo>
                  <a:cubicBezTo>
                    <a:pt x="850" y="359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46"/>
            <p:cNvSpPr/>
            <p:nvPr/>
          </p:nvSpPr>
          <p:spPr>
            <a:xfrm>
              <a:off x="1674348" y="966489"/>
              <a:ext cx="113011" cy="13676"/>
            </a:xfrm>
            <a:custGeom>
              <a:rect b="b" l="l" r="r" t="t"/>
              <a:pathLst>
                <a:path extrusionOk="0" h="361" w="2983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2785" y="361"/>
                  </a:lnTo>
                  <a:cubicBezTo>
                    <a:pt x="2881" y="361"/>
                    <a:pt x="2965" y="291"/>
                    <a:pt x="2974" y="197"/>
                  </a:cubicBezTo>
                  <a:cubicBezTo>
                    <a:pt x="2982" y="89"/>
                    <a:pt x="2898" y="0"/>
                    <a:pt x="2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46"/>
            <p:cNvSpPr/>
            <p:nvPr/>
          </p:nvSpPr>
          <p:spPr>
            <a:xfrm>
              <a:off x="1673476" y="878368"/>
              <a:ext cx="36067" cy="13639"/>
            </a:xfrm>
            <a:custGeom>
              <a:rect b="b" l="l" r="r" t="t"/>
              <a:pathLst>
                <a:path extrusionOk="0" h="360" w="952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5" y="359"/>
                    <a:pt x="190" y="359"/>
                  </a:cubicBezTo>
                  <a:lnTo>
                    <a:pt x="753" y="359"/>
                  </a:lnTo>
                  <a:cubicBezTo>
                    <a:pt x="850" y="359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46"/>
            <p:cNvSpPr/>
            <p:nvPr/>
          </p:nvSpPr>
          <p:spPr>
            <a:xfrm>
              <a:off x="1673476" y="906933"/>
              <a:ext cx="36067" cy="13676"/>
            </a:xfrm>
            <a:custGeom>
              <a:rect b="b" l="l" r="r" t="t"/>
              <a:pathLst>
                <a:path extrusionOk="0" h="361" w="952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5" y="361"/>
                    <a:pt x="190" y="361"/>
                  </a:cubicBezTo>
                  <a:lnTo>
                    <a:pt x="753" y="361"/>
                  </a:lnTo>
                  <a:cubicBezTo>
                    <a:pt x="850" y="361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46"/>
            <p:cNvSpPr/>
            <p:nvPr/>
          </p:nvSpPr>
          <p:spPr>
            <a:xfrm>
              <a:off x="1771901" y="936673"/>
              <a:ext cx="25156" cy="13714"/>
            </a:xfrm>
            <a:custGeom>
              <a:rect b="b" l="l" r="r" t="t"/>
              <a:pathLst>
                <a:path extrusionOk="0" h="362" w="664">
                  <a:moveTo>
                    <a:pt x="189" y="1"/>
                  </a:moveTo>
                  <a:cubicBezTo>
                    <a:pt x="85" y="1"/>
                    <a:pt x="1" y="90"/>
                    <a:pt x="9" y="197"/>
                  </a:cubicBezTo>
                  <a:cubicBezTo>
                    <a:pt x="17" y="291"/>
                    <a:pt x="103" y="361"/>
                    <a:pt x="198" y="361"/>
                  </a:cubicBezTo>
                  <a:lnTo>
                    <a:pt x="467" y="361"/>
                  </a:lnTo>
                  <a:cubicBezTo>
                    <a:pt x="562" y="361"/>
                    <a:pt x="647" y="291"/>
                    <a:pt x="655" y="197"/>
                  </a:cubicBezTo>
                  <a:cubicBezTo>
                    <a:pt x="664" y="90"/>
                    <a:pt x="580" y="1"/>
                    <a:pt x="4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46"/>
            <p:cNvSpPr/>
            <p:nvPr/>
          </p:nvSpPr>
          <p:spPr>
            <a:xfrm>
              <a:off x="1673931" y="936673"/>
              <a:ext cx="78801" cy="13714"/>
            </a:xfrm>
            <a:custGeom>
              <a:rect b="b" l="l" r="r" t="t"/>
              <a:pathLst>
                <a:path extrusionOk="0" h="362" w="2080">
                  <a:moveTo>
                    <a:pt x="199" y="1"/>
                  </a:moveTo>
                  <a:cubicBezTo>
                    <a:pt x="102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882" y="361"/>
                  </a:lnTo>
                  <a:cubicBezTo>
                    <a:pt x="1977" y="361"/>
                    <a:pt x="2063" y="291"/>
                    <a:pt x="2070" y="197"/>
                  </a:cubicBezTo>
                  <a:cubicBezTo>
                    <a:pt x="2080" y="90"/>
                    <a:pt x="1996" y="1"/>
                    <a:pt x="18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46"/>
            <p:cNvSpPr/>
            <p:nvPr/>
          </p:nvSpPr>
          <p:spPr>
            <a:xfrm>
              <a:off x="1728447" y="878368"/>
              <a:ext cx="36029" cy="13639"/>
            </a:xfrm>
            <a:custGeom>
              <a:rect b="b" l="l" r="r" t="t"/>
              <a:pathLst>
                <a:path extrusionOk="0" h="360" w="951">
                  <a:moveTo>
                    <a:pt x="189" y="0"/>
                  </a:moveTo>
                  <a:cubicBezTo>
                    <a:pt x="85" y="0"/>
                    <a:pt x="1" y="89"/>
                    <a:pt x="9" y="196"/>
                  </a:cubicBezTo>
                  <a:cubicBezTo>
                    <a:pt x="18" y="290"/>
                    <a:pt x="104" y="359"/>
                    <a:pt x="198" y="359"/>
                  </a:cubicBezTo>
                  <a:lnTo>
                    <a:pt x="753" y="359"/>
                  </a:lnTo>
                  <a:cubicBezTo>
                    <a:pt x="849" y="359"/>
                    <a:pt x="934" y="290"/>
                    <a:pt x="941" y="196"/>
                  </a:cubicBezTo>
                  <a:cubicBezTo>
                    <a:pt x="951" y="89"/>
                    <a:pt x="867" y="0"/>
                    <a:pt x="7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46"/>
            <p:cNvSpPr/>
            <p:nvPr/>
          </p:nvSpPr>
          <p:spPr>
            <a:xfrm>
              <a:off x="1778152" y="878330"/>
              <a:ext cx="75429" cy="13639"/>
            </a:xfrm>
            <a:custGeom>
              <a:rect b="b" l="l" r="r" t="t"/>
              <a:pathLst>
                <a:path extrusionOk="0" h="360" w="1991">
                  <a:moveTo>
                    <a:pt x="198" y="0"/>
                  </a:moveTo>
                  <a:cubicBezTo>
                    <a:pt x="102" y="0"/>
                    <a:pt x="17" y="69"/>
                    <a:pt x="10" y="163"/>
                  </a:cubicBezTo>
                  <a:cubicBezTo>
                    <a:pt x="0" y="270"/>
                    <a:pt x="84" y="359"/>
                    <a:pt x="189" y="359"/>
                  </a:cubicBezTo>
                  <a:lnTo>
                    <a:pt x="1809" y="359"/>
                  </a:lnTo>
                  <a:cubicBezTo>
                    <a:pt x="1810" y="359"/>
                    <a:pt x="1810" y="359"/>
                    <a:pt x="1811" y="359"/>
                  </a:cubicBezTo>
                  <a:cubicBezTo>
                    <a:pt x="1911" y="359"/>
                    <a:pt x="1990" y="279"/>
                    <a:pt x="1990" y="180"/>
                  </a:cubicBezTo>
                  <a:cubicBezTo>
                    <a:pt x="1990" y="81"/>
                    <a:pt x="1909" y="0"/>
                    <a:pt x="18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46"/>
            <p:cNvSpPr/>
            <p:nvPr/>
          </p:nvSpPr>
          <p:spPr>
            <a:xfrm>
              <a:off x="1729773" y="818699"/>
              <a:ext cx="164383" cy="13714"/>
            </a:xfrm>
            <a:custGeom>
              <a:rect b="b" l="l" r="r" t="t"/>
              <a:pathLst>
                <a:path extrusionOk="0" h="362" w="4339">
                  <a:moveTo>
                    <a:pt x="198" y="1"/>
                  </a:moveTo>
                  <a:cubicBezTo>
                    <a:pt x="103" y="1"/>
                    <a:pt x="18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137" y="361"/>
                  </a:lnTo>
                  <a:cubicBezTo>
                    <a:pt x="4234" y="361"/>
                    <a:pt x="4319" y="292"/>
                    <a:pt x="4326" y="198"/>
                  </a:cubicBezTo>
                  <a:cubicBezTo>
                    <a:pt x="4339" y="92"/>
                    <a:pt x="4255" y="1"/>
                    <a:pt x="4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46"/>
            <p:cNvSpPr/>
            <p:nvPr/>
          </p:nvSpPr>
          <p:spPr>
            <a:xfrm>
              <a:off x="1673097" y="848553"/>
              <a:ext cx="182000" cy="13639"/>
            </a:xfrm>
            <a:custGeom>
              <a:rect b="b" l="l" r="r" t="t"/>
              <a:pathLst>
                <a:path extrusionOk="0" h="360" w="4804">
                  <a:moveTo>
                    <a:pt x="199" y="1"/>
                  </a:moveTo>
                  <a:cubicBezTo>
                    <a:pt x="103" y="1"/>
                    <a:pt x="19" y="70"/>
                    <a:pt x="9" y="164"/>
                  </a:cubicBezTo>
                  <a:cubicBezTo>
                    <a:pt x="1" y="271"/>
                    <a:pt x="87" y="360"/>
                    <a:pt x="193" y="360"/>
                  </a:cubicBezTo>
                  <a:lnTo>
                    <a:pt x="4595" y="360"/>
                  </a:lnTo>
                  <a:cubicBezTo>
                    <a:pt x="4681" y="360"/>
                    <a:pt x="4763" y="302"/>
                    <a:pt x="4780" y="216"/>
                  </a:cubicBezTo>
                  <a:cubicBezTo>
                    <a:pt x="4804" y="101"/>
                    <a:pt x="4713" y="1"/>
                    <a:pt x="46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46"/>
            <p:cNvSpPr/>
            <p:nvPr/>
          </p:nvSpPr>
          <p:spPr>
            <a:xfrm>
              <a:off x="1558836" y="713303"/>
              <a:ext cx="475457" cy="476631"/>
            </a:xfrm>
            <a:custGeom>
              <a:rect b="b" l="l" r="r" t="t"/>
              <a:pathLst>
                <a:path extrusionOk="0" h="12581" w="12550">
                  <a:moveTo>
                    <a:pt x="10487" y="358"/>
                  </a:moveTo>
                  <a:cubicBezTo>
                    <a:pt x="10595" y="358"/>
                    <a:pt x="10684" y="446"/>
                    <a:pt x="10684" y="556"/>
                  </a:cubicBezTo>
                  <a:lnTo>
                    <a:pt x="10684" y="1374"/>
                  </a:lnTo>
                  <a:lnTo>
                    <a:pt x="363" y="1374"/>
                  </a:lnTo>
                  <a:lnTo>
                    <a:pt x="363" y="556"/>
                  </a:lnTo>
                  <a:cubicBezTo>
                    <a:pt x="363" y="447"/>
                    <a:pt x="451" y="358"/>
                    <a:pt x="561" y="358"/>
                  </a:cubicBezTo>
                  <a:close/>
                  <a:moveTo>
                    <a:pt x="11338" y="6826"/>
                  </a:moveTo>
                  <a:lnTo>
                    <a:pt x="11956" y="7535"/>
                  </a:lnTo>
                  <a:lnTo>
                    <a:pt x="11338" y="7535"/>
                  </a:lnTo>
                  <a:lnTo>
                    <a:pt x="11338" y="6826"/>
                  </a:lnTo>
                  <a:close/>
                  <a:moveTo>
                    <a:pt x="192" y="0"/>
                  </a:moveTo>
                  <a:cubicBezTo>
                    <a:pt x="86" y="0"/>
                    <a:pt x="2" y="86"/>
                    <a:pt x="2" y="191"/>
                  </a:cubicBezTo>
                  <a:lnTo>
                    <a:pt x="2" y="7202"/>
                  </a:lnTo>
                  <a:cubicBezTo>
                    <a:pt x="2" y="7220"/>
                    <a:pt x="9" y="7237"/>
                    <a:pt x="22" y="7249"/>
                  </a:cubicBezTo>
                  <a:cubicBezTo>
                    <a:pt x="75" y="7301"/>
                    <a:pt x="131" y="7323"/>
                    <a:pt x="183" y="7323"/>
                  </a:cubicBezTo>
                  <a:cubicBezTo>
                    <a:pt x="282" y="7323"/>
                    <a:pt x="363" y="7241"/>
                    <a:pt x="363" y="7139"/>
                  </a:cubicBezTo>
                  <a:lnTo>
                    <a:pt x="363" y="1736"/>
                  </a:lnTo>
                  <a:lnTo>
                    <a:pt x="10683" y="1736"/>
                  </a:lnTo>
                  <a:lnTo>
                    <a:pt x="10683" y="6160"/>
                  </a:lnTo>
                  <a:lnTo>
                    <a:pt x="9249" y="6160"/>
                  </a:lnTo>
                  <a:cubicBezTo>
                    <a:pt x="9152" y="6160"/>
                    <a:pt x="9067" y="6229"/>
                    <a:pt x="9060" y="6323"/>
                  </a:cubicBezTo>
                  <a:cubicBezTo>
                    <a:pt x="9051" y="6431"/>
                    <a:pt x="9134" y="6520"/>
                    <a:pt x="9239" y="6520"/>
                  </a:cubicBezTo>
                  <a:lnTo>
                    <a:pt x="10978" y="6520"/>
                  </a:lnTo>
                  <a:lnTo>
                    <a:pt x="10978" y="7713"/>
                  </a:lnTo>
                  <a:cubicBezTo>
                    <a:pt x="10978" y="7814"/>
                    <a:pt x="11060" y="7897"/>
                    <a:pt x="11162" y="7897"/>
                  </a:cubicBezTo>
                  <a:lnTo>
                    <a:pt x="12190" y="7897"/>
                  </a:lnTo>
                  <a:lnTo>
                    <a:pt x="12190" y="12223"/>
                  </a:lnTo>
                  <a:lnTo>
                    <a:pt x="7537" y="12223"/>
                  </a:lnTo>
                  <a:lnTo>
                    <a:pt x="7537" y="6519"/>
                  </a:lnTo>
                  <a:lnTo>
                    <a:pt x="8330" y="6519"/>
                  </a:lnTo>
                  <a:cubicBezTo>
                    <a:pt x="8426" y="6519"/>
                    <a:pt x="8511" y="6449"/>
                    <a:pt x="8519" y="6354"/>
                  </a:cubicBezTo>
                  <a:cubicBezTo>
                    <a:pt x="8528" y="6248"/>
                    <a:pt x="8444" y="6159"/>
                    <a:pt x="8339" y="6159"/>
                  </a:cubicBezTo>
                  <a:lnTo>
                    <a:pt x="7328" y="6159"/>
                  </a:lnTo>
                  <a:cubicBezTo>
                    <a:pt x="7225" y="6159"/>
                    <a:pt x="7143" y="6241"/>
                    <a:pt x="7143" y="6343"/>
                  </a:cubicBezTo>
                  <a:lnTo>
                    <a:pt x="7143" y="9436"/>
                  </a:lnTo>
                  <a:lnTo>
                    <a:pt x="427" y="9436"/>
                  </a:lnTo>
                  <a:cubicBezTo>
                    <a:pt x="390" y="9436"/>
                    <a:pt x="360" y="9405"/>
                    <a:pt x="360" y="9369"/>
                  </a:cubicBezTo>
                  <a:lnTo>
                    <a:pt x="360" y="7960"/>
                  </a:lnTo>
                  <a:cubicBezTo>
                    <a:pt x="360" y="7941"/>
                    <a:pt x="352" y="7924"/>
                    <a:pt x="339" y="7911"/>
                  </a:cubicBezTo>
                  <a:cubicBezTo>
                    <a:pt x="286" y="7861"/>
                    <a:pt x="231" y="7840"/>
                    <a:pt x="180" y="7840"/>
                  </a:cubicBezTo>
                  <a:cubicBezTo>
                    <a:pt x="81" y="7840"/>
                    <a:pt x="0" y="7920"/>
                    <a:pt x="0" y="8020"/>
                  </a:cubicBezTo>
                  <a:lnTo>
                    <a:pt x="0" y="9604"/>
                  </a:lnTo>
                  <a:cubicBezTo>
                    <a:pt x="0" y="9709"/>
                    <a:pt x="85" y="9795"/>
                    <a:pt x="191" y="9795"/>
                  </a:cubicBezTo>
                  <a:lnTo>
                    <a:pt x="7143" y="9795"/>
                  </a:lnTo>
                  <a:lnTo>
                    <a:pt x="7143" y="12397"/>
                  </a:lnTo>
                  <a:cubicBezTo>
                    <a:pt x="7143" y="12499"/>
                    <a:pt x="7225" y="12581"/>
                    <a:pt x="7328" y="12581"/>
                  </a:cubicBezTo>
                  <a:lnTo>
                    <a:pt x="12365" y="12581"/>
                  </a:lnTo>
                  <a:cubicBezTo>
                    <a:pt x="12467" y="12581"/>
                    <a:pt x="12550" y="12499"/>
                    <a:pt x="12550" y="12397"/>
                  </a:cubicBezTo>
                  <a:lnTo>
                    <a:pt x="12550" y="7724"/>
                  </a:lnTo>
                  <a:cubicBezTo>
                    <a:pt x="12550" y="7679"/>
                    <a:pt x="12534" y="7636"/>
                    <a:pt x="12506" y="7604"/>
                  </a:cubicBezTo>
                  <a:lnTo>
                    <a:pt x="11307" y="6222"/>
                  </a:lnTo>
                  <a:cubicBezTo>
                    <a:pt x="11272" y="6182"/>
                    <a:pt x="11221" y="6160"/>
                    <a:pt x="11168" y="6160"/>
                  </a:cubicBezTo>
                  <a:lnTo>
                    <a:pt x="11043" y="6160"/>
                  </a:lnTo>
                  <a:lnTo>
                    <a:pt x="11043" y="566"/>
                  </a:lnTo>
                  <a:cubicBezTo>
                    <a:pt x="11043" y="254"/>
                    <a:pt x="10790" y="0"/>
                    <a:pt x="104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46"/>
            <p:cNvSpPr/>
            <p:nvPr/>
          </p:nvSpPr>
          <p:spPr>
            <a:xfrm>
              <a:off x="1906431" y="1036614"/>
              <a:ext cx="48341" cy="63760"/>
            </a:xfrm>
            <a:custGeom>
              <a:rect b="b" l="l" r="r" t="t"/>
              <a:pathLst>
                <a:path extrusionOk="0" h="1683" w="1276">
                  <a:moveTo>
                    <a:pt x="1096" y="0"/>
                  </a:moveTo>
                  <a:cubicBezTo>
                    <a:pt x="997" y="0"/>
                    <a:pt x="917" y="81"/>
                    <a:pt x="917" y="180"/>
                  </a:cubicBezTo>
                  <a:lnTo>
                    <a:pt x="917" y="638"/>
                  </a:lnTo>
                  <a:lnTo>
                    <a:pt x="359" y="638"/>
                  </a:lnTo>
                  <a:lnTo>
                    <a:pt x="359" y="180"/>
                  </a:lnTo>
                  <a:cubicBezTo>
                    <a:pt x="362" y="81"/>
                    <a:pt x="280" y="1"/>
                    <a:pt x="180" y="1"/>
                  </a:cubicBezTo>
                  <a:cubicBezTo>
                    <a:pt x="81" y="1"/>
                    <a:pt x="0" y="82"/>
                    <a:pt x="0" y="181"/>
                  </a:cubicBezTo>
                  <a:lnTo>
                    <a:pt x="0" y="1494"/>
                  </a:lnTo>
                  <a:cubicBezTo>
                    <a:pt x="0" y="1589"/>
                    <a:pt x="69" y="1674"/>
                    <a:pt x="164" y="1682"/>
                  </a:cubicBezTo>
                  <a:cubicBezTo>
                    <a:pt x="169" y="1682"/>
                    <a:pt x="173" y="1683"/>
                    <a:pt x="178" y="1683"/>
                  </a:cubicBezTo>
                  <a:cubicBezTo>
                    <a:pt x="279" y="1683"/>
                    <a:pt x="359" y="1602"/>
                    <a:pt x="359" y="1502"/>
                  </a:cubicBezTo>
                  <a:lnTo>
                    <a:pt x="359" y="998"/>
                  </a:lnTo>
                  <a:lnTo>
                    <a:pt x="917" y="998"/>
                  </a:lnTo>
                  <a:lnTo>
                    <a:pt x="917" y="1494"/>
                  </a:lnTo>
                  <a:cubicBezTo>
                    <a:pt x="917" y="1589"/>
                    <a:pt x="986" y="1674"/>
                    <a:pt x="1080" y="1682"/>
                  </a:cubicBezTo>
                  <a:cubicBezTo>
                    <a:pt x="1085" y="1682"/>
                    <a:pt x="1090" y="1683"/>
                    <a:pt x="1095" y="1683"/>
                  </a:cubicBezTo>
                  <a:cubicBezTo>
                    <a:pt x="1195" y="1683"/>
                    <a:pt x="1276" y="1602"/>
                    <a:pt x="1276" y="1502"/>
                  </a:cubicBezTo>
                  <a:lnTo>
                    <a:pt x="1276" y="189"/>
                  </a:lnTo>
                  <a:cubicBezTo>
                    <a:pt x="1276" y="93"/>
                    <a:pt x="1207" y="8"/>
                    <a:pt x="1113" y="1"/>
                  </a:cubicBezTo>
                  <a:cubicBezTo>
                    <a:pt x="1107" y="1"/>
                    <a:pt x="1102" y="0"/>
                    <a:pt x="1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46"/>
            <p:cNvSpPr/>
            <p:nvPr/>
          </p:nvSpPr>
          <p:spPr>
            <a:xfrm>
              <a:off x="1857976" y="1035970"/>
              <a:ext cx="42128" cy="65200"/>
            </a:xfrm>
            <a:custGeom>
              <a:rect b="b" l="l" r="r" t="t"/>
              <a:pathLst>
                <a:path extrusionOk="0" h="1721" w="1112">
                  <a:moveTo>
                    <a:pt x="550" y="362"/>
                  </a:moveTo>
                  <a:cubicBezTo>
                    <a:pt x="659" y="362"/>
                    <a:pt x="752" y="451"/>
                    <a:pt x="752" y="558"/>
                  </a:cubicBezTo>
                  <a:cubicBezTo>
                    <a:pt x="752" y="665"/>
                    <a:pt x="659" y="756"/>
                    <a:pt x="548" y="756"/>
                  </a:cubicBezTo>
                  <a:cubicBezTo>
                    <a:pt x="504" y="756"/>
                    <a:pt x="429" y="756"/>
                    <a:pt x="359" y="757"/>
                  </a:cubicBezTo>
                  <a:cubicBezTo>
                    <a:pt x="359" y="684"/>
                    <a:pt x="358" y="439"/>
                    <a:pt x="358" y="362"/>
                  </a:cubicBezTo>
                  <a:lnTo>
                    <a:pt x="548" y="362"/>
                  </a:lnTo>
                  <a:cubicBezTo>
                    <a:pt x="549" y="362"/>
                    <a:pt x="549" y="362"/>
                    <a:pt x="550" y="362"/>
                  </a:cubicBezTo>
                  <a:close/>
                  <a:moveTo>
                    <a:pt x="182" y="0"/>
                  </a:moveTo>
                  <a:cubicBezTo>
                    <a:pt x="87" y="0"/>
                    <a:pt x="0" y="88"/>
                    <a:pt x="0" y="186"/>
                  </a:cubicBezTo>
                  <a:lnTo>
                    <a:pt x="0" y="1531"/>
                  </a:lnTo>
                  <a:cubicBezTo>
                    <a:pt x="0" y="1618"/>
                    <a:pt x="59" y="1699"/>
                    <a:pt x="145" y="1717"/>
                  </a:cubicBezTo>
                  <a:cubicBezTo>
                    <a:pt x="158" y="1719"/>
                    <a:pt x="170" y="1721"/>
                    <a:pt x="182" y="1721"/>
                  </a:cubicBezTo>
                  <a:cubicBezTo>
                    <a:pt x="281" y="1721"/>
                    <a:pt x="363" y="1637"/>
                    <a:pt x="363" y="1537"/>
                  </a:cubicBezTo>
                  <a:lnTo>
                    <a:pt x="363" y="1133"/>
                  </a:lnTo>
                  <a:cubicBezTo>
                    <a:pt x="432" y="1133"/>
                    <a:pt x="506" y="1131"/>
                    <a:pt x="551" y="1131"/>
                  </a:cubicBezTo>
                  <a:cubicBezTo>
                    <a:pt x="860" y="1131"/>
                    <a:pt x="1112" y="878"/>
                    <a:pt x="1112" y="566"/>
                  </a:cubicBezTo>
                  <a:cubicBezTo>
                    <a:pt x="1112" y="255"/>
                    <a:pt x="860" y="0"/>
                    <a:pt x="5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46"/>
            <p:cNvSpPr/>
            <p:nvPr/>
          </p:nvSpPr>
          <p:spPr>
            <a:xfrm>
              <a:off x="1964433" y="1035932"/>
              <a:ext cx="42962" cy="65200"/>
            </a:xfrm>
            <a:custGeom>
              <a:rect b="b" l="l" r="r" t="t"/>
              <a:pathLst>
                <a:path extrusionOk="0" h="1721" w="1134">
                  <a:moveTo>
                    <a:pt x="566" y="362"/>
                  </a:moveTo>
                  <a:cubicBezTo>
                    <a:pt x="677" y="362"/>
                    <a:pt x="770" y="452"/>
                    <a:pt x="770" y="558"/>
                  </a:cubicBezTo>
                  <a:cubicBezTo>
                    <a:pt x="770" y="665"/>
                    <a:pt x="676" y="755"/>
                    <a:pt x="566" y="755"/>
                  </a:cubicBezTo>
                  <a:cubicBezTo>
                    <a:pt x="522" y="755"/>
                    <a:pt x="447" y="755"/>
                    <a:pt x="376" y="757"/>
                  </a:cubicBezTo>
                  <a:cubicBezTo>
                    <a:pt x="376" y="684"/>
                    <a:pt x="375" y="439"/>
                    <a:pt x="375" y="362"/>
                  </a:cubicBezTo>
                  <a:close/>
                  <a:moveTo>
                    <a:pt x="187" y="0"/>
                  </a:moveTo>
                  <a:cubicBezTo>
                    <a:pt x="79" y="0"/>
                    <a:pt x="4" y="87"/>
                    <a:pt x="2" y="190"/>
                  </a:cubicBezTo>
                  <a:cubicBezTo>
                    <a:pt x="0" y="235"/>
                    <a:pt x="2" y="1503"/>
                    <a:pt x="2" y="1535"/>
                  </a:cubicBezTo>
                  <a:cubicBezTo>
                    <a:pt x="2" y="1638"/>
                    <a:pt x="84" y="1721"/>
                    <a:pt x="185" y="1721"/>
                  </a:cubicBezTo>
                  <a:cubicBezTo>
                    <a:pt x="287" y="1721"/>
                    <a:pt x="370" y="1638"/>
                    <a:pt x="370" y="1536"/>
                  </a:cubicBezTo>
                  <a:lnTo>
                    <a:pt x="370" y="1132"/>
                  </a:lnTo>
                  <a:cubicBezTo>
                    <a:pt x="441" y="1132"/>
                    <a:pt x="517" y="1131"/>
                    <a:pt x="562" y="1131"/>
                  </a:cubicBezTo>
                  <a:cubicBezTo>
                    <a:pt x="878" y="1131"/>
                    <a:pt x="1134" y="878"/>
                    <a:pt x="1134" y="566"/>
                  </a:cubicBezTo>
                  <a:cubicBezTo>
                    <a:pt x="1134" y="254"/>
                    <a:pt x="878" y="0"/>
                    <a:pt x="5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Chain-of-Thought Prompt (For reasoning tasks)</a:t>
            </a:r>
            <a:endParaRPr/>
          </a:p>
        </p:txBody>
      </p:sp>
      <p:sp>
        <p:nvSpPr>
          <p:cNvPr id="1800" name="Google Shape;1800;p47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Prompt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“Show your reasoning step-by-step.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 how Dijkstra’s algorithm finds the shortest path.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Then provide a 3-bullet summary at the end.”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it’s good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Forces the model to think before answering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Produces structured reasoning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Avoids incorrect shortcuts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1" name="Google Shape;1801;p47"/>
          <p:cNvGrpSpPr/>
          <p:nvPr/>
        </p:nvGrpSpPr>
        <p:grpSpPr>
          <a:xfrm>
            <a:off x="6542379" y="1830303"/>
            <a:ext cx="340332" cy="341173"/>
            <a:chOff x="1558836" y="713303"/>
            <a:chExt cx="475457" cy="476631"/>
          </a:xfrm>
        </p:grpSpPr>
        <p:sp>
          <p:nvSpPr>
            <p:cNvPr id="1802" name="Google Shape;1802;p47"/>
            <p:cNvSpPr/>
            <p:nvPr/>
          </p:nvSpPr>
          <p:spPr>
            <a:xfrm>
              <a:off x="1611458" y="819874"/>
              <a:ext cx="39855" cy="85128"/>
            </a:xfrm>
            <a:custGeom>
              <a:rect b="b" l="l" r="r" t="t"/>
              <a:pathLst>
                <a:path extrusionOk="0" h="2247" w="1052">
                  <a:moveTo>
                    <a:pt x="865" y="0"/>
                  </a:moveTo>
                  <a:cubicBezTo>
                    <a:pt x="526" y="0"/>
                    <a:pt x="252" y="246"/>
                    <a:pt x="252" y="548"/>
                  </a:cubicBezTo>
                  <a:lnTo>
                    <a:pt x="252" y="824"/>
                  </a:lnTo>
                  <a:cubicBezTo>
                    <a:pt x="235" y="902"/>
                    <a:pt x="199" y="931"/>
                    <a:pt x="147" y="951"/>
                  </a:cubicBezTo>
                  <a:cubicBezTo>
                    <a:pt x="86" y="973"/>
                    <a:pt x="37" y="1020"/>
                    <a:pt x="22" y="1082"/>
                  </a:cubicBezTo>
                  <a:cubicBezTo>
                    <a:pt x="0" y="1174"/>
                    <a:pt x="54" y="1266"/>
                    <a:pt x="139" y="1294"/>
                  </a:cubicBezTo>
                  <a:cubicBezTo>
                    <a:pt x="195" y="1314"/>
                    <a:pt x="232" y="1341"/>
                    <a:pt x="251" y="1424"/>
                  </a:cubicBezTo>
                  <a:lnTo>
                    <a:pt x="251" y="1700"/>
                  </a:lnTo>
                  <a:cubicBezTo>
                    <a:pt x="251" y="1999"/>
                    <a:pt x="520" y="2242"/>
                    <a:pt x="854" y="2247"/>
                  </a:cubicBezTo>
                  <a:cubicBezTo>
                    <a:pt x="855" y="2247"/>
                    <a:pt x="855" y="2247"/>
                    <a:pt x="856" y="2247"/>
                  </a:cubicBezTo>
                  <a:cubicBezTo>
                    <a:pt x="951" y="2247"/>
                    <a:pt x="1038" y="2176"/>
                    <a:pt x="1044" y="2078"/>
                  </a:cubicBezTo>
                  <a:cubicBezTo>
                    <a:pt x="1052" y="1974"/>
                    <a:pt x="969" y="1886"/>
                    <a:pt x="865" y="1886"/>
                  </a:cubicBezTo>
                  <a:cubicBezTo>
                    <a:pt x="728" y="1886"/>
                    <a:pt x="612" y="1801"/>
                    <a:pt x="612" y="1698"/>
                  </a:cubicBezTo>
                  <a:lnTo>
                    <a:pt x="612" y="1405"/>
                  </a:lnTo>
                  <a:cubicBezTo>
                    <a:pt x="612" y="1394"/>
                    <a:pt x="610" y="1384"/>
                    <a:pt x="609" y="1376"/>
                  </a:cubicBezTo>
                  <a:cubicBezTo>
                    <a:pt x="589" y="1268"/>
                    <a:pt x="551" y="1187"/>
                    <a:pt x="502" y="1124"/>
                  </a:cubicBezTo>
                  <a:cubicBezTo>
                    <a:pt x="550" y="1061"/>
                    <a:pt x="589" y="980"/>
                    <a:pt x="608" y="874"/>
                  </a:cubicBezTo>
                  <a:cubicBezTo>
                    <a:pt x="610" y="863"/>
                    <a:pt x="612" y="853"/>
                    <a:pt x="612" y="842"/>
                  </a:cubicBezTo>
                  <a:lnTo>
                    <a:pt x="612" y="549"/>
                  </a:lnTo>
                  <a:cubicBezTo>
                    <a:pt x="612" y="449"/>
                    <a:pt x="727" y="363"/>
                    <a:pt x="863" y="362"/>
                  </a:cubicBezTo>
                  <a:cubicBezTo>
                    <a:pt x="956" y="361"/>
                    <a:pt x="1039" y="287"/>
                    <a:pt x="1044" y="192"/>
                  </a:cubicBezTo>
                  <a:cubicBezTo>
                    <a:pt x="1052" y="87"/>
                    <a:pt x="968" y="0"/>
                    <a:pt x="8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47"/>
            <p:cNvSpPr/>
            <p:nvPr/>
          </p:nvSpPr>
          <p:spPr>
            <a:xfrm>
              <a:off x="1874873" y="849235"/>
              <a:ext cx="39817" cy="85165"/>
            </a:xfrm>
            <a:custGeom>
              <a:rect b="b" l="l" r="r" t="t"/>
              <a:pathLst>
                <a:path extrusionOk="0" h="2248" w="1051">
                  <a:moveTo>
                    <a:pt x="186" y="0"/>
                  </a:moveTo>
                  <a:cubicBezTo>
                    <a:pt x="82" y="0"/>
                    <a:pt x="1" y="87"/>
                    <a:pt x="7" y="192"/>
                  </a:cubicBezTo>
                  <a:cubicBezTo>
                    <a:pt x="12" y="286"/>
                    <a:pt x="95" y="361"/>
                    <a:pt x="189" y="362"/>
                  </a:cubicBezTo>
                  <a:cubicBezTo>
                    <a:pt x="325" y="363"/>
                    <a:pt x="440" y="449"/>
                    <a:pt x="440" y="549"/>
                  </a:cubicBezTo>
                  <a:lnTo>
                    <a:pt x="440" y="842"/>
                  </a:lnTo>
                  <a:cubicBezTo>
                    <a:pt x="440" y="853"/>
                    <a:pt x="442" y="863"/>
                    <a:pt x="443" y="874"/>
                  </a:cubicBezTo>
                  <a:cubicBezTo>
                    <a:pt x="462" y="981"/>
                    <a:pt x="501" y="1062"/>
                    <a:pt x="550" y="1125"/>
                  </a:cubicBezTo>
                  <a:cubicBezTo>
                    <a:pt x="501" y="1188"/>
                    <a:pt x="462" y="1269"/>
                    <a:pt x="443" y="1377"/>
                  </a:cubicBezTo>
                  <a:cubicBezTo>
                    <a:pt x="442" y="1387"/>
                    <a:pt x="440" y="1398"/>
                    <a:pt x="440" y="1408"/>
                  </a:cubicBezTo>
                  <a:lnTo>
                    <a:pt x="440" y="1701"/>
                  </a:lnTo>
                  <a:cubicBezTo>
                    <a:pt x="440" y="1802"/>
                    <a:pt x="325" y="1887"/>
                    <a:pt x="189" y="1888"/>
                  </a:cubicBezTo>
                  <a:cubicBezTo>
                    <a:pt x="95" y="1890"/>
                    <a:pt x="12" y="1963"/>
                    <a:pt x="7" y="2058"/>
                  </a:cubicBezTo>
                  <a:cubicBezTo>
                    <a:pt x="2" y="2163"/>
                    <a:pt x="84" y="2248"/>
                    <a:pt x="186" y="2248"/>
                  </a:cubicBezTo>
                  <a:cubicBezTo>
                    <a:pt x="525" y="2248"/>
                    <a:pt x="800" y="2002"/>
                    <a:pt x="800" y="1701"/>
                  </a:cubicBezTo>
                  <a:lnTo>
                    <a:pt x="800" y="1425"/>
                  </a:lnTo>
                  <a:cubicBezTo>
                    <a:pt x="818" y="1346"/>
                    <a:pt x="852" y="1317"/>
                    <a:pt x="904" y="1298"/>
                  </a:cubicBezTo>
                  <a:cubicBezTo>
                    <a:pt x="965" y="1275"/>
                    <a:pt x="1014" y="1228"/>
                    <a:pt x="1029" y="1167"/>
                  </a:cubicBezTo>
                  <a:cubicBezTo>
                    <a:pt x="1050" y="1074"/>
                    <a:pt x="998" y="984"/>
                    <a:pt x="912" y="955"/>
                  </a:cubicBezTo>
                  <a:cubicBezTo>
                    <a:pt x="855" y="935"/>
                    <a:pt x="819" y="907"/>
                    <a:pt x="800" y="825"/>
                  </a:cubicBezTo>
                  <a:lnTo>
                    <a:pt x="800" y="549"/>
                  </a:lnTo>
                  <a:cubicBezTo>
                    <a:pt x="800" y="247"/>
                    <a:pt x="525" y="0"/>
                    <a:pt x="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47"/>
            <p:cNvSpPr/>
            <p:nvPr/>
          </p:nvSpPr>
          <p:spPr>
            <a:xfrm>
              <a:off x="1673476" y="818813"/>
              <a:ext cx="36067" cy="13639"/>
            </a:xfrm>
            <a:custGeom>
              <a:rect b="b" l="l" r="r" t="t"/>
              <a:pathLst>
                <a:path extrusionOk="0" h="360" w="952">
                  <a:moveTo>
                    <a:pt x="198" y="0"/>
                  </a:moveTo>
                  <a:cubicBezTo>
                    <a:pt x="103" y="0"/>
                    <a:pt x="18" y="69"/>
                    <a:pt x="10" y="163"/>
                  </a:cubicBezTo>
                  <a:cubicBezTo>
                    <a:pt x="0" y="269"/>
                    <a:pt x="85" y="359"/>
                    <a:pt x="190" y="359"/>
                  </a:cubicBezTo>
                  <a:lnTo>
                    <a:pt x="753" y="359"/>
                  </a:lnTo>
                  <a:cubicBezTo>
                    <a:pt x="850" y="359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47"/>
            <p:cNvSpPr/>
            <p:nvPr/>
          </p:nvSpPr>
          <p:spPr>
            <a:xfrm>
              <a:off x="1674348" y="966489"/>
              <a:ext cx="113011" cy="13676"/>
            </a:xfrm>
            <a:custGeom>
              <a:rect b="b" l="l" r="r" t="t"/>
              <a:pathLst>
                <a:path extrusionOk="0" h="361" w="2983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2785" y="361"/>
                  </a:lnTo>
                  <a:cubicBezTo>
                    <a:pt x="2881" y="361"/>
                    <a:pt x="2965" y="291"/>
                    <a:pt x="2974" y="197"/>
                  </a:cubicBezTo>
                  <a:cubicBezTo>
                    <a:pt x="2982" y="89"/>
                    <a:pt x="2898" y="0"/>
                    <a:pt x="2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47"/>
            <p:cNvSpPr/>
            <p:nvPr/>
          </p:nvSpPr>
          <p:spPr>
            <a:xfrm>
              <a:off x="1673476" y="878368"/>
              <a:ext cx="36067" cy="13639"/>
            </a:xfrm>
            <a:custGeom>
              <a:rect b="b" l="l" r="r" t="t"/>
              <a:pathLst>
                <a:path extrusionOk="0" h="360" w="952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5" y="359"/>
                    <a:pt x="190" y="359"/>
                  </a:cubicBezTo>
                  <a:lnTo>
                    <a:pt x="753" y="359"/>
                  </a:lnTo>
                  <a:cubicBezTo>
                    <a:pt x="850" y="359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47"/>
            <p:cNvSpPr/>
            <p:nvPr/>
          </p:nvSpPr>
          <p:spPr>
            <a:xfrm>
              <a:off x="1673476" y="906933"/>
              <a:ext cx="36067" cy="13676"/>
            </a:xfrm>
            <a:custGeom>
              <a:rect b="b" l="l" r="r" t="t"/>
              <a:pathLst>
                <a:path extrusionOk="0" h="361" w="952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5" y="361"/>
                    <a:pt x="190" y="361"/>
                  </a:cubicBezTo>
                  <a:lnTo>
                    <a:pt x="753" y="361"/>
                  </a:lnTo>
                  <a:cubicBezTo>
                    <a:pt x="850" y="361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47"/>
            <p:cNvSpPr/>
            <p:nvPr/>
          </p:nvSpPr>
          <p:spPr>
            <a:xfrm>
              <a:off x="1771901" y="936673"/>
              <a:ext cx="25156" cy="13714"/>
            </a:xfrm>
            <a:custGeom>
              <a:rect b="b" l="l" r="r" t="t"/>
              <a:pathLst>
                <a:path extrusionOk="0" h="362" w="664">
                  <a:moveTo>
                    <a:pt x="189" y="1"/>
                  </a:moveTo>
                  <a:cubicBezTo>
                    <a:pt x="85" y="1"/>
                    <a:pt x="1" y="90"/>
                    <a:pt x="9" y="197"/>
                  </a:cubicBezTo>
                  <a:cubicBezTo>
                    <a:pt x="17" y="291"/>
                    <a:pt x="103" y="361"/>
                    <a:pt x="198" y="361"/>
                  </a:cubicBezTo>
                  <a:lnTo>
                    <a:pt x="467" y="361"/>
                  </a:lnTo>
                  <a:cubicBezTo>
                    <a:pt x="562" y="361"/>
                    <a:pt x="647" y="291"/>
                    <a:pt x="655" y="197"/>
                  </a:cubicBezTo>
                  <a:cubicBezTo>
                    <a:pt x="664" y="90"/>
                    <a:pt x="580" y="1"/>
                    <a:pt x="4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47"/>
            <p:cNvSpPr/>
            <p:nvPr/>
          </p:nvSpPr>
          <p:spPr>
            <a:xfrm>
              <a:off x="1673931" y="936673"/>
              <a:ext cx="78801" cy="13714"/>
            </a:xfrm>
            <a:custGeom>
              <a:rect b="b" l="l" r="r" t="t"/>
              <a:pathLst>
                <a:path extrusionOk="0" h="362" w="2080">
                  <a:moveTo>
                    <a:pt x="199" y="1"/>
                  </a:moveTo>
                  <a:cubicBezTo>
                    <a:pt x="102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882" y="361"/>
                  </a:lnTo>
                  <a:cubicBezTo>
                    <a:pt x="1977" y="361"/>
                    <a:pt x="2063" y="291"/>
                    <a:pt x="2070" y="197"/>
                  </a:cubicBezTo>
                  <a:cubicBezTo>
                    <a:pt x="2080" y="90"/>
                    <a:pt x="1996" y="1"/>
                    <a:pt x="18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47"/>
            <p:cNvSpPr/>
            <p:nvPr/>
          </p:nvSpPr>
          <p:spPr>
            <a:xfrm>
              <a:off x="1728447" y="878368"/>
              <a:ext cx="36029" cy="13639"/>
            </a:xfrm>
            <a:custGeom>
              <a:rect b="b" l="l" r="r" t="t"/>
              <a:pathLst>
                <a:path extrusionOk="0" h="360" w="951">
                  <a:moveTo>
                    <a:pt x="189" y="0"/>
                  </a:moveTo>
                  <a:cubicBezTo>
                    <a:pt x="85" y="0"/>
                    <a:pt x="1" y="89"/>
                    <a:pt x="9" y="196"/>
                  </a:cubicBezTo>
                  <a:cubicBezTo>
                    <a:pt x="18" y="290"/>
                    <a:pt x="104" y="359"/>
                    <a:pt x="198" y="359"/>
                  </a:cubicBezTo>
                  <a:lnTo>
                    <a:pt x="753" y="359"/>
                  </a:lnTo>
                  <a:cubicBezTo>
                    <a:pt x="849" y="359"/>
                    <a:pt x="934" y="290"/>
                    <a:pt x="941" y="196"/>
                  </a:cubicBezTo>
                  <a:cubicBezTo>
                    <a:pt x="951" y="89"/>
                    <a:pt x="867" y="0"/>
                    <a:pt x="7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47"/>
            <p:cNvSpPr/>
            <p:nvPr/>
          </p:nvSpPr>
          <p:spPr>
            <a:xfrm>
              <a:off x="1778152" y="878330"/>
              <a:ext cx="75429" cy="13639"/>
            </a:xfrm>
            <a:custGeom>
              <a:rect b="b" l="l" r="r" t="t"/>
              <a:pathLst>
                <a:path extrusionOk="0" h="360" w="1991">
                  <a:moveTo>
                    <a:pt x="198" y="0"/>
                  </a:moveTo>
                  <a:cubicBezTo>
                    <a:pt x="102" y="0"/>
                    <a:pt x="17" y="69"/>
                    <a:pt x="10" y="163"/>
                  </a:cubicBezTo>
                  <a:cubicBezTo>
                    <a:pt x="0" y="270"/>
                    <a:pt x="84" y="359"/>
                    <a:pt x="189" y="359"/>
                  </a:cubicBezTo>
                  <a:lnTo>
                    <a:pt x="1809" y="359"/>
                  </a:lnTo>
                  <a:cubicBezTo>
                    <a:pt x="1810" y="359"/>
                    <a:pt x="1810" y="359"/>
                    <a:pt x="1811" y="359"/>
                  </a:cubicBezTo>
                  <a:cubicBezTo>
                    <a:pt x="1911" y="359"/>
                    <a:pt x="1990" y="279"/>
                    <a:pt x="1990" y="180"/>
                  </a:cubicBezTo>
                  <a:cubicBezTo>
                    <a:pt x="1990" y="81"/>
                    <a:pt x="1909" y="0"/>
                    <a:pt x="18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47"/>
            <p:cNvSpPr/>
            <p:nvPr/>
          </p:nvSpPr>
          <p:spPr>
            <a:xfrm>
              <a:off x="1729773" y="818699"/>
              <a:ext cx="164383" cy="13714"/>
            </a:xfrm>
            <a:custGeom>
              <a:rect b="b" l="l" r="r" t="t"/>
              <a:pathLst>
                <a:path extrusionOk="0" h="362" w="4339">
                  <a:moveTo>
                    <a:pt x="198" y="1"/>
                  </a:moveTo>
                  <a:cubicBezTo>
                    <a:pt x="103" y="1"/>
                    <a:pt x="18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137" y="361"/>
                  </a:lnTo>
                  <a:cubicBezTo>
                    <a:pt x="4234" y="361"/>
                    <a:pt x="4319" y="292"/>
                    <a:pt x="4326" y="198"/>
                  </a:cubicBezTo>
                  <a:cubicBezTo>
                    <a:pt x="4339" y="92"/>
                    <a:pt x="4255" y="1"/>
                    <a:pt x="4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47"/>
            <p:cNvSpPr/>
            <p:nvPr/>
          </p:nvSpPr>
          <p:spPr>
            <a:xfrm>
              <a:off x="1673097" y="848553"/>
              <a:ext cx="182000" cy="13639"/>
            </a:xfrm>
            <a:custGeom>
              <a:rect b="b" l="l" r="r" t="t"/>
              <a:pathLst>
                <a:path extrusionOk="0" h="360" w="4804">
                  <a:moveTo>
                    <a:pt x="199" y="1"/>
                  </a:moveTo>
                  <a:cubicBezTo>
                    <a:pt x="103" y="1"/>
                    <a:pt x="19" y="70"/>
                    <a:pt x="9" y="164"/>
                  </a:cubicBezTo>
                  <a:cubicBezTo>
                    <a:pt x="1" y="271"/>
                    <a:pt x="87" y="360"/>
                    <a:pt x="193" y="360"/>
                  </a:cubicBezTo>
                  <a:lnTo>
                    <a:pt x="4595" y="360"/>
                  </a:lnTo>
                  <a:cubicBezTo>
                    <a:pt x="4681" y="360"/>
                    <a:pt x="4763" y="302"/>
                    <a:pt x="4780" y="216"/>
                  </a:cubicBezTo>
                  <a:cubicBezTo>
                    <a:pt x="4804" y="101"/>
                    <a:pt x="4713" y="1"/>
                    <a:pt x="46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47"/>
            <p:cNvSpPr/>
            <p:nvPr/>
          </p:nvSpPr>
          <p:spPr>
            <a:xfrm>
              <a:off x="1558836" y="713303"/>
              <a:ext cx="475457" cy="476631"/>
            </a:xfrm>
            <a:custGeom>
              <a:rect b="b" l="l" r="r" t="t"/>
              <a:pathLst>
                <a:path extrusionOk="0" h="12581" w="12550">
                  <a:moveTo>
                    <a:pt x="10487" y="358"/>
                  </a:moveTo>
                  <a:cubicBezTo>
                    <a:pt x="10595" y="358"/>
                    <a:pt x="10684" y="446"/>
                    <a:pt x="10684" y="556"/>
                  </a:cubicBezTo>
                  <a:lnTo>
                    <a:pt x="10684" y="1374"/>
                  </a:lnTo>
                  <a:lnTo>
                    <a:pt x="363" y="1374"/>
                  </a:lnTo>
                  <a:lnTo>
                    <a:pt x="363" y="556"/>
                  </a:lnTo>
                  <a:cubicBezTo>
                    <a:pt x="363" y="447"/>
                    <a:pt x="451" y="358"/>
                    <a:pt x="561" y="358"/>
                  </a:cubicBezTo>
                  <a:close/>
                  <a:moveTo>
                    <a:pt x="11338" y="6826"/>
                  </a:moveTo>
                  <a:lnTo>
                    <a:pt x="11956" y="7535"/>
                  </a:lnTo>
                  <a:lnTo>
                    <a:pt x="11338" y="7535"/>
                  </a:lnTo>
                  <a:lnTo>
                    <a:pt x="11338" y="6826"/>
                  </a:lnTo>
                  <a:close/>
                  <a:moveTo>
                    <a:pt x="192" y="0"/>
                  </a:moveTo>
                  <a:cubicBezTo>
                    <a:pt x="86" y="0"/>
                    <a:pt x="2" y="86"/>
                    <a:pt x="2" y="191"/>
                  </a:cubicBezTo>
                  <a:lnTo>
                    <a:pt x="2" y="7202"/>
                  </a:lnTo>
                  <a:cubicBezTo>
                    <a:pt x="2" y="7220"/>
                    <a:pt x="9" y="7237"/>
                    <a:pt x="22" y="7249"/>
                  </a:cubicBezTo>
                  <a:cubicBezTo>
                    <a:pt x="75" y="7301"/>
                    <a:pt x="131" y="7323"/>
                    <a:pt x="183" y="7323"/>
                  </a:cubicBezTo>
                  <a:cubicBezTo>
                    <a:pt x="282" y="7323"/>
                    <a:pt x="363" y="7241"/>
                    <a:pt x="363" y="7139"/>
                  </a:cubicBezTo>
                  <a:lnTo>
                    <a:pt x="363" y="1736"/>
                  </a:lnTo>
                  <a:lnTo>
                    <a:pt x="10683" y="1736"/>
                  </a:lnTo>
                  <a:lnTo>
                    <a:pt x="10683" y="6160"/>
                  </a:lnTo>
                  <a:lnTo>
                    <a:pt x="9249" y="6160"/>
                  </a:lnTo>
                  <a:cubicBezTo>
                    <a:pt x="9152" y="6160"/>
                    <a:pt x="9067" y="6229"/>
                    <a:pt x="9060" y="6323"/>
                  </a:cubicBezTo>
                  <a:cubicBezTo>
                    <a:pt x="9051" y="6431"/>
                    <a:pt x="9134" y="6520"/>
                    <a:pt x="9239" y="6520"/>
                  </a:cubicBezTo>
                  <a:lnTo>
                    <a:pt x="10978" y="6520"/>
                  </a:lnTo>
                  <a:lnTo>
                    <a:pt x="10978" y="7713"/>
                  </a:lnTo>
                  <a:cubicBezTo>
                    <a:pt x="10978" y="7814"/>
                    <a:pt x="11060" y="7897"/>
                    <a:pt x="11162" y="7897"/>
                  </a:cubicBezTo>
                  <a:lnTo>
                    <a:pt x="12190" y="7897"/>
                  </a:lnTo>
                  <a:lnTo>
                    <a:pt x="12190" y="12223"/>
                  </a:lnTo>
                  <a:lnTo>
                    <a:pt x="7537" y="12223"/>
                  </a:lnTo>
                  <a:lnTo>
                    <a:pt x="7537" y="6519"/>
                  </a:lnTo>
                  <a:lnTo>
                    <a:pt x="8330" y="6519"/>
                  </a:lnTo>
                  <a:cubicBezTo>
                    <a:pt x="8426" y="6519"/>
                    <a:pt x="8511" y="6449"/>
                    <a:pt x="8519" y="6354"/>
                  </a:cubicBezTo>
                  <a:cubicBezTo>
                    <a:pt x="8528" y="6248"/>
                    <a:pt x="8444" y="6159"/>
                    <a:pt x="8339" y="6159"/>
                  </a:cubicBezTo>
                  <a:lnTo>
                    <a:pt x="7328" y="6159"/>
                  </a:lnTo>
                  <a:cubicBezTo>
                    <a:pt x="7225" y="6159"/>
                    <a:pt x="7143" y="6241"/>
                    <a:pt x="7143" y="6343"/>
                  </a:cubicBezTo>
                  <a:lnTo>
                    <a:pt x="7143" y="9436"/>
                  </a:lnTo>
                  <a:lnTo>
                    <a:pt x="427" y="9436"/>
                  </a:lnTo>
                  <a:cubicBezTo>
                    <a:pt x="390" y="9436"/>
                    <a:pt x="360" y="9405"/>
                    <a:pt x="360" y="9369"/>
                  </a:cubicBezTo>
                  <a:lnTo>
                    <a:pt x="360" y="7960"/>
                  </a:lnTo>
                  <a:cubicBezTo>
                    <a:pt x="360" y="7941"/>
                    <a:pt x="352" y="7924"/>
                    <a:pt x="339" y="7911"/>
                  </a:cubicBezTo>
                  <a:cubicBezTo>
                    <a:pt x="286" y="7861"/>
                    <a:pt x="231" y="7840"/>
                    <a:pt x="180" y="7840"/>
                  </a:cubicBezTo>
                  <a:cubicBezTo>
                    <a:pt x="81" y="7840"/>
                    <a:pt x="0" y="7920"/>
                    <a:pt x="0" y="8020"/>
                  </a:cubicBezTo>
                  <a:lnTo>
                    <a:pt x="0" y="9604"/>
                  </a:lnTo>
                  <a:cubicBezTo>
                    <a:pt x="0" y="9709"/>
                    <a:pt x="85" y="9795"/>
                    <a:pt x="191" y="9795"/>
                  </a:cubicBezTo>
                  <a:lnTo>
                    <a:pt x="7143" y="9795"/>
                  </a:lnTo>
                  <a:lnTo>
                    <a:pt x="7143" y="12397"/>
                  </a:lnTo>
                  <a:cubicBezTo>
                    <a:pt x="7143" y="12499"/>
                    <a:pt x="7225" y="12581"/>
                    <a:pt x="7328" y="12581"/>
                  </a:cubicBezTo>
                  <a:lnTo>
                    <a:pt x="12365" y="12581"/>
                  </a:lnTo>
                  <a:cubicBezTo>
                    <a:pt x="12467" y="12581"/>
                    <a:pt x="12550" y="12499"/>
                    <a:pt x="12550" y="12397"/>
                  </a:cubicBezTo>
                  <a:lnTo>
                    <a:pt x="12550" y="7724"/>
                  </a:lnTo>
                  <a:cubicBezTo>
                    <a:pt x="12550" y="7679"/>
                    <a:pt x="12534" y="7636"/>
                    <a:pt x="12506" y="7604"/>
                  </a:cubicBezTo>
                  <a:lnTo>
                    <a:pt x="11307" y="6222"/>
                  </a:lnTo>
                  <a:cubicBezTo>
                    <a:pt x="11272" y="6182"/>
                    <a:pt x="11221" y="6160"/>
                    <a:pt x="11168" y="6160"/>
                  </a:cubicBezTo>
                  <a:lnTo>
                    <a:pt x="11043" y="6160"/>
                  </a:lnTo>
                  <a:lnTo>
                    <a:pt x="11043" y="566"/>
                  </a:lnTo>
                  <a:cubicBezTo>
                    <a:pt x="11043" y="254"/>
                    <a:pt x="10790" y="0"/>
                    <a:pt x="104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47"/>
            <p:cNvSpPr/>
            <p:nvPr/>
          </p:nvSpPr>
          <p:spPr>
            <a:xfrm>
              <a:off x="1906431" y="1036614"/>
              <a:ext cx="48341" cy="63760"/>
            </a:xfrm>
            <a:custGeom>
              <a:rect b="b" l="l" r="r" t="t"/>
              <a:pathLst>
                <a:path extrusionOk="0" h="1683" w="1276">
                  <a:moveTo>
                    <a:pt x="1096" y="0"/>
                  </a:moveTo>
                  <a:cubicBezTo>
                    <a:pt x="997" y="0"/>
                    <a:pt x="917" y="81"/>
                    <a:pt x="917" y="180"/>
                  </a:cubicBezTo>
                  <a:lnTo>
                    <a:pt x="917" y="638"/>
                  </a:lnTo>
                  <a:lnTo>
                    <a:pt x="359" y="638"/>
                  </a:lnTo>
                  <a:lnTo>
                    <a:pt x="359" y="180"/>
                  </a:lnTo>
                  <a:cubicBezTo>
                    <a:pt x="362" y="81"/>
                    <a:pt x="280" y="1"/>
                    <a:pt x="180" y="1"/>
                  </a:cubicBezTo>
                  <a:cubicBezTo>
                    <a:pt x="81" y="1"/>
                    <a:pt x="0" y="82"/>
                    <a:pt x="0" y="181"/>
                  </a:cubicBezTo>
                  <a:lnTo>
                    <a:pt x="0" y="1494"/>
                  </a:lnTo>
                  <a:cubicBezTo>
                    <a:pt x="0" y="1589"/>
                    <a:pt x="69" y="1674"/>
                    <a:pt x="164" y="1682"/>
                  </a:cubicBezTo>
                  <a:cubicBezTo>
                    <a:pt x="169" y="1682"/>
                    <a:pt x="173" y="1683"/>
                    <a:pt x="178" y="1683"/>
                  </a:cubicBezTo>
                  <a:cubicBezTo>
                    <a:pt x="279" y="1683"/>
                    <a:pt x="359" y="1602"/>
                    <a:pt x="359" y="1502"/>
                  </a:cubicBezTo>
                  <a:lnTo>
                    <a:pt x="359" y="998"/>
                  </a:lnTo>
                  <a:lnTo>
                    <a:pt x="917" y="998"/>
                  </a:lnTo>
                  <a:lnTo>
                    <a:pt x="917" y="1494"/>
                  </a:lnTo>
                  <a:cubicBezTo>
                    <a:pt x="917" y="1589"/>
                    <a:pt x="986" y="1674"/>
                    <a:pt x="1080" y="1682"/>
                  </a:cubicBezTo>
                  <a:cubicBezTo>
                    <a:pt x="1085" y="1682"/>
                    <a:pt x="1090" y="1683"/>
                    <a:pt x="1095" y="1683"/>
                  </a:cubicBezTo>
                  <a:cubicBezTo>
                    <a:pt x="1195" y="1683"/>
                    <a:pt x="1276" y="1602"/>
                    <a:pt x="1276" y="1502"/>
                  </a:cubicBezTo>
                  <a:lnTo>
                    <a:pt x="1276" y="189"/>
                  </a:lnTo>
                  <a:cubicBezTo>
                    <a:pt x="1276" y="93"/>
                    <a:pt x="1207" y="8"/>
                    <a:pt x="1113" y="1"/>
                  </a:cubicBezTo>
                  <a:cubicBezTo>
                    <a:pt x="1107" y="1"/>
                    <a:pt x="1102" y="0"/>
                    <a:pt x="1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47"/>
            <p:cNvSpPr/>
            <p:nvPr/>
          </p:nvSpPr>
          <p:spPr>
            <a:xfrm>
              <a:off x="1857976" y="1035970"/>
              <a:ext cx="42128" cy="65200"/>
            </a:xfrm>
            <a:custGeom>
              <a:rect b="b" l="l" r="r" t="t"/>
              <a:pathLst>
                <a:path extrusionOk="0" h="1721" w="1112">
                  <a:moveTo>
                    <a:pt x="550" y="362"/>
                  </a:moveTo>
                  <a:cubicBezTo>
                    <a:pt x="659" y="362"/>
                    <a:pt x="752" y="451"/>
                    <a:pt x="752" y="558"/>
                  </a:cubicBezTo>
                  <a:cubicBezTo>
                    <a:pt x="752" y="665"/>
                    <a:pt x="659" y="756"/>
                    <a:pt x="548" y="756"/>
                  </a:cubicBezTo>
                  <a:cubicBezTo>
                    <a:pt x="504" y="756"/>
                    <a:pt x="429" y="756"/>
                    <a:pt x="359" y="757"/>
                  </a:cubicBezTo>
                  <a:cubicBezTo>
                    <a:pt x="359" y="684"/>
                    <a:pt x="358" y="439"/>
                    <a:pt x="358" y="362"/>
                  </a:cubicBezTo>
                  <a:lnTo>
                    <a:pt x="548" y="362"/>
                  </a:lnTo>
                  <a:cubicBezTo>
                    <a:pt x="549" y="362"/>
                    <a:pt x="549" y="362"/>
                    <a:pt x="550" y="362"/>
                  </a:cubicBezTo>
                  <a:close/>
                  <a:moveTo>
                    <a:pt x="182" y="0"/>
                  </a:moveTo>
                  <a:cubicBezTo>
                    <a:pt x="87" y="0"/>
                    <a:pt x="0" y="88"/>
                    <a:pt x="0" y="186"/>
                  </a:cubicBezTo>
                  <a:lnTo>
                    <a:pt x="0" y="1531"/>
                  </a:lnTo>
                  <a:cubicBezTo>
                    <a:pt x="0" y="1618"/>
                    <a:pt x="59" y="1699"/>
                    <a:pt x="145" y="1717"/>
                  </a:cubicBezTo>
                  <a:cubicBezTo>
                    <a:pt x="158" y="1719"/>
                    <a:pt x="170" y="1721"/>
                    <a:pt x="182" y="1721"/>
                  </a:cubicBezTo>
                  <a:cubicBezTo>
                    <a:pt x="281" y="1721"/>
                    <a:pt x="363" y="1637"/>
                    <a:pt x="363" y="1537"/>
                  </a:cubicBezTo>
                  <a:lnTo>
                    <a:pt x="363" y="1133"/>
                  </a:lnTo>
                  <a:cubicBezTo>
                    <a:pt x="432" y="1133"/>
                    <a:pt x="506" y="1131"/>
                    <a:pt x="551" y="1131"/>
                  </a:cubicBezTo>
                  <a:cubicBezTo>
                    <a:pt x="860" y="1131"/>
                    <a:pt x="1112" y="878"/>
                    <a:pt x="1112" y="566"/>
                  </a:cubicBezTo>
                  <a:cubicBezTo>
                    <a:pt x="1112" y="255"/>
                    <a:pt x="860" y="0"/>
                    <a:pt x="5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47"/>
            <p:cNvSpPr/>
            <p:nvPr/>
          </p:nvSpPr>
          <p:spPr>
            <a:xfrm>
              <a:off x="1964433" y="1035932"/>
              <a:ext cx="42962" cy="65200"/>
            </a:xfrm>
            <a:custGeom>
              <a:rect b="b" l="l" r="r" t="t"/>
              <a:pathLst>
                <a:path extrusionOk="0" h="1721" w="1134">
                  <a:moveTo>
                    <a:pt x="566" y="362"/>
                  </a:moveTo>
                  <a:cubicBezTo>
                    <a:pt x="677" y="362"/>
                    <a:pt x="770" y="452"/>
                    <a:pt x="770" y="558"/>
                  </a:cubicBezTo>
                  <a:cubicBezTo>
                    <a:pt x="770" y="665"/>
                    <a:pt x="676" y="755"/>
                    <a:pt x="566" y="755"/>
                  </a:cubicBezTo>
                  <a:cubicBezTo>
                    <a:pt x="522" y="755"/>
                    <a:pt x="447" y="755"/>
                    <a:pt x="376" y="757"/>
                  </a:cubicBezTo>
                  <a:cubicBezTo>
                    <a:pt x="376" y="684"/>
                    <a:pt x="375" y="439"/>
                    <a:pt x="375" y="362"/>
                  </a:cubicBezTo>
                  <a:close/>
                  <a:moveTo>
                    <a:pt x="187" y="0"/>
                  </a:moveTo>
                  <a:cubicBezTo>
                    <a:pt x="79" y="0"/>
                    <a:pt x="4" y="87"/>
                    <a:pt x="2" y="190"/>
                  </a:cubicBezTo>
                  <a:cubicBezTo>
                    <a:pt x="0" y="235"/>
                    <a:pt x="2" y="1503"/>
                    <a:pt x="2" y="1535"/>
                  </a:cubicBezTo>
                  <a:cubicBezTo>
                    <a:pt x="2" y="1638"/>
                    <a:pt x="84" y="1721"/>
                    <a:pt x="185" y="1721"/>
                  </a:cubicBezTo>
                  <a:cubicBezTo>
                    <a:pt x="287" y="1721"/>
                    <a:pt x="370" y="1638"/>
                    <a:pt x="370" y="1536"/>
                  </a:cubicBezTo>
                  <a:lnTo>
                    <a:pt x="370" y="1132"/>
                  </a:lnTo>
                  <a:cubicBezTo>
                    <a:pt x="441" y="1132"/>
                    <a:pt x="517" y="1131"/>
                    <a:pt x="562" y="1131"/>
                  </a:cubicBezTo>
                  <a:cubicBezTo>
                    <a:pt x="878" y="1131"/>
                    <a:pt x="1134" y="878"/>
                    <a:pt x="1134" y="566"/>
                  </a:cubicBezTo>
                  <a:cubicBezTo>
                    <a:pt x="1134" y="254"/>
                    <a:pt x="878" y="0"/>
                    <a:pt x="5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Retrieval-Aware Prompt (For accuracy)</a:t>
            </a:r>
            <a:endParaRPr/>
          </a:p>
        </p:txBody>
      </p:sp>
      <p:sp>
        <p:nvSpPr>
          <p:cNvPr id="1823" name="Google Shape;1823;p48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(This is what you say in a RAG system)</a:t>
            </a: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Prompt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“Using only the provided document excerpts, summarize the key points in 5 bullets.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not add information that is not present in the excerpts.”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it’s good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Prevents hallucination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Grounds the model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Explicit boundary: “only use these excerpts”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4" name="Google Shape;1824;p48"/>
          <p:cNvGrpSpPr/>
          <p:nvPr/>
        </p:nvGrpSpPr>
        <p:grpSpPr>
          <a:xfrm>
            <a:off x="6542379" y="1830303"/>
            <a:ext cx="340332" cy="341173"/>
            <a:chOff x="1558836" y="713303"/>
            <a:chExt cx="475457" cy="476631"/>
          </a:xfrm>
        </p:grpSpPr>
        <p:sp>
          <p:nvSpPr>
            <p:cNvPr id="1825" name="Google Shape;1825;p48"/>
            <p:cNvSpPr/>
            <p:nvPr/>
          </p:nvSpPr>
          <p:spPr>
            <a:xfrm>
              <a:off x="1611458" y="819874"/>
              <a:ext cx="39855" cy="85128"/>
            </a:xfrm>
            <a:custGeom>
              <a:rect b="b" l="l" r="r" t="t"/>
              <a:pathLst>
                <a:path extrusionOk="0" h="2247" w="1052">
                  <a:moveTo>
                    <a:pt x="865" y="0"/>
                  </a:moveTo>
                  <a:cubicBezTo>
                    <a:pt x="526" y="0"/>
                    <a:pt x="252" y="246"/>
                    <a:pt x="252" y="548"/>
                  </a:cubicBezTo>
                  <a:lnTo>
                    <a:pt x="252" y="824"/>
                  </a:lnTo>
                  <a:cubicBezTo>
                    <a:pt x="235" y="902"/>
                    <a:pt x="199" y="931"/>
                    <a:pt x="147" y="951"/>
                  </a:cubicBezTo>
                  <a:cubicBezTo>
                    <a:pt x="86" y="973"/>
                    <a:pt x="37" y="1020"/>
                    <a:pt x="22" y="1082"/>
                  </a:cubicBezTo>
                  <a:cubicBezTo>
                    <a:pt x="0" y="1174"/>
                    <a:pt x="54" y="1266"/>
                    <a:pt x="139" y="1294"/>
                  </a:cubicBezTo>
                  <a:cubicBezTo>
                    <a:pt x="195" y="1314"/>
                    <a:pt x="232" y="1341"/>
                    <a:pt x="251" y="1424"/>
                  </a:cubicBezTo>
                  <a:lnTo>
                    <a:pt x="251" y="1700"/>
                  </a:lnTo>
                  <a:cubicBezTo>
                    <a:pt x="251" y="1999"/>
                    <a:pt x="520" y="2242"/>
                    <a:pt x="854" y="2247"/>
                  </a:cubicBezTo>
                  <a:cubicBezTo>
                    <a:pt x="855" y="2247"/>
                    <a:pt x="855" y="2247"/>
                    <a:pt x="856" y="2247"/>
                  </a:cubicBezTo>
                  <a:cubicBezTo>
                    <a:pt x="951" y="2247"/>
                    <a:pt x="1038" y="2176"/>
                    <a:pt x="1044" y="2078"/>
                  </a:cubicBezTo>
                  <a:cubicBezTo>
                    <a:pt x="1052" y="1974"/>
                    <a:pt x="969" y="1886"/>
                    <a:pt x="865" y="1886"/>
                  </a:cubicBezTo>
                  <a:cubicBezTo>
                    <a:pt x="728" y="1886"/>
                    <a:pt x="612" y="1801"/>
                    <a:pt x="612" y="1698"/>
                  </a:cubicBezTo>
                  <a:lnTo>
                    <a:pt x="612" y="1405"/>
                  </a:lnTo>
                  <a:cubicBezTo>
                    <a:pt x="612" y="1394"/>
                    <a:pt x="610" y="1384"/>
                    <a:pt x="609" y="1376"/>
                  </a:cubicBezTo>
                  <a:cubicBezTo>
                    <a:pt x="589" y="1268"/>
                    <a:pt x="551" y="1187"/>
                    <a:pt x="502" y="1124"/>
                  </a:cubicBezTo>
                  <a:cubicBezTo>
                    <a:pt x="550" y="1061"/>
                    <a:pt x="589" y="980"/>
                    <a:pt x="608" y="874"/>
                  </a:cubicBezTo>
                  <a:cubicBezTo>
                    <a:pt x="610" y="863"/>
                    <a:pt x="612" y="853"/>
                    <a:pt x="612" y="842"/>
                  </a:cubicBezTo>
                  <a:lnTo>
                    <a:pt x="612" y="549"/>
                  </a:lnTo>
                  <a:cubicBezTo>
                    <a:pt x="612" y="449"/>
                    <a:pt x="727" y="363"/>
                    <a:pt x="863" y="362"/>
                  </a:cubicBezTo>
                  <a:cubicBezTo>
                    <a:pt x="956" y="361"/>
                    <a:pt x="1039" y="287"/>
                    <a:pt x="1044" y="192"/>
                  </a:cubicBezTo>
                  <a:cubicBezTo>
                    <a:pt x="1052" y="87"/>
                    <a:pt x="968" y="0"/>
                    <a:pt x="8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48"/>
            <p:cNvSpPr/>
            <p:nvPr/>
          </p:nvSpPr>
          <p:spPr>
            <a:xfrm>
              <a:off x="1874873" y="849235"/>
              <a:ext cx="39817" cy="85165"/>
            </a:xfrm>
            <a:custGeom>
              <a:rect b="b" l="l" r="r" t="t"/>
              <a:pathLst>
                <a:path extrusionOk="0" h="2248" w="1051">
                  <a:moveTo>
                    <a:pt x="186" y="0"/>
                  </a:moveTo>
                  <a:cubicBezTo>
                    <a:pt x="82" y="0"/>
                    <a:pt x="1" y="87"/>
                    <a:pt x="7" y="192"/>
                  </a:cubicBezTo>
                  <a:cubicBezTo>
                    <a:pt x="12" y="286"/>
                    <a:pt x="95" y="361"/>
                    <a:pt x="189" y="362"/>
                  </a:cubicBezTo>
                  <a:cubicBezTo>
                    <a:pt x="325" y="363"/>
                    <a:pt x="440" y="449"/>
                    <a:pt x="440" y="549"/>
                  </a:cubicBezTo>
                  <a:lnTo>
                    <a:pt x="440" y="842"/>
                  </a:lnTo>
                  <a:cubicBezTo>
                    <a:pt x="440" y="853"/>
                    <a:pt x="442" y="863"/>
                    <a:pt x="443" y="874"/>
                  </a:cubicBezTo>
                  <a:cubicBezTo>
                    <a:pt x="462" y="981"/>
                    <a:pt x="501" y="1062"/>
                    <a:pt x="550" y="1125"/>
                  </a:cubicBezTo>
                  <a:cubicBezTo>
                    <a:pt x="501" y="1188"/>
                    <a:pt x="462" y="1269"/>
                    <a:pt x="443" y="1377"/>
                  </a:cubicBezTo>
                  <a:cubicBezTo>
                    <a:pt x="442" y="1387"/>
                    <a:pt x="440" y="1398"/>
                    <a:pt x="440" y="1408"/>
                  </a:cubicBezTo>
                  <a:lnTo>
                    <a:pt x="440" y="1701"/>
                  </a:lnTo>
                  <a:cubicBezTo>
                    <a:pt x="440" y="1802"/>
                    <a:pt x="325" y="1887"/>
                    <a:pt x="189" y="1888"/>
                  </a:cubicBezTo>
                  <a:cubicBezTo>
                    <a:pt x="95" y="1890"/>
                    <a:pt x="12" y="1963"/>
                    <a:pt x="7" y="2058"/>
                  </a:cubicBezTo>
                  <a:cubicBezTo>
                    <a:pt x="2" y="2163"/>
                    <a:pt x="84" y="2248"/>
                    <a:pt x="186" y="2248"/>
                  </a:cubicBezTo>
                  <a:cubicBezTo>
                    <a:pt x="525" y="2248"/>
                    <a:pt x="800" y="2002"/>
                    <a:pt x="800" y="1701"/>
                  </a:cubicBezTo>
                  <a:lnTo>
                    <a:pt x="800" y="1425"/>
                  </a:lnTo>
                  <a:cubicBezTo>
                    <a:pt x="818" y="1346"/>
                    <a:pt x="852" y="1317"/>
                    <a:pt x="904" y="1298"/>
                  </a:cubicBezTo>
                  <a:cubicBezTo>
                    <a:pt x="965" y="1275"/>
                    <a:pt x="1014" y="1228"/>
                    <a:pt x="1029" y="1167"/>
                  </a:cubicBezTo>
                  <a:cubicBezTo>
                    <a:pt x="1050" y="1074"/>
                    <a:pt x="998" y="984"/>
                    <a:pt x="912" y="955"/>
                  </a:cubicBezTo>
                  <a:cubicBezTo>
                    <a:pt x="855" y="935"/>
                    <a:pt x="819" y="907"/>
                    <a:pt x="800" y="825"/>
                  </a:cubicBezTo>
                  <a:lnTo>
                    <a:pt x="800" y="549"/>
                  </a:lnTo>
                  <a:cubicBezTo>
                    <a:pt x="800" y="247"/>
                    <a:pt x="525" y="0"/>
                    <a:pt x="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48"/>
            <p:cNvSpPr/>
            <p:nvPr/>
          </p:nvSpPr>
          <p:spPr>
            <a:xfrm>
              <a:off x="1673476" y="818813"/>
              <a:ext cx="36067" cy="13639"/>
            </a:xfrm>
            <a:custGeom>
              <a:rect b="b" l="l" r="r" t="t"/>
              <a:pathLst>
                <a:path extrusionOk="0" h="360" w="952">
                  <a:moveTo>
                    <a:pt x="198" y="0"/>
                  </a:moveTo>
                  <a:cubicBezTo>
                    <a:pt x="103" y="0"/>
                    <a:pt x="18" y="69"/>
                    <a:pt x="10" y="163"/>
                  </a:cubicBezTo>
                  <a:cubicBezTo>
                    <a:pt x="0" y="269"/>
                    <a:pt x="85" y="359"/>
                    <a:pt x="190" y="359"/>
                  </a:cubicBezTo>
                  <a:lnTo>
                    <a:pt x="753" y="359"/>
                  </a:lnTo>
                  <a:cubicBezTo>
                    <a:pt x="850" y="359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48"/>
            <p:cNvSpPr/>
            <p:nvPr/>
          </p:nvSpPr>
          <p:spPr>
            <a:xfrm>
              <a:off x="1674348" y="966489"/>
              <a:ext cx="113011" cy="13676"/>
            </a:xfrm>
            <a:custGeom>
              <a:rect b="b" l="l" r="r" t="t"/>
              <a:pathLst>
                <a:path extrusionOk="0" h="361" w="2983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2785" y="361"/>
                  </a:lnTo>
                  <a:cubicBezTo>
                    <a:pt x="2881" y="361"/>
                    <a:pt x="2965" y="291"/>
                    <a:pt x="2974" y="197"/>
                  </a:cubicBezTo>
                  <a:cubicBezTo>
                    <a:pt x="2982" y="89"/>
                    <a:pt x="2898" y="0"/>
                    <a:pt x="2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48"/>
            <p:cNvSpPr/>
            <p:nvPr/>
          </p:nvSpPr>
          <p:spPr>
            <a:xfrm>
              <a:off x="1673476" y="878368"/>
              <a:ext cx="36067" cy="13639"/>
            </a:xfrm>
            <a:custGeom>
              <a:rect b="b" l="l" r="r" t="t"/>
              <a:pathLst>
                <a:path extrusionOk="0" h="360" w="952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5" y="359"/>
                    <a:pt x="190" y="359"/>
                  </a:cubicBezTo>
                  <a:lnTo>
                    <a:pt x="753" y="359"/>
                  </a:lnTo>
                  <a:cubicBezTo>
                    <a:pt x="850" y="359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48"/>
            <p:cNvSpPr/>
            <p:nvPr/>
          </p:nvSpPr>
          <p:spPr>
            <a:xfrm>
              <a:off x="1673476" y="906933"/>
              <a:ext cx="36067" cy="13676"/>
            </a:xfrm>
            <a:custGeom>
              <a:rect b="b" l="l" r="r" t="t"/>
              <a:pathLst>
                <a:path extrusionOk="0" h="361" w="952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5" y="361"/>
                    <a:pt x="190" y="361"/>
                  </a:cubicBezTo>
                  <a:lnTo>
                    <a:pt x="753" y="361"/>
                  </a:lnTo>
                  <a:cubicBezTo>
                    <a:pt x="850" y="361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48"/>
            <p:cNvSpPr/>
            <p:nvPr/>
          </p:nvSpPr>
          <p:spPr>
            <a:xfrm>
              <a:off x="1771901" y="936673"/>
              <a:ext cx="25156" cy="13714"/>
            </a:xfrm>
            <a:custGeom>
              <a:rect b="b" l="l" r="r" t="t"/>
              <a:pathLst>
                <a:path extrusionOk="0" h="362" w="664">
                  <a:moveTo>
                    <a:pt x="189" y="1"/>
                  </a:moveTo>
                  <a:cubicBezTo>
                    <a:pt x="85" y="1"/>
                    <a:pt x="1" y="90"/>
                    <a:pt x="9" y="197"/>
                  </a:cubicBezTo>
                  <a:cubicBezTo>
                    <a:pt x="17" y="291"/>
                    <a:pt x="103" y="361"/>
                    <a:pt x="198" y="361"/>
                  </a:cubicBezTo>
                  <a:lnTo>
                    <a:pt x="467" y="361"/>
                  </a:lnTo>
                  <a:cubicBezTo>
                    <a:pt x="562" y="361"/>
                    <a:pt x="647" y="291"/>
                    <a:pt x="655" y="197"/>
                  </a:cubicBezTo>
                  <a:cubicBezTo>
                    <a:pt x="664" y="90"/>
                    <a:pt x="580" y="1"/>
                    <a:pt x="4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48"/>
            <p:cNvSpPr/>
            <p:nvPr/>
          </p:nvSpPr>
          <p:spPr>
            <a:xfrm>
              <a:off x="1673931" y="936673"/>
              <a:ext cx="78801" cy="13714"/>
            </a:xfrm>
            <a:custGeom>
              <a:rect b="b" l="l" r="r" t="t"/>
              <a:pathLst>
                <a:path extrusionOk="0" h="362" w="2080">
                  <a:moveTo>
                    <a:pt x="199" y="1"/>
                  </a:moveTo>
                  <a:cubicBezTo>
                    <a:pt x="102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882" y="361"/>
                  </a:lnTo>
                  <a:cubicBezTo>
                    <a:pt x="1977" y="361"/>
                    <a:pt x="2063" y="291"/>
                    <a:pt x="2070" y="197"/>
                  </a:cubicBezTo>
                  <a:cubicBezTo>
                    <a:pt x="2080" y="90"/>
                    <a:pt x="1996" y="1"/>
                    <a:pt x="18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48"/>
            <p:cNvSpPr/>
            <p:nvPr/>
          </p:nvSpPr>
          <p:spPr>
            <a:xfrm>
              <a:off x="1728447" y="878368"/>
              <a:ext cx="36029" cy="13639"/>
            </a:xfrm>
            <a:custGeom>
              <a:rect b="b" l="l" r="r" t="t"/>
              <a:pathLst>
                <a:path extrusionOk="0" h="360" w="951">
                  <a:moveTo>
                    <a:pt x="189" y="0"/>
                  </a:moveTo>
                  <a:cubicBezTo>
                    <a:pt x="85" y="0"/>
                    <a:pt x="1" y="89"/>
                    <a:pt x="9" y="196"/>
                  </a:cubicBezTo>
                  <a:cubicBezTo>
                    <a:pt x="18" y="290"/>
                    <a:pt x="104" y="359"/>
                    <a:pt x="198" y="359"/>
                  </a:cubicBezTo>
                  <a:lnTo>
                    <a:pt x="753" y="359"/>
                  </a:lnTo>
                  <a:cubicBezTo>
                    <a:pt x="849" y="359"/>
                    <a:pt x="934" y="290"/>
                    <a:pt x="941" y="196"/>
                  </a:cubicBezTo>
                  <a:cubicBezTo>
                    <a:pt x="951" y="89"/>
                    <a:pt x="867" y="0"/>
                    <a:pt x="7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48"/>
            <p:cNvSpPr/>
            <p:nvPr/>
          </p:nvSpPr>
          <p:spPr>
            <a:xfrm>
              <a:off x="1778152" y="878330"/>
              <a:ext cx="75429" cy="13639"/>
            </a:xfrm>
            <a:custGeom>
              <a:rect b="b" l="l" r="r" t="t"/>
              <a:pathLst>
                <a:path extrusionOk="0" h="360" w="1991">
                  <a:moveTo>
                    <a:pt x="198" y="0"/>
                  </a:moveTo>
                  <a:cubicBezTo>
                    <a:pt x="102" y="0"/>
                    <a:pt x="17" y="69"/>
                    <a:pt x="10" y="163"/>
                  </a:cubicBezTo>
                  <a:cubicBezTo>
                    <a:pt x="0" y="270"/>
                    <a:pt x="84" y="359"/>
                    <a:pt x="189" y="359"/>
                  </a:cubicBezTo>
                  <a:lnTo>
                    <a:pt x="1809" y="359"/>
                  </a:lnTo>
                  <a:cubicBezTo>
                    <a:pt x="1810" y="359"/>
                    <a:pt x="1810" y="359"/>
                    <a:pt x="1811" y="359"/>
                  </a:cubicBezTo>
                  <a:cubicBezTo>
                    <a:pt x="1911" y="359"/>
                    <a:pt x="1990" y="279"/>
                    <a:pt x="1990" y="180"/>
                  </a:cubicBezTo>
                  <a:cubicBezTo>
                    <a:pt x="1990" y="81"/>
                    <a:pt x="1909" y="0"/>
                    <a:pt x="18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48"/>
            <p:cNvSpPr/>
            <p:nvPr/>
          </p:nvSpPr>
          <p:spPr>
            <a:xfrm>
              <a:off x="1729773" y="818699"/>
              <a:ext cx="164383" cy="13714"/>
            </a:xfrm>
            <a:custGeom>
              <a:rect b="b" l="l" r="r" t="t"/>
              <a:pathLst>
                <a:path extrusionOk="0" h="362" w="4339">
                  <a:moveTo>
                    <a:pt x="198" y="1"/>
                  </a:moveTo>
                  <a:cubicBezTo>
                    <a:pt x="103" y="1"/>
                    <a:pt x="18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137" y="361"/>
                  </a:lnTo>
                  <a:cubicBezTo>
                    <a:pt x="4234" y="361"/>
                    <a:pt x="4319" y="292"/>
                    <a:pt x="4326" y="198"/>
                  </a:cubicBezTo>
                  <a:cubicBezTo>
                    <a:pt x="4339" y="92"/>
                    <a:pt x="4255" y="1"/>
                    <a:pt x="4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48"/>
            <p:cNvSpPr/>
            <p:nvPr/>
          </p:nvSpPr>
          <p:spPr>
            <a:xfrm>
              <a:off x="1673097" y="848553"/>
              <a:ext cx="182000" cy="13639"/>
            </a:xfrm>
            <a:custGeom>
              <a:rect b="b" l="l" r="r" t="t"/>
              <a:pathLst>
                <a:path extrusionOk="0" h="360" w="4804">
                  <a:moveTo>
                    <a:pt x="199" y="1"/>
                  </a:moveTo>
                  <a:cubicBezTo>
                    <a:pt x="103" y="1"/>
                    <a:pt x="19" y="70"/>
                    <a:pt x="9" y="164"/>
                  </a:cubicBezTo>
                  <a:cubicBezTo>
                    <a:pt x="1" y="271"/>
                    <a:pt x="87" y="360"/>
                    <a:pt x="193" y="360"/>
                  </a:cubicBezTo>
                  <a:lnTo>
                    <a:pt x="4595" y="360"/>
                  </a:lnTo>
                  <a:cubicBezTo>
                    <a:pt x="4681" y="360"/>
                    <a:pt x="4763" y="302"/>
                    <a:pt x="4780" y="216"/>
                  </a:cubicBezTo>
                  <a:cubicBezTo>
                    <a:pt x="4804" y="101"/>
                    <a:pt x="4713" y="1"/>
                    <a:pt x="46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48"/>
            <p:cNvSpPr/>
            <p:nvPr/>
          </p:nvSpPr>
          <p:spPr>
            <a:xfrm>
              <a:off x="1558836" y="713303"/>
              <a:ext cx="475457" cy="476631"/>
            </a:xfrm>
            <a:custGeom>
              <a:rect b="b" l="l" r="r" t="t"/>
              <a:pathLst>
                <a:path extrusionOk="0" h="12581" w="12550">
                  <a:moveTo>
                    <a:pt x="10487" y="358"/>
                  </a:moveTo>
                  <a:cubicBezTo>
                    <a:pt x="10595" y="358"/>
                    <a:pt x="10684" y="446"/>
                    <a:pt x="10684" y="556"/>
                  </a:cubicBezTo>
                  <a:lnTo>
                    <a:pt x="10684" y="1374"/>
                  </a:lnTo>
                  <a:lnTo>
                    <a:pt x="363" y="1374"/>
                  </a:lnTo>
                  <a:lnTo>
                    <a:pt x="363" y="556"/>
                  </a:lnTo>
                  <a:cubicBezTo>
                    <a:pt x="363" y="447"/>
                    <a:pt x="451" y="358"/>
                    <a:pt x="561" y="358"/>
                  </a:cubicBezTo>
                  <a:close/>
                  <a:moveTo>
                    <a:pt x="11338" y="6826"/>
                  </a:moveTo>
                  <a:lnTo>
                    <a:pt x="11956" y="7535"/>
                  </a:lnTo>
                  <a:lnTo>
                    <a:pt x="11338" y="7535"/>
                  </a:lnTo>
                  <a:lnTo>
                    <a:pt x="11338" y="6826"/>
                  </a:lnTo>
                  <a:close/>
                  <a:moveTo>
                    <a:pt x="192" y="0"/>
                  </a:moveTo>
                  <a:cubicBezTo>
                    <a:pt x="86" y="0"/>
                    <a:pt x="2" y="86"/>
                    <a:pt x="2" y="191"/>
                  </a:cubicBezTo>
                  <a:lnTo>
                    <a:pt x="2" y="7202"/>
                  </a:lnTo>
                  <a:cubicBezTo>
                    <a:pt x="2" y="7220"/>
                    <a:pt x="9" y="7237"/>
                    <a:pt x="22" y="7249"/>
                  </a:cubicBezTo>
                  <a:cubicBezTo>
                    <a:pt x="75" y="7301"/>
                    <a:pt x="131" y="7323"/>
                    <a:pt x="183" y="7323"/>
                  </a:cubicBezTo>
                  <a:cubicBezTo>
                    <a:pt x="282" y="7323"/>
                    <a:pt x="363" y="7241"/>
                    <a:pt x="363" y="7139"/>
                  </a:cubicBezTo>
                  <a:lnTo>
                    <a:pt x="363" y="1736"/>
                  </a:lnTo>
                  <a:lnTo>
                    <a:pt x="10683" y="1736"/>
                  </a:lnTo>
                  <a:lnTo>
                    <a:pt x="10683" y="6160"/>
                  </a:lnTo>
                  <a:lnTo>
                    <a:pt x="9249" y="6160"/>
                  </a:lnTo>
                  <a:cubicBezTo>
                    <a:pt x="9152" y="6160"/>
                    <a:pt x="9067" y="6229"/>
                    <a:pt x="9060" y="6323"/>
                  </a:cubicBezTo>
                  <a:cubicBezTo>
                    <a:pt x="9051" y="6431"/>
                    <a:pt x="9134" y="6520"/>
                    <a:pt x="9239" y="6520"/>
                  </a:cubicBezTo>
                  <a:lnTo>
                    <a:pt x="10978" y="6520"/>
                  </a:lnTo>
                  <a:lnTo>
                    <a:pt x="10978" y="7713"/>
                  </a:lnTo>
                  <a:cubicBezTo>
                    <a:pt x="10978" y="7814"/>
                    <a:pt x="11060" y="7897"/>
                    <a:pt x="11162" y="7897"/>
                  </a:cubicBezTo>
                  <a:lnTo>
                    <a:pt x="12190" y="7897"/>
                  </a:lnTo>
                  <a:lnTo>
                    <a:pt x="12190" y="12223"/>
                  </a:lnTo>
                  <a:lnTo>
                    <a:pt x="7537" y="12223"/>
                  </a:lnTo>
                  <a:lnTo>
                    <a:pt x="7537" y="6519"/>
                  </a:lnTo>
                  <a:lnTo>
                    <a:pt x="8330" y="6519"/>
                  </a:lnTo>
                  <a:cubicBezTo>
                    <a:pt x="8426" y="6519"/>
                    <a:pt x="8511" y="6449"/>
                    <a:pt x="8519" y="6354"/>
                  </a:cubicBezTo>
                  <a:cubicBezTo>
                    <a:pt x="8528" y="6248"/>
                    <a:pt x="8444" y="6159"/>
                    <a:pt x="8339" y="6159"/>
                  </a:cubicBezTo>
                  <a:lnTo>
                    <a:pt x="7328" y="6159"/>
                  </a:lnTo>
                  <a:cubicBezTo>
                    <a:pt x="7225" y="6159"/>
                    <a:pt x="7143" y="6241"/>
                    <a:pt x="7143" y="6343"/>
                  </a:cubicBezTo>
                  <a:lnTo>
                    <a:pt x="7143" y="9436"/>
                  </a:lnTo>
                  <a:lnTo>
                    <a:pt x="427" y="9436"/>
                  </a:lnTo>
                  <a:cubicBezTo>
                    <a:pt x="390" y="9436"/>
                    <a:pt x="360" y="9405"/>
                    <a:pt x="360" y="9369"/>
                  </a:cubicBezTo>
                  <a:lnTo>
                    <a:pt x="360" y="7960"/>
                  </a:lnTo>
                  <a:cubicBezTo>
                    <a:pt x="360" y="7941"/>
                    <a:pt x="352" y="7924"/>
                    <a:pt x="339" y="7911"/>
                  </a:cubicBezTo>
                  <a:cubicBezTo>
                    <a:pt x="286" y="7861"/>
                    <a:pt x="231" y="7840"/>
                    <a:pt x="180" y="7840"/>
                  </a:cubicBezTo>
                  <a:cubicBezTo>
                    <a:pt x="81" y="7840"/>
                    <a:pt x="0" y="7920"/>
                    <a:pt x="0" y="8020"/>
                  </a:cubicBezTo>
                  <a:lnTo>
                    <a:pt x="0" y="9604"/>
                  </a:lnTo>
                  <a:cubicBezTo>
                    <a:pt x="0" y="9709"/>
                    <a:pt x="85" y="9795"/>
                    <a:pt x="191" y="9795"/>
                  </a:cubicBezTo>
                  <a:lnTo>
                    <a:pt x="7143" y="9795"/>
                  </a:lnTo>
                  <a:lnTo>
                    <a:pt x="7143" y="12397"/>
                  </a:lnTo>
                  <a:cubicBezTo>
                    <a:pt x="7143" y="12499"/>
                    <a:pt x="7225" y="12581"/>
                    <a:pt x="7328" y="12581"/>
                  </a:cubicBezTo>
                  <a:lnTo>
                    <a:pt x="12365" y="12581"/>
                  </a:lnTo>
                  <a:cubicBezTo>
                    <a:pt x="12467" y="12581"/>
                    <a:pt x="12550" y="12499"/>
                    <a:pt x="12550" y="12397"/>
                  </a:cubicBezTo>
                  <a:lnTo>
                    <a:pt x="12550" y="7724"/>
                  </a:lnTo>
                  <a:cubicBezTo>
                    <a:pt x="12550" y="7679"/>
                    <a:pt x="12534" y="7636"/>
                    <a:pt x="12506" y="7604"/>
                  </a:cubicBezTo>
                  <a:lnTo>
                    <a:pt x="11307" y="6222"/>
                  </a:lnTo>
                  <a:cubicBezTo>
                    <a:pt x="11272" y="6182"/>
                    <a:pt x="11221" y="6160"/>
                    <a:pt x="11168" y="6160"/>
                  </a:cubicBezTo>
                  <a:lnTo>
                    <a:pt x="11043" y="6160"/>
                  </a:lnTo>
                  <a:lnTo>
                    <a:pt x="11043" y="566"/>
                  </a:lnTo>
                  <a:cubicBezTo>
                    <a:pt x="11043" y="254"/>
                    <a:pt x="10790" y="0"/>
                    <a:pt x="104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48"/>
            <p:cNvSpPr/>
            <p:nvPr/>
          </p:nvSpPr>
          <p:spPr>
            <a:xfrm>
              <a:off x="1906431" y="1036614"/>
              <a:ext cx="48341" cy="63760"/>
            </a:xfrm>
            <a:custGeom>
              <a:rect b="b" l="l" r="r" t="t"/>
              <a:pathLst>
                <a:path extrusionOk="0" h="1683" w="1276">
                  <a:moveTo>
                    <a:pt x="1096" y="0"/>
                  </a:moveTo>
                  <a:cubicBezTo>
                    <a:pt x="997" y="0"/>
                    <a:pt x="917" y="81"/>
                    <a:pt x="917" y="180"/>
                  </a:cubicBezTo>
                  <a:lnTo>
                    <a:pt x="917" y="638"/>
                  </a:lnTo>
                  <a:lnTo>
                    <a:pt x="359" y="638"/>
                  </a:lnTo>
                  <a:lnTo>
                    <a:pt x="359" y="180"/>
                  </a:lnTo>
                  <a:cubicBezTo>
                    <a:pt x="362" y="81"/>
                    <a:pt x="280" y="1"/>
                    <a:pt x="180" y="1"/>
                  </a:cubicBezTo>
                  <a:cubicBezTo>
                    <a:pt x="81" y="1"/>
                    <a:pt x="0" y="82"/>
                    <a:pt x="0" y="181"/>
                  </a:cubicBezTo>
                  <a:lnTo>
                    <a:pt x="0" y="1494"/>
                  </a:lnTo>
                  <a:cubicBezTo>
                    <a:pt x="0" y="1589"/>
                    <a:pt x="69" y="1674"/>
                    <a:pt x="164" y="1682"/>
                  </a:cubicBezTo>
                  <a:cubicBezTo>
                    <a:pt x="169" y="1682"/>
                    <a:pt x="173" y="1683"/>
                    <a:pt x="178" y="1683"/>
                  </a:cubicBezTo>
                  <a:cubicBezTo>
                    <a:pt x="279" y="1683"/>
                    <a:pt x="359" y="1602"/>
                    <a:pt x="359" y="1502"/>
                  </a:cubicBezTo>
                  <a:lnTo>
                    <a:pt x="359" y="998"/>
                  </a:lnTo>
                  <a:lnTo>
                    <a:pt x="917" y="998"/>
                  </a:lnTo>
                  <a:lnTo>
                    <a:pt x="917" y="1494"/>
                  </a:lnTo>
                  <a:cubicBezTo>
                    <a:pt x="917" y="1589"/>
                    <a:pt x="986" y="1674"/>
                    <a:pt x="1080" y="1682"/>
                  </a:cubicBezTo>
                  <a:cubicBezTo>
                    <a:pt x="1085" y="1682"/>
                    <a:pt x="1090" y="1683"/>
                    <a:pt x="1095" y="1683"/>
                  </a:cubicBezTo>
                  <a:cubicBezTo>
                    <a:pt x="1195" y="1683"/>
                    <a:pt x="1276" y="1602"/>
                    <a:pt x="1276" y="1502"/>
                  </a:cubicBezTo>
                  <a:lnTo>
                    <a:pt x="1276" y="189"/>
                  </a:lnTo>
                  <a:cubicBezTo>
                    <a:pt x="1276" y="93"/>
                    <a:pt x="1207" y="8"/>
                    <a:pt x="1113" y="1"/>
                  </a:cubicBezTo>
                  <a:cubicBezTo>
                    <a:pt x="1107" y="1"/>
                    <a:pt x="1102" y="0"/>
                    <a:pt x="1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48"/>
            <p:cNvSpPr/>
            <p:nvPr/>
          </p:nvSpPr>
          <p:spPr>
            <a:xfrm>
              <a:off x="1857976" y="1035970"/>
              <a:ext cx="42128" cy="65200"/>
            </a:xfrm>
            <a:custGeom>
              <a:rect b="b" l="l" r="r" t="t"/>
              <a:pathLst>
                <a:path extrusionOk="0" h="1721" w="1112">
                  <a:moveTo>
                    <a:pt x="550" y="362"/>
                  </a:moveTo>
                  <a:cubicBezTo>
                    <a:pt x="659" y="362"/>
                    <a:pt x="752" y="451"/>
                    <a:pt x="752" y="558"/>
                  </a:cubicBezTo>
                  <a:cubicBezTo>
                    <a:pt x="752" y="665"/>
                    <a:pt x="659" y="756"/>
                    <a:pt x="548" y="756"/>
                  </a:cubicBezTo>
                  <a:cubicBezTo>
                    <a:pt x="504" y="756"/>
                    <a:pt x="429" y="756"/>
                    <a:pt x="359" y="757"/>
                  </a:cubicBezTo>
                  <a:cubicBezTo>
                    <a:pt x="359" y="684"/>
                    <a:pt x="358" y="439"/>
                    <a:pt x="358" y="362"/>
                  </a:cubicBezTo>
                  <a:lnTo>
                    <a:pt x="548" y="362"/>
                  </a:lnTo>
                  <a:cubicBezTo>
                    <a:pt x="549" y="362"/>
                    <a:pt x="549" y="362"/>
                    <a:pt x="550" y="362"/>
                  </a:cubicBezTo>
                  <a:close/>
                  <a:moveTo>
                    <a:pt x="182" y="0"/>
                  </a:moveTo>
                  <a:cubicBezTo>
                    <a:pt x="87" y="0"/>
                    <a:pt x="0" y="88"/>
                    <a:pt x="0" y="186"/>
                  </a:cubicBezTo>
                  <a:lnTo>
                    <a:pt x="0" y="1531"/>
                  </a:lnTo>
                  <a:cubicBezTo>
                    <a:pt x="0" y="1618"/>
                    <a:pt x="59" y="1699"/>
                    <a:pt x="145" y="1717"/>
                  </a:cubicBezTo>
                  <a:cubicBezTo>
                    <a:pt x="158" y="1719"/>
                    <a:pt x="170" y="1721"/>
                    <a:pt x="182" y="1721"/>
                  </a:cubicBezTo>
                  <a:cubicBezTo>
                    <a:pt x="281" y="1721"/>
                    <a:pt x="363" y="1637"/>
                    <a:pt x="363" y="1537"/>
                  </a:cubicBezTo>
                  <a:lnTo>
                    <a:pt x="363" y="1133"/>
                  </a:lnTo>
                  <a:cubicBezTo>
                    <a:pt x="432" y="1133"/>
                    <a:pt x="506" y="1131"/>
                    <a:pt x="551" y="1131"/>
                  </a:cubicBezTo>
                  <a:cubicBezTo>
                    <a:pt x="860" y="1131"/>
                    <a:pt x="1112" y="878"/>
                    <a:pt x="1112" y="566"/>
                  </a:cubicBezTo>
                  <a:cubicBezTo>
                    <a:pt x="1112" y="255"/>
                    <a:pt x="860" y="0"/>
                    <a:pt x="5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48"/>
            <p:cNvSpPr/>
            <p:nvPr/>
          </p:nvSpPr>
          <p:spPr>
            <a:xfrm>
              <a:off x="1964433" y="1035932"/>
              <a:ext cx="42962" cy="65200"/>
            </a:xfrm>
            <a:custGeom>
              <a:rect b="b" l="l" r="r" t="t"/>
              <a:pathLst>
                <a:path extrusionOk="0" h="1721" w="1134">
                  <a:moveTo>
                    <a:pt x="566" y="362"/>
                  </a:moveTo>
                  <a:cubicBezTo>
                    <a:pt x="677" y="362"/>
                    <a:pt x="770" y="452"/>
                    <a:pt x="770" y="558"/>
                  </a:cubicBezTo>
                  <a:cubicBezTo>
                    <a:pt x="770" y="665"/>
                    <a:pt x="676" y="755"/>
                    <a:pt x="566" y="755"/>
                  </a:cubicBezTo>
                  <a:cubicBezTo>
                    <a:pt x="522" y="755"/>
                    <a:pt x="447" y="755"/>
                    <a:pt x="376" y="757"/>
                  </a:cubicBezTo>
                  <a:cubicBezTo>
                    <a:pt x="376" y="684"/>
                    <a:pt x="375" y="439"/>
                    <a:pt x="375" y="362"/>
                  </a:cubicBezTo>
                  <a:close/>
                  <a:moveTo>
                    <a:pt x="187" y="0"/>
                  </a:moveTo>
                  <a:cubicBezTo>
                    <a:pt x="79" y="0"/>
                    <a:pt x="4" y="87"/>
                    <a:pt x="2" y="190"/>
                  </a:cubicBezTo>
                  <a:cubicBezTo>
                    <a:pt x="0" y="235"/>
                    <a:pt x="2" y="1503"/>
                    <a:pt x="2" y="1535"/>
                  </a:cubicBezTo>
                  <a:cubicBezTo>
                    <a:pt x="2" y="1638"/>
                    <a:pt x="84" y="1721"/>
                    <a:pt x="185" y="1721"/>
                  </a:cubicBezTo>
                  <a:cubicBezTo>
                    <a:pt x="287" y="1721"/>
                    <a:pt x="370" y="1638"/>
                    <a:pt x="370" y="1536"/>
                  </a:cubicBezTo>
                  <a:lnTo>
                    <a:pt x="370" y="1132"/>
                  </a:lnTo>
                  <a:cubicBezTo>
                    <a:pt x="441" y="1132"/>
                    <a:pt x="517" y="1131"/>
                    <a:pt x="562" y="1131"/>
                  </a:cubicBezTo>
                  <a:cubicBezTo>
                    <a:pt x="878" y="1131"/>
                    <a:pt x="1134" y="878"/>
                    <a:pt x="1134" y="566"/>
                  </a:cubicBezTo>
                  <a:cubicBezTo>
                    <a:pt x="1134" y="254"/>
                    <a:pt x="878" y="0"/>
                    <a:pt x="5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49"/>
          <p:cNvSpPr txBox="1"/>
          <p:nvPr>
            <p:ph type="title"/>
          </p:nvPr>
        </p:nvSpPr>
        <p:spPr>
          <a:xfrm>
            <a:off x="2763600" y="1830300"/>
            <a:ext cx="5660400" cy="25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</a:t>
            </a:r>
            <a:r>
              <a:rPr lang="en"/>
              <a:t>you</a:t>
            </a:r>
            <a:r>
              <a:rPr lang="en"/>
              <a:t>!</a:t>
            </a:r>
            <a:endParaRPr/>
          </a:p>
        </p:txBody>
      </p:sp>
      <p:grpSp>
        <p:nvGrpSpPr>
          <p:cNvPr id="1846" name="Google Shape;1846;p49"/>
          <p:cNvGrpSpPr/>
          <p:nvPr/>
        </p:nvGrpSpPr>
        <p:grpSpPr>
          <a:xfrm>
            <a:off x="6542379" y="1830303"/>
            <a:ext cx="340332" cy="341173"/>
            <a:chOff x="1558836" y="713303"/>
            <a:chExt cx="475457" cy="476631"/>
          </a:xfrm>
        </p:grpSpPr>
        <p:sp>
          <p:nvSpPr>
            <p:cNvPr id="1847" name="Google Shape;1847;p49"/>
            <p:cNvSpPr/>
            <p:nvPr/>
          </p:nvSpPr>
          <p:spPr>
            <a:xfrm>
              <a:off x="1611458" y="819874"/>
              <a:ext cx="39855" cy="85128"/>
            </a:xfrm>
            <a:custGeom>
              <a:rect b="b" l="l" r="r" t="t"/>
              <a:pathLst>
                <a:path extrusionOk="0" h="2247" w="1052">
                  <a:moveTo>
                    <a:pt x="865" y="0"/>
                  </a:moveTo>
                  <a:cubicBezTo>
                    <a:pt x="526" y="0"/>
                    <a:pt x="252" y="246"/>
                    <a:pt x="252" y="548"/>
                  </a:cubicBezTo>
                  <a:lnTo>
                    <a:pt x="252" y="824"/>
                  </a:lnTo>
                  <a:cubicBezTo>
                    <a:pt x="235" y="902"/>
                    <a:pt x="199" y="931"/>
                    <a:pt x="147" y="951"/>
                  </a:cubicBezTo>
                  <a:cubicBezTo>
                    <a:pt x="86" y="973"/>
                    <a:pt x="37" y="1020"/>
                    <a:pt x="22" y="1082"/>
                  </a:cubicBezTo>
                  <a:cubicBezTo>
                    <a:pt x="0" y="1174"/>
                    <a:pt x="54" y="1266"/>
                    <a:pt x="139" y="1294"/>
                  </a:cubicBezTo>
                  <a:cubicBezTo>
                    <a:pt x="195" y="1314"/>
                    <a:pt x="232" y="1341"/>
                    <a:pt x="251" y="1424"/>
                  </a:cubicBezTo>
                  <a:lnTo>
                    <a:pt x="251" y="1700"/>
                  </a:lnTo>
                  <a:cubicBezTo>
                    <a:pt x="251" y="1999"/>
                    <a:pt x="520" y="2242"/>
                    <a:pt x="854" y="2247"/>
                  </a:cubicBezTo>
                  <a:cubicBezTo>
                    <a:pt x="855" y="2247"/>
                    <a:pt x="855" y="2247"/>
                    <a:pt x="856" y="2247"/>
                  </a:cubicBezTo>
                  <a:cubicBezTo>
                    <a:pt x="951" y="2247"/>
                    <a:pt x="1038" y="2176"/>
                    <a:pt x="1044" y="2078"/>
                  </a:cubicBezTo>
                  <a:cubicBezTo>
                    <a:pt x="1052" y="1974"/>
                    <a:pt x="969" y="1886"/>
                    <a:pt x="865" y="1886"/>
                  </a:cubicBezTo>
                  <a:cubicBezTo>
                    <a:pt x="728" y="1886"/>
                    <a:pt x="612" y="1801"/>
                    <a:pt x="612" y="1698"/>
                  </a:cubicBezTo>
                  <a:lnTo>
                    <a:pt x="612" y="1405"/>
                  </a:lnTo>
                  <a:cubicBezTo>
                    <a:pt x="612" y="1394"/>
                    <a:pt x="610" y="1384"/>
                    <a:pt x="609" y="1376"/>
                  </a:cubicBezTo>
                  <a:cubicBezTo>
                    <a:pt x="589" y="1268"/>
                    <a:pt x="551" y="1187"/>
                    <a:pt x="502" y="1124"/>
                  </a:cubicBezTo>
                  <a:cubicBezTo>
                    <a:pt x="550" y="1061"/>
                    <a:pt x="589" y="980"/>
                    <a:pt x="608" y="874"/>
                  </a:cubicBezTo>
                  <a:cubicBezTo>
                    <a:pt x="610" y="863"/>
                    <a:pt x="612" y="853"/>
                    <a:pt x="612" y="842"/>
                  </a:cubicBezTo>
                  <a:lnTo>
                    <a:pt x="612" y="549"/>
                  </a:lnTo>
                  <a:cubicBezTo>
                    <a:pt x="612" y="449"/>
                    <a:pt x="727" y="363"/>
                    <a:pt x="863" y="362"/>
                  </a:cubicBezTo>
                  <a:cubicBezTo>
                    <a:pt x="956" y="361"/>
                    <a:pt x="1039" y="287"/>
                    <a:pt x="1044" y="192"/>
                  </a:cubicBezTo>
                  <a:cubicBezTo>
                    <a:pt x="1052" y="87"/>
                    <a:pt x="968" y="0"/>
                    <a:pt x="8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49"/>
            <p:cNvSpPr/>
            <p:nvPr/>
          </p:nvSpPr>
          <p:spPr>
            <a:xfrm>
              <a:off x="1874873" y="849235"/>
              <a:ext cx="39817" cy="85165"/>
            </a:xfrm>
            <a:custGeom>
              <a:rect b="b" l="l" r="r" t="t"/>
              <a:pathLst>
                <a:path extrusionOk="0" h="2248" w="1051">
                  <a:moveTo>
                    <a:pt x="186" y="0"/>
                  </a:moveTo>
                  <a:cubicBezTo>
                    <a:pt x="82" y="0"/>
                    <a:pt x="1" y="87"/>
                    <a:pt x="7" y="192"/>
                  </a:cubicBezTo>
                  <a:cubicBezTo>
                    <a:pt x="12" y="286"/>
                    <a:pt x="95" y="361"/>
                    <a:pt x="189" y="362"/>
                  </a:cubicBezTo>
                  <a:cubicBezTo>
                    <a:pt x="325" y="363"/>
                    <a:pt x="440" y="449"/>
                    <a:pt x="440" y="549"/>
                  </a:cubicBezTo>
                  <a:lnTo>
                    <a:pt x="440" y="842"/>
                  </a:lnTo>
                  <a:cubicBezTo>
                    <a:pt x="440" y="853"/>
                    <a:pt x="442" y="863"/>
                    <a:pt x="443" y="874"/>
                  </a:cubicBezTo>
                  <a:cubicBezTo>
                    <a:pt x="462" y="981"/>
                    <a:pt x="501" y="1062"/>
                    <a:pt x="550" y="1125"/>
                  </a:cubicBezTo>
                  <a:cubicBezTo>
                    <a:pt x="501" y="1188"/>
                    <a:pt x="462" y="1269"/>
                    <a:pt x="443" y="1377"/>
                  </a:cubicBezTo>
                  <a:cubicBezTo>
                    <a:pt x="442" y="1387"/>
                    <a:pt x="440" y="1398"/>
                    <a:pt x="440" y="1408"/>
                  </a:cubicBezTo>
                  <a:lnTo>
                    <a:pt x="440" y="1701"/>
                  </a:lnTo>
                  <a:cubicBezTo>
                    <a:pt x="440" y="1802"/>
                    <a:pt x="325" y="1887"/>
                    <a:pt x="189" y="1888"/>
                  </a:cubicBezTo>
                  <a:cubicBezTo>
                    <a:pt x="95" y="1890"/>
                    <a:pt x="12" y="1963"/>
                    <a:pt x="7" y="2058"/>
                  </a:cubicBezTo>
                  <a:cubicBezTo>
                    <a:pt x="2" y="2163"/>
                    <a:pt x="84" y="2248"/>
                    <a:pt x="186" y="2248"/>
                  </a:cubicBezTo>
                  <a:cubicBezTo>
                    <a:pt x="525" y="2248"/>
                    <a:pt x="800" y="2002"/>
                    <a:pt x="800" y="1701"/>
                  </a:cubicBezTo>
                  <a:lnTo>
                    <a:pt x="800" y="1425"/>
                  </a:lnTo>
                  <a:cubicBezTo>
                    <a:pt x="818" y="1346"/>
                    <a:pt x="852" y="1317"/>
                    <a:pt x="904" y="1298"/>
                  </a:cubicBezTo>
                  <a:cubicBezTo>
                    <a:pt x="965" y="1275"/>
                    <a:pt x="1014" y="1228"/>
                    <a:pt x="1029" y="1167"/>
                  </a:cubicBezTo>
                  <a:cubicBezTo>
                    <a:pt x="1050" y="1074"/>
                    <a:pt x="998" y="984"/>
                    <a:pt x="912" y="955"/>
                  </a:cubicBezTo>
                  <a:cubicBezTo>
                    <a:pt x="855" y="935"/>
                    <a:pt x="819" y="907"/>
                    <a:pt x="800" y="825"/>
                  </a:cubicBezTo>
                  <a:lnTo>
                    <a:pt x="800" y="549"/>
                  </a:lnTo>
                  <a:cubicBezTo>
                    <a:pt x="800" y="247"/>
                    <a:pt x="525" y="0"/>
                    <a:pt x="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49"/>
            <p:cNvSpPr/>
            <p:nvPr/>
          </p:nvSpPr>
          <p:spPr>
            <a:xfrm>
              <a:off x="1673476" y="818813"/>
              <a:ext cx="36067" cy="13639"/>
            </a:xfrm>
            <a:custGeom>
              <a:rect b="b" l="l" r="r" t="t"/>
              <a:pathLst>
                <a:path extrusionOk="0" h="360" w="952">
                  <a:moveTo>
                    <a:pt x="198" y="0"/>
                  </a:moveTo>
                  <a:cubicBezTo>
                    <a:pt x="103" y="0"/>
                    <a:pt x="18" y="69"/>
                    <a:pt x="10" y="163"/>
                  </a:cubicBezTo>
                  <a:cubicBezTo>
                    <a:pt x="0" y="269"/>
                    <a:pt x="85" y="359"/>
                    <a:pt x="190" y="359"/>
                  </a:cubicBezTo>
                  <a:lnTo>
                    <a:pt x="753" y="359"/>
                  </a:lnTo>
                  <a:cubicBezTo>
                    <a:pt x="850" y="359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49"/>
            <p:cNvSpPr/>
            <p:nvPr/>
          </p:nvSpPr>
          <p:spPr>
            <a:xfrm>
              <a:off x="1674348" y="966489"/>
              <a:ext cx="113011" cy="13676"/>
            </a:xfrm>
            <a:custGeom>
              <a:rect b="b" l="l" r="r" t="t"/>
              <a:pathLst>
                <a:path extrusionOk="0" h="361" w="2983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2785" y="361"/>
                  </a:lnTo>
                  <a:cubicBezTo>
                    <a:pt x="2881" y="361"/>
                    <a:pt x="2965" y="291"/>
                    <a:pt x="2974" y="197"/>
                  </a:cubicBezTo>
                  <a:cubicBezTo>
                    <a:pt x="2982" y="89"/>
                    <a:pt x="2898" y="0"/>
                    <a:pt x="2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49"/>
            <p:cNvSpPr/>
            <p:nvPr/>
          </p:nvSpPr>
          <p:spPr>
            <a:xfrm>
              <a:off x="1673476" y="878368"/>
              <a:ext cx="36067" cy="13639"/>
            </a:xfrm>
            <a:custGeom>
              <a:rect b="b" l="l" r="r" t="t"/>
              <a:pathLst>
                <a:path extrusionOk="0" h="360" w="952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5" y="359"/>
                    <a:pt x="190" y="359"/>
                  </a:cubicBezTo>
                  <a:lnTo>
                    <a:pt x="753" y="359"/>
                  </a:lnTo>
                  <a:cubicBezTo>
                    <a:pt x="850" y="359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49"/>
            <p:cNvSpPr/>
            <p:nvPr/>
          </p:nvSpPr>
          <p:spPr>
            <a:xfrm>
              <a:off x="1673476" y="906933"/>
              <a:ext cx="36067" cy="13676"/>
            </a:xfrm>
            <a:custGeom>
              <a:rect b="b" l="l" r="r" t="t"/>
              <a:pathLst>
                <a:path extrusionOk="0" h="361" w="952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5" y="361"/>
                    <a:pt x="190" y="361"/>
                  </a:cubicBezTo>
                  <a:lnTo>
                    <a:pt x="753" y="361"/>
                  </a:lnTo>
                  <a:cubicBezTo>
                    <a:pt x="850" y="361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49"/>
            <p:cNvSpPr/>
            <p:nvPr/>
          </p:nvSpPr>
          <p:spPr>
            <a:xfrm>
              <a:off x="1771901" y="936673"/>
              <a:ext cx="25156" cy="13714"/>
            </a:xfrm>
            <a:custGeom>
              <a:rect b="b" l="l" r="r" t="t"/>
              <a:pathLst>
                <a:path extrusionOk="0" h="362" w="664">
                  <a:moveTo>
                    <a:pt x="189" y="1"/>
                  </a:moveTo>
                  <a:cubicBezTo>
                    <a:pt x="85" y="1"/>
                    <a:pt x="1" y="90"/>
                    <a:pt x="9" y="197"/>
                  </a:cubicBezTo>
                  <a:cubicBezTo>
                    <a:pt x="17" y="291"/>
                    <a:pt x="103" y="361"/>
                    <a:pt x="198" y="361"/>
                  </a:cubicBezTo>
                  <a:lnTo>
                    <a:pt x="467" y="361"/>
                  </a:lnTo>
                  <a:cubicBezTo>
                    <a:pt x="562" y="361"/>
                    <a:pt x="647" y="291"/>
                    <a:pt x="655" y="197"/>
                  </a:cubicBezTo>
                  <a:cubicBezTo>
                    <a:pt x="664" y="90"/>
                    <a:pt x="580" y="1"/>
                    <a:pt x="4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49"/>
            <p:cNvSpPr/>
            <p:nvPr/>
          </p:nvSpPr>
          <p:spPr>
            <a:xfrm>
              <a:off x="1673931" y="936673"/>
              <a:ext cx="78801" cy="13714"/>
            </a:xfrm>
            <a:custGeom>
              <a:rect b="b" l="l" r="r" t="t"/>
              <a:pathLst>
                <a:path extrusionOk="0" h="362" w="2080">
                  <a:moveTo>
                    <a:pt x="199" y="1"/>
                  </a:moveTo>
                  <a:cubicBezTo>
                    <a:pt x="102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882" y="361"/>
                  </a:lnTo>
                  <a:cubicBezTo>
                    <a:pt x="1977" y="361"/>
                    <a:pt x="2063" y="291"/>
                    <a:pt x="2070" y="197"/>
                  </a:cubicBezTo>
                  <a:cubicBezTo>
                    <a:pt x="2080" y="90"/>
                    <a:pt x="1996" y="1"/>
                    <a:pt x="18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49"/>
            <p:cNvSpPr/>
            <p:nvPr/>
          </p:nvSpPr>
          <p:spPr>
            <a:xfrm>
              <a:off x="1728447" y="878368"/>
              <a:ext cx="36029" cy="13639"/>
            </a:xfrm>
            <a:custGeom>
              <a:rect b="b" l="l" r="r" t="t"/>
              <a:pathLst>
                <a:path extrusionOk="0" h="360" w="951">
                  <a:moveTo>
                    <a:pt x="189" y="0"/>
                  </a:moveTo>
                  <a:cubicBezTo>
                    <a:pt x="85" y="0"/>
                    <a:pt x="1" y="89"/>
                    <a:pt x="9" y="196"/>
                  </a:cubicBezTo>
                  <a:cubicBezTo>
                    <a:pt x="18" y="290"/>
                    <a:pt x="104" y="359"/>
                    <a:pt x="198" y="359"/>
                  </a:cubicBezTo>
                  <a:lnTo>
                    <a:pt x="753" y="359"/>
                  </a:lnTo>
                  <a:cubicBezTo>
                    <a:pt x="849" y="359"/>
                    <a:pt x="934" y="290"/>
                    <a:pt x="941" y="196"/>
                  </a:cubicBezTo>
                  <a:cubicBezTo>
                    <a:pt x="951" y="89"/>
                    <a:pt x="867" y="0"/>
                    <a:pt x="7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49"/>
            <p:cNvSpPr/>
            <p:nvPr/>
          </p:nvSpPr>
          <p:spPr>
            <a:xfrm>
              <a:off x="1778152" y="878330"/>
              <a:ext cx="75429" cy="13639"/>
            </a:xfrm>
            <a:custGeom>
              <a:rect b="b" l="l" r="r" t="t"/>
              <a:pathLst>
                <a:path extrusionOk="0" h="360" w="1991">
                  <a:moveTo>
                    <a:pt x="198" y="0"/>
                  </a:moveTo>
                  <a:cubicBezTo>
                    <a:pt x="102" y="0"/>
                    <a:pt x="17" y="69"/>
                    <a:pt x="10" y="163"/>
                  </a:cubicBezTo>
                  <a:cubicBezTo>
                    <a:pt x="0" y="270"/>
                    <a:pt x="84" y="359"/>
                    <a:pt x="189" y="359"/>
                  </a:cubicBezTo>
                  <a:lnTo>
                    <a:pt x="1809" y="359"/>
                  </a:lnTo>
                  <a:cubicBezTo>
                    <a:pt x="1810" y="359"/>
                    <a:pt x="1810" y="359"/>
                    <a:pt x="1811" y="359"/>
                  </a:cubicBezTo>
                  <a:cubicBezTo>
                    <a:pt x="1911" y="359"/>
                    <a:pt x="1990" y="279"/>
                    <a:pt x="1990" y="180"/>
                  </a:cubicBezTo>
                  <a:cubicBezTo>
                    <a:pt x="1990" y="81"/>
                    <a:pt x="1909" y="0"/>
                    <a:pt x="18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49"/>
            <p:cNvSpPr/>
            <p:nvPr/>
          </p:nvSpPr>
          <p:spPr>
            <a:xfrm>
              <a:off x="1729773" y="818699"/>
              <a:ext cx="164383" cy="13714"/>
            </a:xfrm>
            <a:custGeom>
              <a:rect b="b" l="l" r="r" t="t"/>
              <a:pathLst>
                <a:path extrusionOk="0" h="362" w="4339">
                  <a:moveTo>
                    <a:pt x="198" y="1"/>
                  </a:moveTo>
                  <a:cubicBezTo>
                    <a:pt x="103" y="1"/>
                    <a:pt x="18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137" y="361"/>
                  </a:lnTo>
                  <a:cubicBezTo>
                    <a:pt x="4234" y="361"/>
                    <a:pt x="4319" y="292"/>
                    <a:pt x="4326" y="198"/>
                  </a:cubicBezTo>
                  <a:cubicBezTo>
                    <a:pt x="4339" y="92"/>
                    <a:pt x="4255" y="1"/>
                    <a:pt x="4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49"/>
            <p:cNvSpPr/>
            <p:nvPr/>
          </p:nvSpPr>
          <p:spPr>
            <a:xfrm>
              <a:off x="1673097" y="848553"/>
              <a:ext cx="182000" cy="13639"/>
            </a:xfrm>
            <a:custGeom>
              <a:rect b="b" l="l" r="r" t="t"/>
              <a:pathLst>
                <a:path extrusionOk="0" h="360" w="4804">
                  <a:moveTo>
                    <a:pt x="199" y="1"/>
                  </a:moveTo>
                  <a:cubicBezTo>
                    <a:pt x="103" y="1"/>
                    <a:pt x="19" y="70"/>
                    <a:pt x="9" y="164"/>
                  </a:cubicBezTo>
                  <a:cubicBezTo>
                    <a:pt x="1" y="271"/>
                    <a:pt x="87" y="360"/>
                    <a:pt x="193" y="360"/>
                  </a:cubicBezTo>
                  <a:lnTo>
                    <a:pt x="4595" y="360"/>
                  </a:lnTo>
                  <a:cubicBezTo>
                    <a:pt x="4681" y="360"/>
                    <a:pt x="4763" y="302"/>
                    <a:pt x="4780" y="216"/>
                  </a:cubicBezTo>
                  <a:cubicBezTo>
                    <a:pt x="4804" y="101"/>
                    <a:pt x="4713" y="1"/>
                    <a:pt x="46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49"/>
            <p:cNvSpPr/>
            <p:nvPr/>
          </p:nvSpPr>
          <p:spPr>
            <a:xfrm>
              <a:off x="1558836" y="713303"/>
              <a:ext cx="475457" cy="476631"/>
            </a:xfrm>
            <a:custGeom>
              <a:rect b="b" l="l" r="r" t="t"/>
              <a:pathLst>
                <a:path extrusionOk="0" h="12581" w="12550">
                  <a:moveTo>
                    <a:pt x="10487" y="358"/>
                  </a:moveTo>
                  <a:cubicBezTo>
                    <a:pt x="10595" y="358"/>
                    <a:pt x="10684" y="446"/>
                    <a:pt x="10684" y="556"/>
                  </a:cubicBezTo>
                  <a:lnTo>
                    <a:pt x="10684" y="1374"/>
                  </a:lnTo>
                  <a:lnTo>
                    <a:pt x="363" y="1374"/>
                  </a:lnTo>
                  <a:lnTo>
                    <a:pt x="363" y="556"/>
                  </a:lnTo>
                  <a:cubicBezTo>
                    <a:pt x="363" y="447"/>
                    <a:pt x="451" y="358"/>
                    <a:pt x="561" y="358"/>
                  </a:cubicBezTo>
                  <a:close/>
                  <a:moveTo>
                    <a:pt x="11338" y="6826"/>
                  </a:moveTo>
                  <a:lnTo>
                    <a:pt x="11956" y="7535"/>
                  </a:lnTo>
                  <a:lnTo>
                    <a:pt x="11338" y="7535"/>
                  </a:lnTo>
                  <a:lnTo>
                    <a:pt x="11338" y="6826"/>
                  </a:lnTo>
                  <a:close/>
                  <a:moveTo>
                    <a:pt x="192" y="0"/>
                  </a:moveTo>
                  <a:cubicBezTo>
                    <a:pt x="86" y="0"/>
                    <a:pt x="2" y="86"/>
                    <a:pt x="2" y="191"/>
                  </a:cubicBezTo>
                  <a:lnTo>
                    <a:pt x="2" y="7202"/>
                  </a:lnTo>
                  <a:cubicBezTo>
                    <a:pt x="2" y="7220"/>
                    <a:pt x="9" y="7237"/>
                    <a:pt x="22" y="7249"/>
                  </a:cubicBezTo>
                  <a:cubicBezTo>
                    <a:pt x="75" y="7301"/>
                    <a:pt x="131" y="7323"/>
                    <a:pt x="183" y="7323"/>
                  </a:cubicBezTo>
                  <a:cubicBezTo>
                    <a:pt x="282" y="7323"/>
                    <a:pt x="363" y="7241"/>
                    <a:pt x="363" y="7139"/>
                  </a:cubicBezTo>
                  <a:lnTo>
                    <a:pt x="363" y="1736"/>
                  </a:lnTo>
                  <a:lnTo>
                    <a:pt x="10683" y="1736"/>
                  </a:lnTo>
                  <a:lnTo>
                    <a:pt x="10683" y="6160"/>
                  </a:lnTo>
                  <a:lnTo>
                    <a:pt x="9249" y="6160"/>
                  </a:lnTo>
                  <a:cubicBezTo>
                    <a:pt x="9152" y="6160"/>
                    <a:pt x="9067" y="6229"/>
                    <a:pt x="9060" y="6323"/>
                  </a:cubicBezTo>
                  <a:cubicBezTo>
                    <a:pt x="9051" y="6431"/>
                    <a:pt x="9134" y="6520"/>
                    <a:pt x="9239" y="6520"/>
                  </a:cubicBezTo>
                  <a:lnTo>
                    <a:pt x="10978" y="6520"/>
                  </a:lnTo>
                  <a:lnTo>
                    <a:pt x="10978" y="7713"/>
                  </a:lnTo>
                  <a:cubicBezTo>
                    <a:pt x="10978" y="7814"/>
                    <a:pt x="11060" y="7897"/>
                    <a:pt x="11162" y="7897"/>
                  </a:cubicBezTo>
                  <a:lnTo>
                    <a:pt x="12190" y="7897"/>
                  </a:lnTo>
                  <a:lnTo>
                    <a:pt x="12190" y="12223"/>
                  </a:lnTo>
                  <a:lnTo>
                    <a:pt x="7537" y="12223"/>
                  </a:lnTo>
                  <a:lnTo>
                    <a:pt x="7537" y="6519"/>
                  </a:lnTo>
                  <a:lnTo>
                    <a:pt x="8330" y="6519"/>
                  </a:lnTo>
                  <a:cubicBezTo>
                    <a:pt x="8426" y="6519"/>
                    <a:pt x="8511" y="6449"/>
                    <a:pt x="8519" y="6354"/>
                  </a:cubicBezTo>
                  <a:cubicBezTo>
                    <a:pt x="8528" y="6248"/>
                    <a:pt x="8444" y="6159"/>
                    <a:pt x="8339" y="6159"/>
                  </a:cubicBezTo>
                  <a:lnTo>
                    <a:pt x="7328" y="6159"/>
                  </a:lnTo>
                  <a:cubicBezTo>
                    <a:pt x="7225" y="6159"/>
                    <a:pt x="7143" y="6241"/>
                    <a:pt x="7143" y="6343"/>
                  </a:cubicBezTo>
                  <a:lnTo>
                    <a:pt x="7143" y="9436"/>
                  </a:lnTo>
                  <a:lnTo>
                    <a:pt x="427" y="9436"/>
                  </a:lnTo>
                  <a:cubicBezTo>
                    <a:pt x="390" y="9436"/>
                    <a:pt x="360" y="9405"/>
                    <a:pt x="360" y="9369"/>
                  </a:cubicBezTo>
                  <a:lnTo>
                    <a:pt x="360" y="7960"/>
                  </a:lnTo>
                  <a:cubicBezTo>
                    <a:pt x="360" y="7941"/>
                    <a:pt x="352" y="7924"/>
                    <a:pt x="339" y="7911"/>
                  </a:cubicBezTo>
                  <a:cubicBezTo>
                    <a:pt x="286" y="7861"/>
                    <a:pt x="231" y="7840"/>
                    <a:pt x="180" y="7840"/>
                  </a:cubicBezTo>
                  <a:cubicBezTo>
                    <a:pt x="81" y="7840"/>
                    <a:pt x="0" y="7920"/>
                    <a:pt x="0" y="8020"/>
                  </a:cubicBezTo>
                  <a:lnTo>
                    <a:pt x="0" y="9604"/>
                  </a:lnTo>
                  <a:cubicBezTo>
                    <a:pt x="0" y="9709"/>
                    <a:pt x="85" y="9795"/>
                    <a:pt x="191" y="9795"/>
                  </a:cubicBezTo>
                  <a:lnTo>
                    <a:pt x="7143" y="9795"/>
                  </a:lnTo>
                  <a:lnTo>
                    <a:pt x="7143" y="12397"/>
                  </a:lnTo>
                  <a:cubicBezTo>
                    <a:pt x="7143" y="12499"/>
                    <a:pt x="7225" y="12581"/>
                    <a:pt x="7328" y="12581"/>
                  </a:cubicBezTo>
                  <a:lnTo>
                    <a:pt x="12365" y="12581"/>
                  </a:lnTo>
                  <a:cubicBezTo>
                    <a:pt x="12467" y="12581"/>
                    <a:pt x="12550" y="12499"/>
                    <a:pt x="12550" y="12397"/>
                  </a:cubicBezTo>
                  <a:lnTo>
                    <a:pt x="12550" y="7724"/>
                  </a:lnTo>
                  <a:cubicBezTo>
                    <a:pt x="12550" y="7679"/>
                    <a:pt x="12534" y="7636"/>
                    <a:pt x="12506" y="7604"/>
                  </a:cubicBezTo>
                  <a:lnTo>
                    <a:pt x="11307" y="6222"/>
                  </a:lnTo>
                  <a:cubicBezTo>
                    <a:pt x="11272" y="6182"/>
                    <a:pt x="11221" y="6160"/>
                    <a:pt x="11168" y="6160"/>
                  </a:cubicBezTo>
                  <a:lnTo>
                    <a:pt x="11043" y="6160"/>
                  </a:lnTo>
                  <a:lnTo>
                    <a:pt x="11043" y="566"/>
                  </a:lnTo>
                  <a:cubicBezTo>
                    <a:pt x="11043" y="254"/>
                    <a:pt x="10790" y="0"/>
                    <a:pt x="104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49"/>
            <p:cNvSpPr/>
            <p:nvPr/>
          </p:nvSpPr>
          <p:spPr>
            <a:xfrm>
              <a:off x="1906431" y="1036614"/>
              <a:ext cx="48341" cy="63760"/>
            </a:xfrm>
            <a:custGeom>
              <a:rect b="b" l="l" r="r" t="t"/>
              <a:pathLst>
                <a:path extrusionOk="0" h="1683" w="1276">
                  <a:moveTo>
                    <a:pt x="1096" y="0"/>
                  </a:moveTo>
                  <a:cubicBezTo>
                    <a:pt x="997" y="0"/>
                    <a:pt x="917" y="81"/>
                    <a:pt x="917" y="180"/>
                  </a:cubicBezTo>
                  <a:lnTo>
                    <a:pt x="917" y="638"/>
                  </a:lnTo>
                  <a:lnTo>
                    <a:pt x="359" y="638"/>
                  </a:lnTo>
                  <a:lnTo>
                    <a:pt x="359" y="180"/>
                  </a:lnTo>
                  <a:cubicBezTo>
                    <a:pt x="362" y="81"/>
                    <a:pt x="280" y="1"/>
                    <a:pt x="180" y="1"/>
                  </a:cubicBezTo>
                  <a:cubicBezTo>
                    <a:pt x="81" y="1"/>
                    <a:pt x="0" y="82"/>
                    <a:pt x="0" y="181"/>
                  </a:cubicBezTo>
                  <a:lnTo>
                    <a:pt x="0" y="1494"/>
                  </a:lnTo>
                  <a:cubicBezTo>
                    <a:pt x="0" y="1589"/>
                    <a:pt x="69" y="1674"/>
                    <a:pt x="164" y="1682"/>
                  </a:cubicBezTo>
                  <a:cubicBezTo>
                    <a:pt x="169" y="1682"/>
                    <a:pt x="173" y="1683"/>
                    <a:pt x="178" y="1683"/>
                  </a:cubicBezTo>
                  <a:cubicBezTo>
                    <a:pt x="279" y="1683"/>
                    <a:pt x="359" y="1602"/>
                    <a:pt x="359" y="1502"/>
                  </a:cubicBezTo>
                  <a:lnTo>
                    <a:pt x="359" y="998"/>
                  </a:lnTo>
                  <a:lnTo>
                    <a:pt x="917" y="998"/>
                  </a:lnTo>
                  <a:lnTo>
                    <a:pt x="917" y="1494"/>
                  </a:lnTo>
                  <a:cubicBezTo>
                    <a:pt x="917" y="1589"/>
                    <a:pt x="986" y="1674"/>
                    <a:pt x="1080" y="1682"/>
                  </a:cubicBezTo>
                  <a:cubicBezTo>
                    <a:pt x="1085" y="1682"/>
                    <a:pt x="1090" y="1683"/>
                    <a:pt x="1095" y="1683"/>
                  </a:cubicBezTo>
                  <a:cubicBezTo>
                    <a:pt x="1195" y="1683"/>
                    <a:pt x="1276" y="1602"/>
                    <a:pt x="1276" y="1502"/>
                  </a:cubicBezTo>
                  <a:lnTo>
                    <a:pt x="1276" y="189"/>
                  </a:lnTo>
                  <a:cubicBezTo>
                    <a:pt x="1276" y="93"/>
                    <a:pt x="1207" y="8"/>
                    <a:pt x="1113" y="1"/>
                  </a:cubicBezTo>
                  <a:cubicBezTo>
                    <a:pt x="1107" y="1"/>
                    <a:pt x="1102" y="0"/>
                    <a:pt x="1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49"/>
            <p:cNvSpPr/>
            <p:nvPr/>
          </p:nvSpPr>
          <p:spPr>
            <a:xfrm>
              <a:off x="1857976" y="1035970"/>
              <a:ext cx="42128" cy="65200"/>
            </a:xfrm>
            <a:custGeom>
              <a:rect b="b" l="l" r="r" t="t"/>
              <a:pathLst>
                <a:path extrusionOk="0" h="1721" w="1112">
                  <a:moveTo>
                    <a:pt x="550" y="362"/>
                  </a:moveTo>
                  <a:cubicBezTo>
                    <a:pt x="659" y="362"/>
                    <a:pt x="752" y="451"/>
                    <a:pt x="752" y="558"/>
                  </a:cubicBezTo>
                  <a:cubicBezTo>
                    <a:pt x="752" y="665"/>
                    <a:pt x="659" y="756"/>
                    <a:pt x="548" y="756"/>
                  </a:cubicBezTo>
                  <a:cubicBezTo>
                    <a:pt x="504" y="756"/>
                    <a:pt x="429" y="756"/>
                    <a:pt x="359" y="757"/>
                  </a:cubicBezTo>
                  <a:cubicBezTo>
                    <a:pt x="359" y="684"/>
                    <a:pt x="358" y="439"/>
                    <a:pt x="358" y="362"/>
                  </a:cubicBezTo>
                  <a:lnTo>
                    <a:pt x="548" y="362"/>
                  </a:lnTo>
                  <a:cubicBezTo>
                    <a:pt x="549" y="362"/>
                    <a:pt x="549" y="362"/>
                    <a:pt x="550" y="362"/>
                  </a:cubicBezTo>
                  <a:close/>
                  <a:moveTo>
                    <a:pt x="182" y="0"/>
                  </a:moveTo>
                  <a:cubicBezTo>
                    <a:pt x="87" y="0"/>
                    <a:pt x="0" y="88"/>
                    <a:pt x="0" y="186"/>
                  </a:cubicBezTo>
                  <a:lnTo>
                    <a:pt x="0" y="1531"/>
                  </a:lnTo>
                  <a:cubicBezTo>
                    <a:pt x="0" y="1618"/>
                    <a:pt x="59" y="1699"/>
                    <a:pt x="145" y="1717"/>
                  </a:cubicBezTo>
                  <a:cubicBezTo>
                    <a:pt x="158" y="1719"/>
                    <a:pt x="170" y="1721"/>
                    <a:pt x="182" y="1721"/>
                  </a:cubicBezTo>
                  <a:cubicBezTo>
                    <a:pt x="281" y="1721"/>
                    <a:pt x="363" y="1637"/>
                    <a:pt x="363" y="1537"/>
                  </a:cubicBezTo>
                  <a:lnTo>
                    <a:pt x="363" y="1133"/>
                  </a:lnTo>
                  <a:cubicBezTo>
                    <a:pt x="432" y="1133"/>
                    <a:pt x="506" y="1131"/>
                    <a:pt x="551" y="1131"/>
                  </a:cubicBezTo>
                  <a:cubicBezTo>
                    <a:pt x="860" y="1131"/>
                    <a:pt x="1112" y="878"/>
                    <a:pt x="1112" y="566"/>
                  </a:cubicBezTo>
                  <a:cubicBezTo>
                    <a:pt x="1112" y="255"/>
                    <a:pt x="860" y="0"/>
                    <a:pt x="5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49"/>
            <p:cNvSpPr/>
            <p:nvPr/>
          </p:nvSpPr>
          <p:spPr>
            <a:xfrm>
              <a:off x="1964433" y="1035932"/>
              <a:ext cx="42962" cy="65200"/>
            </a:xfrm>
            <a:custGeom>
              <a:rect b="b" l="l" r="r" t="t"/>
              <a:pathLst>
                <a:path extrusionOk="0" h="1721" w="1134">
                  <a:moveTo>
                    <a:pt x="566" y="362"/>
                  </a:moveTo>
                  <a:cubicBezTo>
                    <a:pt x="677" y="362"/>
                    <a:pt x="770" y="452"/>
                    <a:pt x="770" y="558"/>
                  </a:cubicBezTo>
                  <a:cubicBezTo>
                    <a:pt x="770" y="665"/>
                    <a:pt x="676" y="755"/>
                    <a:pt x="566" y="755"/>
                  </a:cubicBezTo>
                  <a:cubicBezTo>
                    <a:pt x="522" y="755"/>
                    <a:pt x="447" y="755"/>
                    <a:pt x="376" y="757"/>
                  </a:cubicBezTo>
                  <a:cubicBezTo>
                    <a:pt x="376" y="684"/>
                    <a:pt x="375" y="439"/>
                    <a:pt x="375" y="362"/>
                  </a:cubicBezTo>
                  <a:close/>
                  <a:moveTo>
                    <a:pt x="187" y="0"/>
                  </a:moveTo>
                  <a:cubicBezTo>
                    <a:pt x="79" y="0"/>
                    <a:pt x="4" y="87"/>
                    <a:pt x="2" y="190"/>
                  </a:cubicBezTo>
                  <a:cubicBezTo>
                    <a:pt x="0" y="235"/>
                    <a:pt x="2" y="1503"/>
                    <a:pt x="2" y="1535"/>
                  </a:cubicBezTo>
                  <a:cubicBezTo>
                    <a:pt x="2" y="1638"/>
                    <a:pt x="84" y="1721"/>
                    <a:pt x="185" y="1721"/>
                  </a:cubicBezTo>
                  <a:cubicBezTo>
                    <a:pt x="287" y="1721"/>
                    <a:pt x="370" y="1638"/>
                    <a:pt x="370" y="1536"/>
                  </a:cubicBezTo>
                  <a:lnTo>
                    <a:pt x="370" y="1132"/>
                  </a:lnTo>
                  <a:cubicBezTo>
                    <a:pt x="441" y="1132"/>
                    <a:pt x="517" y="1131"/>
                    <a:pt x="562" y="1131"/>
                  </a:cubicBezTo>
                  <a:cubicBezTo>
                    <a:pt x="878" y="1131"/>
                    <a:pt x="1134" y="878"/>
                    <a:pt x="1134" y="566"/>
                  </a:cubicBezTo>
                  <a:cubicBezTo>
                    <a:pt x="1134" y="254"/>
                    <a:pt x="878" y="0"/>
                    <a:pt x="5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50"/>
          <p:cNvSpPr txBox="1"/>
          <p:nvPr>
            <p:ph idx="2" type="subTitle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50"/>
          <p:cNvSpPr txBox="1"/>
          <p:nvPr>
            <p:ph idx="8" type="subTitle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50"/>
          <p:cNvSpPr txBox="1"/>
          <p:nvPr>
            <p:ph idx="5" type="subTitle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50"/>
          <p:cNvSpPr txBox="1"/>
          <p:nvPr>
            <p:ph idx="6" type="subTitle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50"/>
          <p:cNvSpPr txBox="1"/>
          <p:nvPr>
            <p:ph idx="3" type="subTitle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50"/>
          <p:cNvSpPr txBox="1"/>
          <p:nvPr>
            <p:ph idx="4" type="subTitle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p50"/>
          <p:cNvSpPr txBox="1"/>
          <p:nvPr>
            <p:ph idx="7" type="subTitle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50"/>
          <p:cNvSpPr txBox="1"/>
          <p:nvPr>
            <p:ph idx="1" type="subTitle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51"/>
          <p:cNvSpPr txBox="1"/>
          <p:nvPr>
            <p:ph idx="1" type="subTitle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51"/>
          <p:cNvSpPr txBox="1"/>
          <p:nvPr>
            <p:ph idx="2" type="subTitle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51"/>
          <p:cNvSpPr txBox="1"/>
          <p:nvPr>
            <p:ph idx="6" type="subTitle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51"/>
          <p:cNvSpPr txBox="1"/>
          <p:nvPr>
            <p:ph idx="4" type="subTitle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51"/>
          <p:cNvSpPr txBox="1"/>
          <p:nvPr>
            <p:ph idx="5" type="subTitle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51"/>
          <p:cNvSpPr txBox="1"/>
          <p:nvPr>
            <p:ph idx="3" type="subTitle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7" name="Google Shape;1887;p51"/>
          <p:cNvPicPr preferRelativeResize="0"/>
          <p:nvPr>
            <p:ph idx="7" type="pic"/>
          </p:nvPr>
        </p:nvPicPr>
        <p:blipFill rotWithShape="1">
          <a:blip r:embed="rId3">
            <a:alphaModFix/>
          </a:blip>
          <a:srcRect b="0" l="10430" r="10430" t="0"/>
          <a:stretch/>
        </p:blipFill>
        <p:spPr>
          <a:xfrm>
            <a:off x="720000" y="1236800"/>
            <a:ext cx="1981800" cy="1662300"/>
          </a:xfrm>
          <a:prstGeom prst="snip1Rect">
            <a:avLst>
              <a:gd fmla="val 16667" name="adj"/>
            </a:avLst>
          </a:prstGeom>
        </p:spPr>
      </p:pic>
      <p:pic>
        <p:nvPicPr>
          <p:cNvPr id="1888" name="Google Shape;1888;p51"/>
          <p:cNvPicPr preferRelativeResize="0"/>
          <p:nvPr>
            <p:ph idx="8" type="pic"/>
          </p:nvPr>
        </p:nvPicPr>
        <p:blipFill rotWithShape="1">
          <a:blip r:embed="rId4">
            <a:alphaModFix/>
          </a:blip>
          <a:srcRect b="0" l="16469" r="16469" t="0"/>
          <a:stretch/>
        </p:blipFill>
        <p:spPr>
          <a:xfrm>
            <a:off x="3584475" y="1236800"/>
            <a:ext cx="1981800" cy="1662300"/>
          </a:xfrm>
          <a:prstGeom prst="snip1Rect">
            <a:avLst>
              <a:gd fmla="val 16667" name="adj"/>
            </a:avLst>
          </a:prstGeom>
        </p:spPr>
      </p:pic>
      <p:pic>
        <p:nvPicPr>
          <p:cNvPr id="1889" name="Google Shape;1889;p51"/>
          <p:cNvPicPr preferRelativeResize="0"/>
          <p:nvPr>
            <p:ph idx="9" type="pic"/>
          </p:nvPr>
        </p:nvPicPr>
        <p:blipFill rotWithShape="1">
          <a:blip r:embed="rId5">
            <a:alphaModFix/>
          </a:blip>
          <a:srcRect b="0" l="10888" r="10888" t="0"/>
          <a:stretch/>
        </p:blipFill>
        <p:spPr>
          <a:xfrm>
            <a:off x="6448950" y="1236800"/>
            <a:ext cx="1981800" cy="1662300"/>
          </a:xfrm>
          <a:prstGeom prst="snip1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52"/>
          <p:cNvSpPr txBox="1"/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</a:t>
            </a:r>
            <a:r>
              <a:rPr lang="en"/>
              <a:t> always reinforce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concept</a:t>
            </a:r>
            <a:endParaRPr/>
          </a:p>
        </p:txBody>
      </p:sp>
      <p:sp>
        <p:nvSpPr>
          <p:cNvPr id="1895" name="Google Shape;1895;p52"/>
          <p:cNvSpPr txBox="1"/>
          <p:nvPr>
            <p:ph idx="1" type="subTitle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You can give a brief description</a:t>
            </a:r>
            <a:r>
              <a:rPr lang="en"/>
              <a:t> of the topic you want to talk about here. For example, if you want to talk about Mercury, you can say that it’s the smallest planet in the entire Solar System</a:t>
            </a:r>
            <a:endParaRPr/>
          </a:p>
        </p:txBody>
      </p:sp>
      <p:grpSp>
        <p:nvGrpSpPr>
          <p:cNvPr id="1896" name="Google Shape;1896;p52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97" name="Google Shape;1897;p52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52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52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52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52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52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52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04" name="Google Shape;1904;p5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3895" r="6732" t="0"/>
          <a:stretch/>
        </p:blipFill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53"/>
          <p:cNvSpPr txBox="1"/>
          <p:nvPr>
            <p:ph type="title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4,498,300,000</a:t>
            </a:r>
            <a:endParaRPr/>
          </a:p>
        </p:txBody>
      </p:sp>
      <p:sp>
        <p:nvSpPr>
          <p:cNvPr id="1910" name="Google Shape;1910;p53"/>
          <p:cNvSpPr txBox="1"/>
          <p:nvPr>
            <p:ph idx="1" type="subTitle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numbers catch your audience’s attention</a:t>
            </a:r>
            <a:endParaRPr/>
          </a:p>
        </p:txBody>
      </p:sp>
      <p:grpSp>
        <p:nvGrpSpPr>
          <p:cNvPr id="1911" name="Google Shape;1911;p53"/>
          <p:cNvGrpSpPr/>
          <p:nvPr/>
        </p:nvGrpSpPr>
        <p:grpSpPr>
          <a:xfrm>
            <a:off x="6527600" y="-628478"/>
            <a:ext cx="5128253" cy="6694378"/>
            <a:chOff x="6222800" y="-628478"/>
            <a:chExt cx="5128253" cy="6694378"/>
          </a:xfrm>
        </p:grpSpPr>
        <p:pic>
          <p:nvPicPr>
            <p:cNvPr id="1912" name="Google Shape;1912;p53"/>
            <p:cNvPicPr preferRelativeResize="0"/>
            <p:nvPr/>
          </p:nvPicPr>
          <p:blipFill rotWithShape="1">
            <a:blip r:embed="rId3">
              <a:alphaModFix/>
            </a:blip>
            <a:srcRect b="17663" l="0" r="0" t="17657"/>
            <a:stretch/>
          </p:blipFill>
          <p:spPr>
            <a:xfrm>
              <a:off x="7517168" y="-628478"/>
              <a:ext cx="3082266" cy="2352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3" name="Google Shape;1913;p53"/>
            <p:cNvPicPr preferRelativeResize="0"/>
            <p:nvPr/>
          </p:nvPicPr>
          <p:blipFill rotWithShape="1">
            <a:blip r:embed="rId4">
              <a:alphaModFix/>
            </a:blip>
            <a:srcRect b="26177" l="16960" r="7121" t="24718"/>
            <a:stretch/>
          </p:blipFill>
          <p:spPr>
            <a:xfrm>
              <a:off x="6714900" y="3028141"/>
              <a:ext cx="3980176" cy="3037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4" name="Google Shape;1914;p53"/>
            <p:cNvSpPr/>
            <p:nvPr/>
          </p:nvSpPr>
          <p:spPr>
            <a:xfrm rot="10800000">
              <a:off x="7698559" y="2460647"/>
              <a:ext cx="1239218" cy="2912943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53"/>
            <p:cNvSpPr/>
            <p:nvPr/>
          </p:nvSpPr>
          <p:spPr>
            <a:xfrm rot="10800000">
              <a:off x="7899688" y="2461423"/>
              <a:ext cx="1239218" cy="2912943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53"/>
            <p:cNvSpPr/>
            <p:nvPr/>
          </p:nvSpPr>
          <p:spPr>
            <a:xfrm>
              <a:off x="6222800" y="-628462"/>
              <a:ext cx="3980181" cy="6461569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17" name="Google Shape;1917;p53"/>
            <p:cNvGrpSpPr/>
            <p:nvPr/>
          </p:nvGrpSpPr>
          <p:grpSpPr>
            <a:xfrm>
              <a:off x="6794737" y="4179460"/>
              <a:ext cx="734664" cy="735137"/>
              <a:chOff x="959750" y="3039275"/>
              <a:chExt cx="582050" cy="582425"/>
            </a:xfrm>
          </p:grpSpPr>
          <p:sp>
            <p:nvSpPr>
              <p:cNvPr id="1918" name="Google Shape;1918;p53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53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53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53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53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53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53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5" name="Google Shape;1925;p53"/>
            <p:cNvGrpSpPr/>
            <p:nvPr/>
          </p:nvGrpSpPr>
          <p:grpSpPr>
            <a:xfrm>
              <a:off x="8128313" y="1310040"/>
              <a:ext cx="169158" cy="169158"/>
              <a:chOff x="8356813" y="1074288"/>
              <a:chExt cx="351900" cy="351900"/>
            </a:xfrm>
          </p:grpSpPr>
          <p:sp>
            <p:nvSpPr>
              <p:cNvPr id="1926" name="Google Shape;1926;p53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7" name="Google Shape;1927;p53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8" name="Google Shape;1928;p53"/>
            <p:cNvGrpSpPr/>
            <p:nvPr/>
          </p:nvGrpSpPr>
          <p:grpSpPr>
            <a:xfrm>
              <a:off x="7360240" y="2075006"/>
              <a:ext cx="169158" cy="169158"/>
              <a:chOff x="8356813" y="1074288"/>
              <a:chExt cx="351900" cy="351900"/>
            </a:xfrm>
          </p:grpSpPr>
          <p:sp>
            <p:nvSpPr>
              <p:cNvPr id="1929" name="Google Shape;1929;p53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53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31" name="Google Shape;1931;p53"/>
            <p:cNvGrpSpPr/>
            <p:nvPr/>
          </p:nvGrpSpPr>
          <p:grpSpPr>
            <a:xfrm>
              <a:off x="8233587" y="3028150"/>
              <a:ext cx="169158" cy="169158"/>
              <a:chOff x="8356813" y="1074288"/>
              <a:chExt cx="351900" cy="351900"/>
            </a:xfrm>
          </p:grpSpPr>
          <p:sp>
            <p:nvSpPr>
              <p:cNvPr id="1932" name="Google Shape;1932;p53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53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34" name="Google Shape;1934;p53"/>
            <p:cNvSpPr/>
            <p:nvPr/>
          </p:nvSpPr>
          <p:spPr>
            <a:xfrm>
              <a:off x="8754821" y="2763320"/>
              <a:ext cx="606949" cy="600556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35" name="Google Shape;1935;p53"/>
            <p:cNvGrpSpPr/>
            <p:nvPr/>
          </p:nvGrpSpPr>
          <p:grpSpPr>
            <a:xfrm>
              <a:off x="8782808" y="2723340"/>
              <a:ext cx="883449" cy="2083923"/>
              <a:chOff x="8337812" y="3492483"/>
              <a:chExt cx="699928" cy="1651024"/>
            </a:xfrm>
          </p:grpSpPr>
          <p:sp>
            <p:nvSpPr>
              <p:cNvPr id="1936" name="Google Shape;1936;p53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53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8" name="Google Shape;1938;p53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39" name="Google Shape;1939;p53"/>
            <p:cNvGrpSpPr/>
            <p:nvPr/>
          </p:nvGrpSpPr>
          <p:grpSpPr>
            <a:xfrm>
              <a:off x="8215673" y="4178313"/>
              <a:ext cx="1141869" cy="916509"/>
              <a:chOff x="7945225" y="4302000"/>
              <a:chExt cx="904666" cy="726121"/>
            </a:xfrm>
          </p:grpSpPr>
          <p:sp>
            <p:nvSpPr>
              <p:cNvPr id="1940" name="Google Shape;1940;p53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1" name="Google Shape;1941;p53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53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43" name="Google Shape;1943;p53"/>
            <p:cNvSpPr/>
            <p:nvPr/>
          </p:nvSpPr>
          <p:spPr>
            <a:xfrm rot="5400000">
              <a:off x="8491754" y="371428"/>
              <a:ext cx="1793675" cy="3576323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44" name="Google Shape;1944;p53"/>
            <p:cNvGrpSpPr/>
            <p:nvPr/>
          </p:nvGrpSpPr>
          <p:grpSpPr>
            <a:xfrm>
              <a:off x="7774724" y="3187835"/>
              <a:ext cx="734664" cy="735137"/>
              <a:chOff x="959750" y="3039275"/>
              <a:chExt cx="582050" cy="582425"/>
            </a:xfrm>
          </p:grpSpPr>
          <p:sp>
            <p:nvSpPr>
              <p:cNvPr id="1945" name="Google Shape;1945;p53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6" name="Google Shape;1946;p53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7" name="Google Shape;1947;p53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8" name="Google Shape;1948;p53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9" name="Google Shape;1949;p53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0" name="Google Shape;1950;p53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1" name="Google Shape;1951;p53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52" name="Google Shape;1952;p53"/>
            <p:cNvGrpSpPr/>
            <p:nvPr/>
          </p:nvGrpSpPr>
          <p:grpSpPr>
            <a:xfrm>
              <a:off x="7625399" y="3691035"/>
              <a:ext cx="734664" cy="735137"/>
              <a:chOff x="959750" y="3039275"/>
              <a:chExt cx="582050" cy="582425"/>
            </a:xfrm>
          </p:grpSpPr>
          <p:sp>
            <p:nvSpPr>
              <p:cNvPr id="1953" name="Google Shape;1953;p53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4" name="Google Shape;1954;p53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5" name="Google Shape;1955;p53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6" name="Google Shape;1956;p53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53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8" name="Google Shape;1958;p53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9" name="Google Shape;1959;p53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60" name="Google Shape;1960;p53"/>
            <p:cNvSpPr/>
            <p:nvPr/>
          </p:nvSpPr>
          <p:spPr>
            <a:xfrm rot="5400000">
              <a:off x="8666054" y="247478"/>
              <a:ext cx="1793675" cy="3576323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1" name="Google Shape;1961;p53"/>
          <p:cNvGrpSpPr/>
          <p:nvPr/>
        </p:nvGrpSpPr>
        <p:grpSpPr>
          <a:xfrm>
            <a:off x="741975" y="2893476"/>
            <a:ext cx="5132617" cy="134100"/>
            <a:chOff x="741975" y="2893476"/>
            <a:chExt cx="5132617" cy="134100"/>
          </a:xfrm>
        </p:grpSpPr>
        <p:sp>
          <p:nvSpPr>
            <p:cNvPr id="1962" name="Google Shape;1962;p53"/>
            <p:cNvSpPr/>
            <p:nvPr/>
          </p:nvSpPr>
          <p:spPr>
            <a:xfrm>
              <a:off x="5740492" y="2893476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63" name="Google Shape;1963;p53"/>
            <p:cNvCxnSpPr/>
            <p:nvPr/>
          </p:nvCxnSpPr>
          <p:spPr>
            <a:xfrm>
              <a:off x="741975" y="2960525"/>
              <a:ext cx="503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64" name="Google Shape;1964;p53"/>
            <p:cNvSpPr/>
            <p:nvPr/>
          </p:nvSpPr>
          <p:spPr>
            <a:xfrm>
              <a:off x="5770604" y="2923618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54"/>
          <p:cNvSpPr txBox="1"/>
          <p:nvPr>
            <p:ph type="title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9h 55m 23s</a:t>
            </a:r>
            <a:endParaRPr/>
          </a:p>
        </p:txBody>
      </p:sp>
      <p:sp>
        <p:nvSpPr>
          <p:cNvPr id="1970" name="Google Shape;1970;p54"/>
          <p:cNvSpPr txBox="1"/>
          <p:nvPr>
            <p:ph idx="1" type="subTitle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Jupiter’s rotation period</a:t>
            </a:r>
            <a:endParaRPr/>
          </a:p>
        </p:txBody>
      </p:sp>
      <p:sp>
        <p:nvSpPr>
          <p:cNvPr id="1971" name="Google Shape;1971;p54"/>
          <p:cNvSpPr txBox="1"/>
          <p:nvPr>
            <p:ph idx="2" type="title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333,000</a:t>
            </a:r>
            <a:endParaRPr/>
          </a:p>
        </p:txBody>
      </p:sp>
      <p:sp>
        <p:nvSpPr>
          <p:cNvPr id="1972" name="Google Shape;1972;p54"/>
          <p:cNvSpPr txBox="1"/>
          <p:nvPr>
            <p:ph idx="3" type="subTitle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Sun’s mass compared to Earth’s</a:t>
            </a:r>
            <a:endParaRPr/>
          </a:p>
        </p:txBody>
      </p:sp>
      <p:sp>
        <p:nvSpPr>
          <p:cNvPr id="1973" name="Google Shape;1973;p54"/>
          <p:cNvSpPr txBox="1"/>
          <p:nvPr>
            <p:ph idx="4" type="title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386,000 km</a:t>
            </a:r>
            <a:endParaRPr/>
          </a:p>
        </p:txBody>
      </p:sp>
      <p:sp>
        <p:nvSpPr>
          <p:cNvPr id="1974" name="Google Shape;1974;p54"/>
          <p:cNvSpPr txBox="1"/>
          <p:nvPr>
            <p:ph idx="5" type="subTitle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 between the Earth and the Moon</a:t>
            </a:r>
            <a:endParaRPr/>
          </a:p>
        </p:txBody>
      </p:sp>
      <p:grpSp>
        <p:nvGrpSpPr>
          <p:cNvPr id="1975" name="Google Shape;1975;p54"/>
          <p:cNvGrpSpPr/>
          <p:nvPr/>
        </p:nvGrpSpPr>
        <p:grpSpPr>
          <a:xfrm>
            <a:off x="7143188" y="-2762276"/>
            <a:ext cx="4028179" cy="6346320"/>
            <a:chOff x="6914588" y="-2762276"/>
            <a:chExt cx="4028179" cy="6346320"/>
          </a:xfrm>
        </p:grpSpPr>
        <p:sp>
          <p:nvSpPr>
            <p:cNvPr id="1976" name="Google Shape;1976;p54"/>
            <p:cNvSpPr/>
            <p:nvPr/>
          </p:nvSpPr>
          <p:spPr>
            <a:xfrm>
              <a:off x="6914588" y="-276227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54"/>
            <p:cNvSpPr/>
            <p:nvPr/>
          </p:nvSpPr>
          <p:spPr>
            <a:xfrm>
              <a:off x="7191305" y="-124437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54"/>
            <p:cNvSpPr/>
            <p:nvPr/>
          </p:nvSpPr>
          <p:spPr>
            <a:xfrm>
              <a:off x="7867013" y="750687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54"/>
            <p:cNvSpPr/>
            <p:nvPr/>
          </p:nvSpPr>
          <p:spPr>
            <a:xfrm>
              <a:off x="7789451" y="-2619788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0" name="Google Shape;1980;p54"/>
          <p:cNvGrpSpPr/>
          <p:nvPr/>
        </p:nvGrpSpPr>
        <p:grpSpPr>
          <a:xfrm rot="-5400000">
            <a:off x="8884618" y="480749"/>
            <a:ext cx="88142" cy="1137387"/>
            <a:chOff x="3054755" y="4367024"/>
            <a:chExt cx="88142" cy="1137387"/>
          </a:xfrm>
        </p:grpSpPr>
        <p:sp>
          <p:nvSpPr>
            <p:cNvPr id="1981" name="Google Shape;1981;p54"/>
            <p:cNvSpPr/>
            <p:nvPr/>
          </p:nvSpPr>
          <p:spPr>
            <a:xfrm>
              <a:off x="3054755" y="4367024"/>
              <a:ext cx="12551" cy="1137387"/>
            </a:xfrm>
            <a:custGeom>
              <a:rect b="b" l="l" r="r" t="t"/>
              <a:pathLst>
                <a:path extrusionOk="0" h="27731" w="306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54"/>
            <p:cNvSpPr/>
            <p:nvPr/>
          </p:nvSpPr>
          <p:spPr>
            <a:xfrm>
              <a:off x="3130388" y="4367024"/>
              <a:ext cx="12510" cy="1137387"/>
            </a:xfrm>
            <a:custGeom>
              <a:rect b="b" l="l" r="r" t="t"/>
              <a:pathLst>
                <a:path extrusionOk="0" h="27731" w="305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3" name="Google Shape;1983;p54"/>
          <p:cNvGrpSpPr/>
          <p:nvPr/>
        </p:nvGrpSpPr>
        <p:grpSpPr>
          <a:xfrm>
            <a:off x="-1402325" y="1246899"/>
            <a:ext cx="2992224" cy="3549051"/>
            <a:chOff x="-1325700" y="1246899"/>
            <a:chExt cx="2992224" cy="3549051"/>
          </a:xfrm>
        </p:grpSpPr>
        <p:pic>
          <p:nvPicPr>
            <p:cNvPr id="1984" name="Google Shape;1984;p5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 rot="-5400000">
              <a:off x="-1604113" y="1525312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85" name="Google Shape;1985;p54"/>
            <p:cNvGrpSpPr/>
            <p:nvPr/>
          </p:nvGrpSpPr>
          <p:grpSpPr>
            <a:xfrm>
              <a:off x="-369917" y="2704683"/>
              <a:ext cx="906953" cy="1517787"/>
              <a:chOff x="79748" y="2808602"/>
              <a:chExt cx="906953" cy="1517787"/>
            </a:xfrm>
          </p:grpSpPr>
          <p:sp>
            <p:nvSpPr>
              <p:cNvPr id="1986" name="Google Shape;1986;p54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7" name="Google Shape;1987;p54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54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54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90" name="Google Shape;1990;p54"/>
          <p:cNvGrpSpPr/>
          <p:nvPr/>
        </p:nvGrpSpPr>
        <p:grpSpPr>
          <a:xfrm rot="10800000">
            <a:off x="-181052" y="1778576"/>
            <a:ext cx="1421047" cy="2833357"/>
            <a:chOff x="334358" y="2186737"/>
            <a:chExt cx="1421047" cy="2833357"/>
          </a:xfrm>
        </p:grpSpPr>
        <p:sp>
          <p:nvSpPr>
            <p:cNvPr id="1991" name="Google Shape;1991;p54"/>
            <p:cNvSpPr/>
            <p:nvPr/>
          </p:nvSpPr>
          <p:spPr>
            <a:xfrm rot="10800000">
              <a:off x="334358" y="2186737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92" name="Google Shape;1992;p54"/>
            <p:cNvGrpSpPr/>
            <p:nvPr/>
          </p:nvGrpSpPr>
          <p:grpSpPr>
            <a:xfrm rot="5400000">
              <a:off x="1046250" y="3181856"/>
              <a:ext cx="161977" cy="161940"/>
              <a:chOff x="1101075" y="2142375"/>
              <a:chExt cx="439200" cy="439100"/>
            </a:xfrm>
          </p:grpSpPr>
          <p:sp>
            <p:nvSpPr>
              <p:cNvPr id="1993" name="Google Shape;1993;p5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5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5" name="Google Shape;1995;p54"/>
            <p:cNvGrpSpPr/>
            <p:nvPr/>
          </p:nvGrpSpPr>
          <p:grpSpPr>
            <a:xfrm rot="-5400000">
              <a:off x="628029" y="4564272"/>
              <a:ext cx="161977" cy="161940"/>
              <a:chOff x="1101075" y="2142375"/>
              <a:chExt cx="439200" cy="439100"/>
            </a:xfrm>
          </p:grpSpPr>
          <p:sp>
            <p:nvSpPr>
              <p:cNvPr id="1996" name="Google Shape;1996;p5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7" name="Google Shape;1997;p5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55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Awesome words</a:t>
            </a:r>
            <a:endParaRPr/>
          </a:p>
        </p:txBody>
      </p:sp>
      <p:grpSp>
        <p:nvGrpSpPr>
          <p:cNvPr id="2003" name="Google Shape;2003;p55"/>
          <p:cNvGrpSpPr/>
          <p:nvPr/>
        </p:nvGrpSpPr>
        <p:grpSpPr>
          <a:xfrm>
            <a:off x="-1238838" y="-2814271"/>
            <a:ext cx="6191222" cy="6569036"/>
            <a:chOff x="-1238838" y="-2814271"/>
            <a:chExt cx="6191222" cy="6569036"/>
          </a:xfrm>
        </p:grpSpPr>
        <p:pic>
          <p:nvPicPr>
            <p:cNvPr id="2004" name="Google Shape;2004;p55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 flipH="1">
              <a:off x="-860279" y="-1155525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05" name="Google Shape;2005;p55"/>
            <p:cNvGrpSpPr/>
            <p:nvPr/>
          </p:nvGrpSpPr>
          <p:grpSpPr>
            <a:xfrm>
              <a:off x="-1238838" y="-2814271"/>
              <a:ext cx="6191222" cy="6569036"/>
              <a:chOff x="-1238838" y="-2814271"/>
              <a:chExt cx="6191222" cy="6569036"/>
            </a:xfrm>
          </p:grpSpPr>
          <p:sp>
            <p:nvSpPr>
              <p:cNvPr id="2006" name="Google Shape;2006;p55"/>
              <p:cNvSpPr/>
              <p:nvPr/>
            </p:nvSpPr>
            <p:spPr>
              <a:xfrm flipH="1" rot="-2700000">
                <a:off x="-146394" y="-2093348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7" name="Google Shape;2007;p55"/>
              <p:cNvSpPr/>
              <p:nvPr/>
            </p:nvSpPr>
            <p:spPr>
              <a:xfrm flipH="1" rot="-2700000">
                <a:off x="-515017" y="-1565448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8" name="Google Shape;2008;p55"/>
              <p:cNvSpPr/>
              <p:nvPr/>
            </p:nvSpPr>
            <p:spPr>
              <a:xfrm flipH="1" rot="-2700000">
                <a:off x="194575" y="-1729713"/>
                <a:ext cx="3153371" cy="5119296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009" name="Google Shape;2009;p55"/>
              <p:cNvGrpSpPr/>
              <p:nvPr/>
            </p:nvGrpSpPr>
            <p:grpSpPr>
              <a:xfrm>
                <a:off x="3010374" y="1407525"/>
                <a:ext cx="196674" cy="196585"/>
                <a:chOff x="1101075" y="2142375"/>
                <a:chExt cx="439200" cy="439100"/>
              </a:xfrm>
            </p:grpSpPr>
            <p:sp>
              <p:nvSpPr>
                <p:cNvPr id="2010" name="Google Shape;2010;p5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1" name="Google Shape;2011;p5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12" name="Google Shape;2012;p55"/>
              <p:cNvGrpSpPr/>
              <p:nvPr/>
            </p:nvGrpSpPr>
            <p:grpSpPr>
              <a:xfrm>
                <a:off x="1890399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2013" name="Google Shape;2013;p5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4" name="Google Shape;2014;p5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15" name="Google Shape;2015;p55"/>
              <p:cNvGrpSpPr/>
              <p:nvPr/>
            </p:nvGrpSpPr>
            <p:grpSpPr>
              <a:xfrm>
                <a:off x="2755474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2016" name="Google Shape;2016;p5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7" name="Google Shape;2017;p5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18" name="Google Shape;2018;p55"/>
              <p:cNvGrpSpPr/>
              <p:nvPr/>
            </p:nvGrpSpPr>
            <p:grpSpPr>
              <a:xfrm>
                <a:off x="1290099" y="539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2019" name="Google Shape;2019;p5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0" name="Google Shape;2020;p5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21" name="Google Shape;2021;p55"/>
              <p:cNvGrpSpPr/>
              <p:nvPr/>
            </p:nvGrpSpPr>
            <p:grpSpPr>
              <a:xfrm>
                <a:off x="2022774" y="671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2022" name="Google Shape;2022;p5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3" name="Google Shape;2023;p5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2024" name="Google Shape;2024;p55"/>
          <p:cNvGrpSpPr/>
          <p:nvPr/>
        </p:nvGrpSpPr>
        <p:grpSpPr>
          <a:xfrm>
            <a:off x="4571996" y="2268220"/>
            <a:ext cx="5022035" cy="4764449"/>
            <a:chOff x="4571996" y="2268220"/>
            <a:chExt cx="5022035" cy="4764449"/>
          </a:xfrm>
        </p:grpSpPr>
        <p:pic>
          <p:nvPicPr>
            <p:cNvPr id="2025" name="Google Shape;2025;p55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26" name="Google Shape;2026;p55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2027" name="Google Shape;2027;p55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2028" name="Google Shape;2028;p55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9" name="Google Shape;2029;p55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30" name="Google Shape;2030;p55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2031" name="Google Shape;2031;p55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2" name="Google Shape;2032;p55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3" name="Google Shape;2033;p55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34" name="Google Shape;2034;p55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2035" name="Google Shape;2035;p5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2036" name="Google Shape;2036;p5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2037" name="Google Shape;2037;p5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2038" name="Google Shape;2038;p5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039" name="Google Shape;2039;p5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040" name="Google Shape;2040;p5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041" name="Google Shape;2041;p5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042" name="Google Shape;2042;p5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2043" name="Google Shape;2043;p5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44" name="Google Shape;2044;p55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2045" name="Google Shape;2045;p5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2046" name="Google Shape;2046;p5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2047" name="Google Shape;2047;p5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2048" name="Google Shape;2048;p5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049" name="Google Shape;2049;p5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050" name="Google Shape;2050;p5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051" name="Google Shape;2051;p5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052" name="Google Shape;2052;p5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2053" name="Google Shape;2053;p5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54" name="Google Shape;2054;p55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2055" name="Google Shape;2055;p5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2056" name="Google Shape;2056;p5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2057" name="Google Shape;2057;p5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2058" name="Google Shape;2058;p5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059" name="Google Shape;2059;p5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060" name="Google Shape;2060;p5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061" name="Google Shape;2061;p5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062" name="Google Shape;2062;p5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2063" name="Google Shape;2063;p5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64" name="Google Shape;2064;p55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2065" name="Google Shape;2065;p55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6" name="Google Shape;2066;p55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067" name="Google Shape;2067;p55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2068" name="Google Shape;2068;p5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9" name="Google Shape;2069;p5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70" name="Google Shape;2070;p55"/>
          <p:cNvGrpSpPr/>
          <p:nvPr/>
        </p:nvGrpSpPr>
        <p:grpSpPr>
          <a:xfrm>
            <a:off x="774450" y="3019701"/>
            <a:ext cx="5944442" cy="134100"/>
            <a:chOff x="774450" y="3019701"/>
            <a:chExt cx="5944442" cy="134100"/>
          </a:xfrm>
        </p:grpSpPr>
        <p:sp>
          <p:nvSpPr>
            <p:cNvPr id="2071" name="Google Shape;2071;p55"/>
            <p:cNvSpPr/>
            <p:nvPr/>
          </p:nvSpPr>
          <p:spPr>
            <a:xfrm>
              <a:off x="6584792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72" name="Google Shape;2072;p55"/>
            <p:cNvCxnSpPr/>
            <p:nvPr/>
          </p:nvCxnSpPr>
          <p:spPr>
            <a:xfrm>
              <a:off x="774450" y="3086750"/>
              <a:ext cx="5848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73" name="Google Shape;2073;p55"/>
            <p:cNvSpPr/>
            <p:nvPr/>
          </p:nvSpPr>
          <p:spPr>
            <a:xfrm>
              <a:off x="6614904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8" name="Google Shape;2078;p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9355" l="0" r="0" t="5906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2079" name="Google Shape;2079;p56"/>
          <p:cNvGrpSpPr/>
          <p:nvPr/>
        </p:nvGrpSpPr>
        <p:grpSpPr>
          <a:xfrm>
            <a:off x="6807363" y="2912500"/>
            <a:ext cx="3920501" cy="3531600"/>
            <a:chOff x="6807363" y="2912500"/>
            <a:chExt cx="3920501" cy="3531600"/>
          </a:xfrm>
        </p:grpSpPr>
        <p:pic>
          <p:nvPicPr>
            <p:cNvPr id="2080" name="Google Shape;2080;p56"/>
            <p:cNvPicPr preferRelativeResize="0"/>
            <p:nvPr/>
          </p:nvPicPr>
          <p:blipFill rotWithShape="1">
            <a:blip r:embed="rId4">
              <a:alphaModFix/>
            </a:blip>
            <a:srcRect b="15461" l="12472" r="0" t="17720"/>
            <a:stretch/>
          </p:blipFill>
          <p:spPr>
            <a:xfrm>
              <a:off x="6807363" y="2912500"/>
              <a:ext cx="3920501" cy="353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1" name="Google Shape;2081;p56"/>
            <p:cNvSpPr/>
            <p:nvPr/>
          </p:nvSpPr>
          <p:spPr>
            <a:xfrm rot="10800000">
              <a:off x="7638374" y="298729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82" name="Google Shape;2082;p56"/>
            <p:cNvGrpSpPr/>
            <p:nvPr/>
          </p:nvGrpSpPr>
          <p:grpSpPr>
            <a:xfrm>
              <a:off x="7441400" y="3766050"/>
              <a:ext cx="582050" cy="582425"/>
              <a:chOff x="959750" y="3039275"/>
              <a:chExt cx="582050" cy="582425"/>
            </a:xfrm>
          </p:grpSpPr>
          <p:sp>
            <p:nvSpPr>
              <p:cNvPr id="2083" name="Google Shape;2083;p56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4" name="Google Shape;2084;p56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5" name="Google Shape;2085;p56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6" name="Google Shape;2086;p56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56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56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56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0" name="Google Shape;2090;p56"/>
            <p:cNvGrpSpPr/>
            <p:nvPr/>
          </p:nvGrpSpPr>
          <p:grpSpPr>
            <a:xfrm>
              <a:off x="8194124" y="3824159"/>
              <a:ext cx="134004" cy="134004"/>
              <a:chOff x="8356813" y="1074288"/>
              <a:chExt cx="351900" cy="351900"/>
            </a:xfrm>
          </p:grpSpPr>
          <p:sp>
            <p:nvSpPr>
              <p:cNvPr id="2091" name="Google Shape;2091;p56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56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3" name="Google Shape;2093;p56"/>
            <p:cNvGrpSpPr/>
            <p:nvPr/>
          </p:nvGrpSpPr>
          <p:grpSpPr>
            <a:xfrm>
              <a:off x="8279686" y="4297459"/>
              <a:ext cx="134004" cy="134004"/>
              <a:chOff x="8356813" y="1074288"/>
              <a:chExt cx="351900" cy="351900"/>
            </a:xfrm>
          </p:grpSpPr>
          <p:sp>
            <p:nvSpPr>
              <p:cNvPr id="2094" name="Google Shape;2094;p56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56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96" name="Google Shape;2096;p56"/>
            <p:cNvSpPr/>
            <p:nvPr/>
          </p:nvSpPr>
          <p:spPr>
            <a:xfrm>
              <a:off x="8608325" y="2987900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97" name="Google Shape;2097;p56"/>
            <p:cNvGrpSpPr/>
            <p:nvPr/>
          </p:nvGrpSpPr>
          <p:grpSpPr>
            <a:xfrm>
              <a:off x="8498812" y="3538958"/>
              <a:ext cx="699928" cy="1651024"/>
              <a:chOff x="8337812" y="3492483"/>
              <a:chExt cx="699928" cy="1651024"/>
            </a:xfrm>
          </p:grpSpPr>
          <p:sp>
            <p:nvSpPr>
              <p:cNvPr id="2098" name="Google Shape;2098;p56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9" name="Google Shape;2099;p56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0" name="Google Shape;2100;p56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1" name="Google Shape;2101;p56"/>
            <p:cNvGrpSpPr/>
            <p:nvPr/>
          </p:nvGrpSpPr>
          <p:grpSpPr>
            <a:xfrm>
              <a:off x="8267753" y="4417410"/>
              <a:ext cx="1162043" cy="932702"/>
              <a:chOff x="7945225" y="4302000"/>
              <a:chExt cx="904666" cy="726121"/>
            </a:xfrm>
          </p:grpSpPr>
          <p:sp>
            <p:nvSpPr>
              <p:cNvPr id="2102" name="Google Shape;2102;p5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3" name="Google Shape;2103;p5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4" name="Google Shape;2104;p5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05" name="Google Shape;2105;p56"/>
          <p:cNvSpPr txBox="1"/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grpSp>
        <p:nvGrpSpPr>
          <p:cNvPr id="2106" name="Google Shape;2106;p56"/>
          <p:cNvGrpSpPr/>
          <p:nvPr/>
        </p:nvGrpSpPr>
        <p:grpSpPr>
          <a:xfrm>
            <a:off x="-1178500" y="-783270"/>
            <a:ext cx="2584025" cy="5008632"/>
            <a:chOff x="-1178500" y="-783270"/>
            <a:chExt cx="2584025" cy="5008632"/>
          </a:xfrm>
        </p:grpSpPr>
        <p:sp>
          <p:nvSpPr>
            <p:cNvPr id="2107" name="Google Shape;2107;p56"/>
            <p:cNvSpPr/>
            <p:nvPr/>
          </p:nvSpPr>
          <p:spPr>
            <a:xfrm>
              <a:off x="-531025" y="-783270"/>
              <a:ext cx="1831906" cy="2973982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56"/>
            <p:cNvSpPr/>
            <p:nvPr/>
          </p:nvSpPr>
          <p:spPr>
            <a:xfrm rot="10800000">
              <a:off x="-1178500" y="1251380"/>
              <a:ext cx="1831906" cy="2973982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09" name="Google Shape;2109;p56"/>
            <p:cNvGrpSpPr/>
            <p:nvPr/>
          </p:nvGrpSpPr>
          <p:grpSpPr>
            <a:xfrm>
              <a:off x="-249814" y="105367"/>
              <a:ext cx="1269472" cy="868249"/>
              <a:chOff x="39722" y="4349021"/>
              <a:chExt cx="1061964" cy="726143"/>
            </a:xfrm>
          </p:grpSpPr>
          <p:grpSp>
            <p:nvGrpSpPr>
              <p:cNvPr id="2110" name="Google Shape;2110;p5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111" name="Google Shape;2111;p5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112" name="Google Shape;2112;p5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113" name="Google Shape;2113;p5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14" name="Google Shape;2114;p5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15" name="Google Shape;2115;p5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16" name="Google Shape;2116;p5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17" name="Google Shape;2117;p5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118" name="Google Shape;2118;p5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9" name="Google Shape;2119;p56"/>
            <p:cNvGrpSpPr/>
            <p:nvPr/>
          </p:nvGrpSpPr>
          <p:grpSpPr>
            <a:xfrm rot="5400000">
              <a:off x="966375" y="-246975"/>
              <a:ext cx="439200" cy="439100"/>
              <a:chOff x="1101075" y="2142375"/>
              <a:chExt cx="439200" cy="439100"/>
            </a:xfrm>
          </p:grpSpPr>
          <p:sp>
            <p:nvSpPr>
              <p:cNvPr id="2120" name="Google Shape;2120;p5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1" name="Google Shape;2121;p5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exercise - calculator</a:t>
            </a:r>
            <a:endParaRPr/>
          </a:p>
        </p:txBody>
      </p:sp>
      <p:sp>
        <p:nvSpPr>
          <p:cNvPr id="2127" name="Google Shape;2127;p57"/>
          <p:cNvSpPr txBox="1"/>
          <p:nvPr>
            <p:ph idx="1" type="subTitle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IBM Plex Mono"/>
                <a:ea typeface="IBM Plex Mono"/>
                <a:cs typeface="IBM Plex Mono"/>
                <a:sym typeface="IBM Plex Mono"/>
              </a:rPr>
              <a:t>Objective:</a:t>
            </a:r>
            <a:endParaRPr b="1" sz="20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participants to basic coding concepts by building a </a:t>
            </a:r>
            <a:r>
              <a:rPr b="1" lang="en"/>
              <a:t>simple calculator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Instructions: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Open a Python development environment and write the following code: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# Simple Calculator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num1 = int(input("Enter the first number: "))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num2 = int(input("Enter the second number: "))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print("Sum:", num1 + num2)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print("Difference:", num1 - num2)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print("Product:", num1 * num2)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print("Quotient:", num1 / num2)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Run the program and experiment with different numbers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Observe the output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3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p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Brainstorm and idea generation</a:t>
            </a:r>
            <a:endParaRPr/>
          </a:p>
        </p:txBody>
      </p:sp>
      <p:sp>
        <p:nvSpPr>
          <p:cNvPr id="2133" name="Google Shape;2133;p58"/>
          <p:cNvSpPr txBox="1"/>
          <p:nvPr/>
        </p:nvSpPr>
        <p:spPr>
          <a:xfrm>
            <a:off x="786313" y="2659275"/>
            <a:ext cx="1276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Power 1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34" name="Google Shape;2134;p58"/>
          <p:cNvSpPr txBox="1"/>
          <p:nvPr/>
        </p:nvSpPr>
        <p:spPr>
          <a:xfrm>
            <a:off x="2874688" y="1786075"/>
            <a:ext cx="1276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Earth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35" name="Google Shape;2135;p58"/>
          <p:cNvSpPr txBox="1"/>
          <p:nvPr/>
        </p:nvSpPr>
        <p:spPr>
          <a:xfrm>
            <a:off x="6375888" y="1359913"/>
            <a:ext cx="1981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It’s the smallest planet of them all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6" name="Google Shape;2136;p58"/>
          <p:cNvSpPr txBox="1"/>
          <p:nvPr/>
        </p:nvSpPr>
        <p:spPr>
          <a:xfrm>
            <a:off x="4963088" y="1431775"/>
            <a:ext cx="1276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Mercury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37" name="Google Shape;2137;p58"/>
          <p:cNvSpPr txBox="1"/>
          <p:nvPr/>
        </p:nvSpPr>
        <p:spPr>
          <a:xfrm>
            <a:off x="6375888" y="2068513"/>
            <a:ext cx="1981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Venus i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 the second planet from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8" name="Google Shape;2138;p58"/>
          <p:cNvSpPr txBox="1"/>
          <p:nvPr/>
        </p:nvSpPr>
        <p:spPr>
          <a:xfrm>
            <a:off x="4963088" y="2140375"/>
            <a:ext cx="1276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Venus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39" name="Google Shape;2139;p58"/>
          <p:cNvSpPr txBox="1"/>
          <p:nvPr/>
        </p:nvSpPr>
        <p:spPr>
          <a:xfrm>
            <a:off x="2874688" y="3532500"/>
            <a:ext cx="1276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Mars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40" name="Google Shape;2140;p58"/>
          <p:cNvSpPr txBox="1"/>
          <p:nvPr/>
        </p:nvSpPr>
        <p:spPr>
          <a:xfrm>
            <a:off x="6375888" y="3106338"/>
            <a:ext cx="1981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It’s the farthest planet from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1" name="Google Shape;2141;p58"/>
          <p:cNvSpPr txBox="1"/>
          <p:nvPr/>
        </p:nvSpPr>
        <p:spPr>
          <a:xfrm>
            <a:off x="4963088" y="3178200"/>
            <a:ext cx="1276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Neptune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42" name="Google Shape;2142;p58"/>
          <p:cNvSpPr txBox="1"/>
          <p:nvPr/>
        </p:nvSpPr>
        <p:spPr>
          <a:xfrm>
            <a:off x="6375888" y="3814938"/>
            <a:ext cx="1981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Saturn was named after a Roman god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3" name="Google Shape;2143;p58"/>
          <p:cNvSpPr txBox="1"/>
          <p:nvPr/>
        </p:nvSpPr>
        <p:spPr>
          <a:xfrm>
            <a:off x="4963088" y="3886800"/>
            <a:ext cx="1276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Saturn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144" name="Google Shape;2144;p58"/>
          <p:cNvCxnSpPr>
            <a:stCxn id="2133" idx="3"/>
            <a:endCxn id="2134" idx="1"/>
          </p:cNvCxnSpPr>
          <p:nvPr/>
        </p:nvCxnSpPr>
        <p:spPr>
          <a:xfrm flipH="1" rot="10800000">
            <a:off x="2063113" y="2000475"/>
            <a:ext cx="811500" cy="8733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5" name="Google Shape;2145;p58"/>
          <p:cNvCxnSpPr>
            <a:stCxn id="2133" idx="3"/>
            <a:endCxn id="2139" idx="1"/>
          </p:cNvCxnSpPr>
          <p:nvPr/>
        </p:nvCxnSpPr>
        <p:spPr>
          <a:xfrm>
            <a:off x="2063113" y="2873775"/>
            <a:ext cx="811500" cy="8733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6" name="Google Shape;2146;p58"/>
          <p:cNvCxnSpPr>
            <a:stCxn id="2134" idx="3"/>
            <a:endCxn id="2136" idx="1"/>
          </p:cNvCxnSpPr>
          <p:nvPr/>
        </p:nvCxnSpPr>
        <p:spPr>
          <a:xfrm flipH="1" rot="10800000">
            <a:off x="4151488" y="1646275"/>
            <a:ext cx="811500" cy="3543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7" name="Google Shape;2147;p58"/>
          <p:cNvCxnSpPr>
            <a:stCxn id="2134" idx="3"/>
            <a:endCxn id="2138" idx="1"/>
          </p:cNvCxnSpPr>
          <p:nvPr/>
        </p:nvCxnSpPr>
        <p:spPr>
          <a:xfrm>
            <a:off x="4151488" y="2000575"/>
            <a:ext cx="811500" cy="3543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8" name="Google Shape;2148;p58"/>
          <p:cNvCxnSpPr>
            <a:stCxn id="2139" idx="3"/>
            <a:endCxn id="2141" idx="1"/>
          </p:cNvCxnSpPr>
          <p:nvPr/>
        </p:nvCxnSpPr>
        <p:spPr>
          <a:xfrm flipH="1" rot="10800000">
            <a:off x="4151488" y="3392700"/>
            <a:ext cx="811500" cy="3543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9" name="Google Shape;2149;p58"/>
          <p:cNvCxnSpPr>
            <a:stCxn id="2139" idx="3"/>
            <a:endCxn id="2143" idx="1"/>
          </p:cNvCxnSpPr>
          <p:nvPr/>
        </p:nvCxnSpPr>
        <p:spPr>
          <a:xfrm>
            <a:off x="4151488" y="3747000"/>
            <a:ext cx="811500" cy="3543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5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topic and details</a:t>
            </a:r>
            <a:endParaRPr/>
          </a:p>
        </p:txBody>
      </p:sp>
      <p:sp>
        <p:nvSpPr>
          <p:cNvPr id="2155" name="Google Shape;2155;p59"/>
          <p:cNvSpPr txBox="1"/>
          <p:nvPr/>
        </p:nvSpPr>
        <p:spPr>
          <a:xfrm>
            <a:off x="5779527" y="1925418"/>
            <a:ext cx="2102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It’s the farthest planet from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6" name="Google Shape;2156;p59"/>
          <p:cNvSpPr txBox="1"/>
          <p:nvPr/>
        </p:nvSpPr>
        <p:spPr>
          <a:xfrm>
            <a:off x="5779525" y="3123802"/>
            <a:ext cx="21021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Saturn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57" name="Google Shape;2157;p59"/>
          <p:cNvSpPr txBox="1"/>
          <p:nvPr/>
        </p:nvSpPr>
        <p:spPr>
          <a:xfrm>
            <a:off x="1262375" y="1497640"/>
            <a:ext cx="21021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Mars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58" name="Google Shape;2158;p59"/>
          <p:cNvSpPr txBox="1"/>
          <p:nvPr/>
        </p:nvSpPr>
        <p:spPr>
          <a:xfrm>
            <a:off x="5779525" y="1497625"/>
            <a:ext cx="21021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Neptune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59" name="Google Shape;2159;p59"/>
          <p:cNvSpPr txBox="1"/>
          <p:nvPr/>
        </p:nvSpPr>
        <p:spPr>
          <a:xfrm>
            <a:off x="1262375" y="3551587"/>
            <a:ext cx="2102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Jupiter is the biggest planet of them all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0" name="Google Shape;2160;p59"/>
          <p:cNvSpPr txBox="1"/>
          <p:nvPr/>
        </p:nvSpPr>
        <p:spPr>
          <a:xfrm>
            <a:off x="5779527" y="3551574"/>
            <a:ext cx="2102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It’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 a gas giant and has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several rings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1" name="Google Shape;2161;p59"/>
          <p:cNvSpPr txBox="1"/>
          <p:nvPr/>
        </p:nvSpPr>
        <p:spPr>
          <a:xfrm>
            <a:off x="1262375" y="3123817"/>
            <a:ext cx="21021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Jupiter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pSp>
        <p:nvGrpSpPr>
          <p:cNvPr id="2162" name="Google Shape;2162;p59"/>
          <p:cNvGrpSpPr/>
          <p:nvPr/>
        </p:nvGrpSpPr>
        <p:grpSpPr>
          <a:xfrm>
            <a:off x="3994484" y="2326823"/>
            <a:ext cx="1155299" cy="1155149"/>
            <a:chOff x="4085864" y="2304898"/>
            <a:chExt cx="972392" cy="972266"/>
          </a:xfrm>
        </p:grpSpPr>
        <p:sp>
          <p:nvSpPr>
            <p:cNvPr id="2163" name="Google Shape;2163;p59"/>
            <p:cNvSpPr/>
            <p:nvPr/>
          </p:nvSpPr>
          <p:spPr>
            <a:xfrm>
              <a:off x="4085864" y="2304898"/>
              <a:ext cx="972392" cy="972266"/>
            </a:xfrm>
            <a:custGeom>
              <a:rect b="b" l="l" r="r" t="t"/>
              <a:pathLst>
                <a:path extrusionOk="0" h="7706" w="7707">
                  <a:moveTo>
                    <a:pt x="3854" y="0"/>
                  </a:moveTo>
                  <a:cubicBezTo>
                    <a:pt x="3439" y="0"/>
                    <a:pt x="3030" y="65"/>
                    <a:pt x="2640" y="195"/>
                  </a:cubicBezTo>
                  <a:cubicBezTo>
                    <a:pt x="2543" y="227"/>
                    <a:pt x="2491" y="331"/>
                    <a:pt x="2522" y="428"/>
                  </a:cubicBezTo>
                  <a:cubicBezTo>
                    <a:pt x="2549" y="506"/>
                    <a:pt x="2621" y="555"/>
                    <a:pt x="2698" y="555"/>
                  </a:cubicBezTo>
                  <a:cubicBezTo>
                    <a:pt x="2717" y="555"/>
                    <a:pt x="2736" y="552"/>
                    <a:pt x="2755" y="546"/>
                  </a:cubicBezTo>
                  <a:cubicBezTo>
                    <a:pt x="3109" y="430"/>
                    <a:pt x="3478" y="369"/>
                    <a:pt x="3854" y="369"/>
                  </a:cubicBezTo>
                  <a:cubicBezTo>
                    <a:pt x="5774" y="369"/>
                    <a:pt x="7337" y="1933"/>
                    <a:pt x="7337" y="3852"/>
                  </a:cubicBezTo>
                  <a:cubicBezTo>
                    <a:pt x="7337" y="5773"/>
                    <a:pt x="5774" y="7337"/>
                    <a:pt x="3854" y="7337"/>
                  </a:cubicBezTo>
                  <a:cubicBezTo>
                    <a:pt x="1933" y="7337"/>
                    <a:pt x="370" y="5773"/>
                    <a:pt x="370" y="3852"/>
                  </a:cubicBezTo>
                  <a:cubicBezTo>
                    <a:pt x="370" y="2641"/>
                    <a:pt x="985" y="1535"/>
                    <a:pt x="2016" y="893"/>
                  </a:cubicBezTo>
                  <a:cubicBezTo>
                    <a:pt x="2102" y="839"/>
                    <a:pt x="2129" y="725"/>
                    <a:pt x="2074" y="639"/>
                  </a:cubicBezTo>
                  <a:cubicBezTo>
                    <a:pt x="2040" y="583"/>
                    <a:pt x="1979" y="552"/>
                    <a:pt x="1918" y="552"/>
                  </a:cubicBezTo>
                  <a:cubicBezTo>
                    <a:pt x="1884" y="552"/>
                    <a:pt x="1851" y="561"/>
                    <a:pt x="1821" y="579"/>
                  </a:cubicBezTo>
                  <a:cubicBezTo>
                    <a:pt x="1275" y="920"/>
                    <a:pt x="819" y="1394"/>
                    <a:pt x="501" y="1954"/>
                  </a:cubicBezTo>
                  <a:cubicBezTo>
                    <a:pt x="174" y="2530"/>
                    <a:pt x="0" y="3186"/>
                    <a:pt x="0" y="3852"/>
                  </a:cubicBezTo>
                  <a:cubicBezTo>
                    <a:pt x="0" y="5977"/>
                    <a:pt x="1729" y="7706"/>
                    <a:pt x="3854" y="7706"/>
                  </a:cubicBezTo>
                  <a:cubicBezTo>
                    <a:pt x="5979" y="7706"/>
                    <a:pt x="7707" y="5977"/>
                    <a:pt x="7707" y="3852"/>
                  </a:cubicBezTo>
                  <a:cubicBezTo>
                    <a:pt x="7707" y="1729"/>
                    <a:pt x="5978" y="0"/>
                    <a:pt x="3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59"/>
            <p:cNvSpPr/>
            <p:nvPr/>
          </p:nvSpPr>
          <p:spPr>
            <a:xfrm>
              <a:off x="4216324" y="2435989"/>
              <a:ext cx="711094" cy="711094"/>
            </a:xfrm>
            <a:custGeom>
              <a:rect b="b" l="l" r="r" t="t"/>
              <a:pathLst>
                <a:path extrusionOk="0" h="5636" w="5636">
                  <a:moveTo>
                    <a:pt x="3082" y="359"/>
                  </a:moveTo>
                  <a:lnTo>
                    <a:pt x="3082" y="833"/>
                  </a:lnTo>
                  <a:cubicBezTo>
                    <a:pt x="3082" y="920"/>
                    <a:pt x="3142" y="995"/>
                    <a:pt x="3228" y="1014"/>
                  </a:cubicBezTo>
                  <a:cubicBezTo>
                    <a:pt x="3437" y="1062"/>
                    <a:pt x="3635" y="1143"/>
                    <a:pt x="3815" y="1257"/>
                  </a:cubicBezTo>
                  <a:cubicBezTo>
                    <a:pt x="3845" y="1277"/>
                    <a:pt x="3880" y="1286"/>
                    <a:pt x="3914" y="1286"/>
                  </a:cubicBezTo>
                  <a:cubicBezTo>
                    <a:pt x="3963" y="1286"/>
                    <a:pt x="4011" y="1267"/>
                    <a:pt x="4048" y="1232"/>
                  </a:cubicBezTo>
                  <a:lnTo>
                    <a:pt x="4385" y="897"/>
                  </a:lnTo>
                  <a:lnTo>
                    <a:pt x="4756" y="1263"/>
                  </a:lnTo>
                  <a:lnTo>
                    <a:pt x="4418" y="1598"/>
                  </a:lnTo>
                  <a:cubicBezTo>
                    <a:pt x="4357" y="1660"/>
                    <a:pt x="4345" y="1756"/>
                    <a:pt x="4392" y="1828"/>
                  </a:cubicBezTo>
                  <a:cubicBezTo>
                    <a:pt x="4507" y="2007"/>
                    <a:pt x="4590" y="2204"/>
                    <a:pt x="4636" y="2410"/>
                  </a:cubicBezTo>
                  <a:cubicBezTo>
                    <a:pt x="4656" y="2496"/>
                    <a:pt x="4731" y="2556"/>
                    <a:pt x="4819" y="2556"/>
                  </a:cubicBezTo>
                  <a:lnTo>
                    <a:pt x="5276" y="2556"/>
                  </a:lnTo>
                  <a:lnTo>
                    <a:pt x="5276" y="3079"/>
                  </a:lnTo>
                  <a:lnTo>
                    <a:pt x="4819" y="3079"/>
                  </a:lnTo>
                  <a:cubicBezTo>
                    <a:pt x="4731" y="3079"/>
                    <a:pt x="4656" y="3140"/>
                    <a:pt x="4636" y="3225"/>
                  </a:cubicBezTo>
                  <a:cubicBezTo>
                    <a:pt x="4589" y="3431"/>
                    <a:pt x="4508" y="3628"/>
                    <a:pt x="4392" y="3807"/>
                  </a:cubicBezTo>
                  <a:cubicBezTo>
                    <a:pt x="4345" y="3881"/>
                    <a:pt x="4357" y="3976"/>
                    <a:pt x="4418" y="4037"/>
                  </a:cubicBezTo>
                  <a:lnTo>
                    <a:pt x="4756" y="4372"/>
                  </a:lnTo>
                  <a:lnTo>
                    <a:pt x="4385" y="4738"/>
                  </a:lnTo>
                  <a:lnTo>
                    <a:pt x="4048" y="4403"/>
                  </a:lnTo>
                  <a:cubicBezTo>
                    <a:pt x="4012" y="4367"/>
                    <a:pt x="3964" y="4349"/>
                    <a:pt x="3916" y="4349"/>
                  </a:cubicBezTo>
                  <a:cubicBezTo>
                    <a:pt x="3881" y="4349"/>
                    <a:pt x="3846" y="4358"/>
                    <a:pt x="3815" y="4378"/>
                  </a:cubicBezTo>
                  <a:cubicBezTo>
                    <a:pt x="3635" y="4492"/>
                    <a:pt x="3437" y="4573"/>
                    <a:pt x="3227" y="4619"/>
                  </a:cubicBezTo>
                  <a:cubicBezTo>
                    <a:pt x="3142" y="4639"/>
                    <a:pt x="3080" y="4713"/>
                    <a:pt x="3080" y="4800"/>
                  </a:cubicBezTo>
                  <a:lnTo>
                    <a:pt x="3080" y="5274"/>
                  </a:lnTo>
                  <a:lnTo>
                    <a:pt x="2557" y="5274"/>
                  </a:lnTo>
                  <a:lnTo>
                    <a:pt x="2557" y="4817"/>
                  </a:lnTo>
                  <a:cubicBezTo>
                    <a:pt x="2557" y="4729"/>
                    <a:pt x="2496" y="4654"/>
                    <a:pt x="2411" y="4634"/>
                  </a:cubicBezTo>
                  <a:cubicBezTo>
                    <a:pt x="2205" y="4587"/>
                    <a:pt x="2008" y="4505"/>
                    <a:pt x="1829" y="4390"/>
                  </a:cubicBezTo>
                  <a:cubicBezTo>
                    <a:pt x="1799" y="4370"/>
                    <a:pt x="1765" y="4361"/>
                    <a:pt x="1731" y="4361"/>
                  </a:cubicBezTo>
                  <a:cubicBezTo>
                    <a:pt x="1683" y="4361"/>
                    <a:pt x="1635" y="4380"/>
                    <a:pt x="1600" y="4416"/>
                  </a:cubicBezTo>
                  <a:lnTo>
                    <a:pt x="1264" y="4754"/>
                  </a:lnTo>
                  <a:lnTo>
                    <a:pt x="897" y="4383"/>
                  </a:lnTo>
                  <a:lnTo>
                    <a:pt x="1233" y="4043"/>
                  </a:lnTo>
                  <a:cubicBezTo>
                    <a:pt x="1294" y="3983"/>
                    <a:pt x="1305" y="3889"/>
                    <a:pt x="1259" y="3816"/>
                  </a:cubicBezTo>
                  <a:cubicBezTo>
                    <a:pt x="1144" y="3633"/>
                    <a:pt x="1063" y="3434"/>
                    <a:pt x="1016" y="3224"/>
                  </a:cubicBezTo>
                  <a:cubicBezTo>
                    <a:pt x="997" y="3138"/>
                    <a:pt x="922" y="3077"/>
                    <a:pt x="835" y="3077"/>
                  </a:cubicBezTo>
                  <a:lnTo>
                    <a:pt x="362" y="3077"/>
                  </a:lnTo>
                  <a:lnTo>
                    <a:pt x="362" y="2554"/>
                  </a:lnTo>
                  <a:lnTo>
                    <a:pt x="818" y="2554"/>
                  </a:lnTo>
                  <a:cubicBezTo>
                    <a:pt x="906" y="2554"/>
                    <a:pt x="982" y="2493"/>
                    <a:pt x="1001" y="2408"/>
                  </a:cubicBezTo>
                  <a:cubicBezTo>
                    <a:pt x="1049" y="2201"/>
                    <a:pt x="1129" y="2005"/>
                    <a:pt x="1244" y="1826"/>
                  </a:cubicBezTo>
                  <a:cubicBezTo>
                    <a:pt x="1292" y="1752"/>
                    <a:pt x="1280" y="1656"/>
                    <a:pt x="1218" y="1596"/>
                  </a:cubicBezTo>
                  <a:lnTo>
                    <a:pt x="881" y="1261"/>
                  </a:lnTo>
                  <a:lnTo>
                    <a:pt x="1252" y="895"/>
                  </a:lnTo>
                  <a:lnTo>
                    <a:pt x="1592" y="1231"/>
                  </a:lnTo>
                  <a:cubicBezTo>
                    <a:pt x="1627" y="1267"/>
                    <a:pt x="1674" y="1285"/>
                    <a:pt x="1722" y="1285"/>
                  </a:cubicBezTo>
                  <a:cubicBezTo>
                    <a:pt x="1755" y="1285"/>
                    <a:pt x="1789" y="1276"/>
                    <a:pt x="1819" y="1257"/>
                  </a:cubicBezTo>
                  <a:cubicBezTo>
                    <a:pt x="2002" y="1142"/>
                    <a:pt x="2201" y="1061"/>
                    <a:pt x="2411" y="1014"/>
                  </a:cubicBezTo>
                  <a:cubicBezTo>
                    <a:pt x="2496" y="994"/>
                    <a:pt x="2558" y="920"/>
                    <a:pt x="2558" y="833"/>
                  </a:cubicBezTo>
                  <a:lnTo>
                    <a:pt x="2558" y="359"/>
                  </a:lnTo>
                  <a:close/>
                  <a:moveTo>
                    <a:pt x="2519" y="0"/>
                  </a:moveTo>
                  <a:cubicBezTo>
                    <a:pt x="2341" y="0"/>
                    <a:pt x="2195" y="145"/>
                    <a:pt x="2195" y="324"/>
                  </a:cubicBezTo>
                  <a:lnTo>
                    <a:pt x="2195" y="702"/>
                  </a:lnTo>
                  <a:cubicBezTo>
                    <a:pt x="2048" y="745"/>
                    <a:pt x="1904" y="803"/>
                    <a:pt x="1770" y="879"/>
                  </a:cubicBezTo>
                  <a:lnTo>
                    <a:pt x="1503" y="612"/>
                  </a:lnTo>
                  <a:cubicBezTo>
                    <a:pt x="1439" y="548"/>
                    <a:pt x="1356" y="517"/>
                    <a:pt x="1273" y="517"/>
                  </a:cubicBezTo>
                  <a:cubicBezTo>
                    <a:pt x="1190" y="517"/>
                    <a:pt x="1107" y="548"/>
                    <a:pt x="1044" y="612"/>
                  </a:cubicBezTo>
                  <a:lnTo>
                    <a:pt x="611" y="1045"/>
                  </a:lnTo>
                  <a:cubicBezTo>
                    <a:pt x="484" y="1172"/>
                    <a:pt x="484" y="1377"/>
                    <a:pt x="611" y="1503"/>
                  </a:cubicBezTo>
                  <a:lnTo>
                    <a:pt x="878" y="1770"/>
                  </a:lnTo>
                  <a:cubicBezTo>
                    <a:pt x="805" y="1906"/>
                    <a:pt x="746" y="2048"/>
                    <a:pt x="702" y="2195"/>
                  </a:cubicBezTo>
                  <a:lnTo>
                    <a:pt x="323" y="2195"/>
                  </a:lnTo>
                  <a:cubicBezTo>
                    <a:pt x="145" y="2195"/>
                    <a:pt x="0" y="2340"/>
                    <a:pt x="0" y="2519"/>
                  </a:cubicBezTo>
                  <a:lnTo>
                    <a:pt x="0" y="3117"/>
                  </a:lnTo>
                  <a:cubicBezTo>
                    <a:pt x="0" y="3295"/>
                    <a:pt x="144" y="3441"/>
                    <a:pt x="323" y="3441"/>
                  </a:cubicBezTo>
                  <a:lnTo>
                    <a:pt x="702" y="3441"/>
                  </a:lnTo>
                  <a:cubicBezTo>
                    <a:pt x="745" y="3588"/>
                    <a:pt x="805" y="3731"/>
                    <a:pt x="878" y="3866"/>
                  </a:cubicBezTo>
                  <a:lnTo>
                    <a:pt x="611" y="4133"/>
                  </a:lnTo>
                  <a:cubicBezTo>
                    <a:pt x="550" y="4195"/>
                    <a:pt x="517" y="4275"/>
                    <a:pt x="517" y="4362"/>
                  </a:cubicBezTo>
                  <a:cubicBezTo>
                    <a:pt x="517" y="4448"/>
                    <a:pt x="551" y="4530"/>
                    <a:pt x="611" y="4592"/>
                  </a:cubicBezTo>
                  <a:lnTo>
                    <a:pt x="1044" y="5024"/>
                  </a:lnTo>
                  <a:cubicBezTo>
                    <a:pt x="1106" y="5086"/>
                    <a:pt x="1187" y="5119"/>
                    <a:pt x="1274" y="5119"/>
                  </a:cubicBezTo>
                  <a:cubicBezTo>
                    <a:pt x="1361" y="5119"/>
                    <a:pt x="1441" y="5085"/>
                    <a:pt x="1503" y="5024"/>
                  </a:cubicBezTo>
                  <a:lnTo>
                    <a:pt x="1770" y="4757"/>
                  </a:lnTo>
                  <a:cubicBezTo>
                    <a:pt x="1906" y="4832"/>
                    <a:pt x="2048" y="4890"/>
                    <a:pt x="2195" y="4934"/>
                  </a:cubicBezTo>
                  <a:lnTo>
                    <a:pt x="2195" y="5312"/>
                  </a:lnTo>
                  <a:cubicBezTo>
                    <a:pt x="2195" y="5490"/>
                    <a:pt x="2339" y="5636"/>
                    <a:pt x="2519" y="5636"/>
                  </a:cubicBezTo>
                  <a:lnTo>
                    <a:pt x="3117" y="5636"/>
                  </a:lnTo>
                  <a:cubicBezTo>
                    <a:pt x="3295" y="5636"/>
                    <a:pt x="3441" y="5492"/>
                    <a:pt x="3441" y="5312"/>
                  </a:cubicBezTo>
                  <a:lnTo>
                    <a:pt x="3441" y="4934"/>
                  </a:lnTo>
                  <a:cubicBezTo>
                    <a:pt x="3588" y="4891"/>
                    <a:pt x="3731" y="4833"/>
                    <a:pt x="3866" y="4757"/>
                  </a:cubicBezTo>
                  <a:lnTo>
                    <a:pt x="4133" y="5024"/>
                  </a:lnTo>
                  <a:cubicBezTo>
                    <a:pt x="4196" y="5088"/>
                    <a:pt x="4280" y="5120"/>
                    <a:pt x="4363" y="5120"/>
                  </a:cubicBezTo>
                  <a:cubicBezTo>
                    <a:pt x="4446" y="5120"/>
                    <a:pt x="4529" y="5088"/>
                    <a:pt x="4592" y="5024"/>
                  </a:cubicBezTo>
                  <a:lnTo>
                    <a:pt x="5019" y="4597"/>
                  </a:lnTo>
                  <a:cubicBezTo>
                    <a:pt x="5066" y="4550"/>
                    <a:pt x="5102" y="4490"/>
                    <a:pt x="5113" y="4425"/>
                  </a:cubicBezTo>
                  <a:cubicBezTo>
                    <a:pt x="5134" y="4315"/>
                    <a:pt x="5101" y="4209"/>
                    <a:pt x="5024" y="4133"/>
                  </a:cubicBezTo>
                  <a:lnTo>
                    <a:pt x="4757" y="3866"/>
                  </a:lnTo>
                  <a:cubicBezTo>
                    <a:pt x="4831" y="3730"/>
                    <a:pt x="4890" y="3588"/>
                    <a:pt x="4934" y="3441"/>
                  </a:cubicBezTo>
                  <a:lnTo>
                    <a:pt x="5312" y="3441"/>
                  </a:lnTo>
                  <a:cubicBezTo>
                    <a:pt x="5490" y="3441"/>
                    <a:pt x="5636" y="3296"/>
                    <a:pt x="5636" y="3117"/>
                  </a:cubicBezTo>
                  <a:lnTo>
                    <a:pt x="5636" y="2519"/>
                  </a:lnTo>
                  <a:cubicBezTo>
                    <a:pt x="5636" y="2341"/>
                    <a:pt x="5490" y="2195"/>
                    <a:pt x="5312" y="2195"/>
                  </a:cubicBezTo>
                  <a:lnTo>
                    <a:pt x="4934" y="2195"/>
                  </a:lnTo>
                  <a:cubicBezTo>
                    <a:pt x="4891" y="2048"/>
                    <a:pt x="4831" y="1905"/>
                    <a:pt x="4757" y="1770"/>
                  </a:cubicBezTo>
                  <a:lnTo>
                    <a:pt x="5024" y="1503"/>
                  </a:lnTo>
                  <a:cubicBezTo>
                    <a:pt x="5152" y="1376"/>
                    <a:pt x="5152" y="1171"/>
                    <a:pt x="5024" y="1045"/>
                  </a:cubicBezTo>
                  <a:lnTo>
                    <a:pt x="4592" y="612"/>
                  </a:lnTo>
                  <a:cubicBezTo>
                    <a:pt x="4528" y="549"/>
                    <a:pt x="4445" y="518"/>
                    <a:pt x="4362" y="518"/>
                  </a:cubicBezTo>
                  <a:cubicBezTo>
                    <a:pt x="4279" y="518"/>
                    <a:pt x="4196" y="549"/>
                    <a:pt x="4133" y="612"/>
                  </a:cubicBezTo>
                  <a:lnTo>
                    <a:pt x="3866" y="879"/>
                  </a:lnTo>
                  <a:cubicBezTo>
                    <a:pt x="3730" y="806"/>
                    <a:pt x="3588" y="746"/>
                    <a:pt x="3441" y="702"/>
                  </a:cubicBezTo>
                  <a:lnTo>
                    <a:pt x="3441" y="325"/>
                  </a:lnTo>
                  <a:cubicBezTo>
                    <a:pt x="3442" y="146"/>
                    <a:pt x="3296" y="0"/>
                    <a:pt x="3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59"/>
            <p:cNvSpPr/>
            <p:nvPr/>
          </p:nvSpPr>
          <p:spPr>
            <a:xfrm>
              <a:off x="4393593" y="2614898"/>
              <a:ext cx="355673" cy="352267"/>
            </a:xfrm>
            <a:custGeom>
              <a:rect b="b" l="l" r="r" t="t"/>
              <a:pathLst>
                <a:path extrusionOk="0" h="2792" w="2819">
                  <a:moveTo>
                    <a:pt x="1408" y="1"/>
                  </a:moveTo>
                  <a:cubicBezTo>
                    <a:pt x="1386" y="1"/>
                    <a:pt x="1364" y="1"/>
                    <a:pt x="1341" y="2"/>
                  </a:cubicBezTo>
                  <a:cubicBezTo>
                    <a:pt x="636" y="39"/>
                    <a:pt x="56" y="619"/>
                    <a:pt x="21" y="1325"/>
                  </a:cubicBezTo>
                  <a:cubicBezTo>
                    <a:pt x="1" y="1719"/>
                    <a:pt x="149" y="2105"/>
                    <a:pt x="428" y="2383"/>
                  </a:cubicBezTo>
                  <a:cubicBezTo>
                    <a:pt x="690" y="2645"/>
                    <a:pt x="1047" y="2791"/>
                    <a:pt x="1417" y="2791"/>
                  </a:cubicBezTo>
                  <a:cubicBezTo>
                    <a:pt x="1440" y="2791"/>
                    <a:pt x="1462" y="2791"/>
                    <a:pt x="1486" y="2789"/>
                  </a:cubicBezTo>
                  <a:cubicBezTo>
                    <a:pt x="1587" y="2785"/>
                    <a:pt x="1666" y="2698"/>
                    <a:pt x="1661" y="2596"/>
                  </a:cubicBezTo>
                  <a:cubicBezTo>
                    <a:pt x="1656" y="2497"/>
                    <a:pt x="1574" y="2421"/>
                    <a:pt x="1475" y="2421"/>
                  </a:cubicBezTo>
                  <a:cubicBezTo>
                    <a:pt x="1472" y="2421"/>
                    <a:pt x="1470" y="2421"/>
                    <a:pt x="1467" y="2421"/>
                  </a:cubicBezTo>
                  <a:cubicBezTo>
                    <a:pt x="1449" y="2422"/>
                    <a:pt x="1431" y="2422"/>
                    <a:pt x="1413" y="2422"/>
                  </a:cubicBezTo>
                  <a:cubicBezTo>
                    <a:pt x="1139" y="2422"/>
                    <a:pt x="884" y="2317"/>
                    <a:pt x="690" y="2121"/>
                  </a:cubicBezTo>
                  <a:cubicBezTo>
                    <a:pt x="483" y="1913"/>
                    <a:pt x="376" y="1636"/>
                    <a:pt x="391" y="1343"/>
                  </a:cubicBezTo>
                  <a:cubicBezTo>
                    <a:pt x="418" y="825"/>
                    <a:pt x="843" y="398"/>
                    <a:pt x="1361" y="372"/>
                  </a:cubicBezTo>
                  <a:cubicBezTo>
                    <a:pt x="1379" y="371"/>
                    <a:pt x="1396" y="371"/>
                    <a:pt x="1413" y="371"/>
                  </a:cubicBezTo>
                  <a:cubicBezTo>
                    <a:pt x="1690" y="371"/>
                    <a:pt x="1966" y="488"/>
                    <a:pt x="2157" y="687"/>
                  </a:cubicBezTo>
                  <a:cubicBezTo>
                    <a:pt x="2580" y="1131"/>
                    <a:pt x="2469" y="1782"/>
                    <a:pt x="2122" y="2131"/>
                  </a:cubicBezTo>
                  <a:cubicBezTo>
                    <a:pt x="2050" y="2202"/>
                    <a:pt x="2050" y="2320"/>
                    <a:pt x="2124" y="2392"/>
                  </a:cubicBezTo>
                  <a:cubicBezTo>
                    <a:pt x="2159" y="2428"/>
                    <a:pt x="2206" y="2446"/>
                    <a:pt x="2253" y="2446"/>
                  </a:cubicBezTo>
                  <a:cubicBezTo>
                    <a:pt x="2301" y="2446"/>
                    <a:pt x="2349" y="2427"/>
                    <a:pt x="2386" y="2390"/>
                  </a:cubicBezTo>
                  <a:cubicBezTo>
                    <a:pt x="2632" y="2142"/>
                    <a:pt x="2784" y="1798"/>
                    <a:pt x="2800" y="1445"/>
                  </a:cubicBezTo>
                  <a:cubicBezTo>
                    <a:pt x="2818" y="1064"/>
                    <a:pt x="2685" y="706"/>
                    <a:pt x="2424" y="432"/>
                  </a:cubicBezTo>
                  <a:cubicBezTo>
                    <a:pt x="2158" y="155"/>
                    <a:pt x="1791" y="1"/>
                    <a:pt x="1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6" name="Google Shape;2166;p59"/>
          <p:cNvSpPr txBox="1"/>
          <p:nvPr/>
        </p:nvSpPr>
        <p:spPr>
          <a:xfrm>
            <a:off x="1262375" y="1925431"/>
            <a:ext cx="2102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Despite being red, Mars is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very cold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167" name="Google Shape;2167;p59"/>
          <p:cNvCxnSpPr>
            <a:stCxn id="2157" idx="3"/>
          </p:cNvCxnSpPr>
          <p:nvPr/>
        </p:nvCxnSpPr>
        <p:spPr>
          <a:xfrm>
            <a:off x="3364475" y="1749640"/>
            <a:ext cx="841200" cy="737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168" name="Google Shape;2168;p59"/>
          <p:cNvCxnSpPr>
            <a:stCxn id="2161" idx="3"/>
          </p:cNvCxnSpPr>
          <p:nvPr/>
        </p:nvCxnSpPr>
        <p:spPr>
          <a:xfrm>
            <a:off x="3364475" y="3375817"/>
            <a:ext cx="9093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169" name="Google Shape;2169;p59"/>
          <p:cNvCxnSpPr>
            <a:stCxn id="2158" idx="1"/>
          </p:cNvCxnSpPr>
          <p:nvPr/>
        </p:nvCxnSpPr>
        <p:spPr>
          <a:xfrm flipH="1">
            <a:off x="5053525" y="1749625"/>
            <a:ext cx="726000" cy="870300"/>
          </a:xfrm>
          <a:prstGeom prst="bentConnector2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170" name="Google Shape;2170;p59"/>
          <p:cNvCxnSpPr>
            <a:stCxn id="2156" idx="1"/>
          </p:cNvCxnSpPr>
          <p:nvPr/>
        </p:nvCxnSpPr>
        <p:spPr>
          <a:xfrm rot="10800000">
            <a:off x="4860025" y="3080302"/>
            <a:ext cx="919500" cy="295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opular programming languages</a:t>
            </a:r>
            <a:endParaRPr/>
          </a:p>
        </p:txBody>
      </p:sp>
      <p:sp>
        <p:nvSpPr>
          <p:cNvPr id="2176" name="Google Shape;2176;p60"/>
          <p:cNvSpPr txBox="1"/>
          <p:nvPr/>
        </p:nvSpPr>
        <p:spPr>
          <a:xfrm>
            <a:off x="4020025" y="1365213"/>
            <a:ext cx="434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Mercury is the closest planet to the Sun and 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smallest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of them all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77" name="Google Shape;2177;p60"/>
          <p:cNvSpPr txBox="1"/>
          <p:nvPr/>
        </p:nvSpPr>
        <p:spPr>
          <a:xfrm>
            <a:off x="2183175" y="1363563"/>
            <a:ext cx="13134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Neptune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78" name="Google Shape;2178;p60"/>
          <p:cNvSpPr txBox="1"/>
          <p:nvPr/>
        </p:nvSpPr>
        <p:spPr>
          <a:xfrm>
            <a:off x="782975" y="1363563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b="1" sz="3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79" name="Google Shape;2179;p60"/>
          <p:cNvSpPr txBox="1"/>
          <p:nvPr/>
        </p:nvSpPr>
        <p:spPr>
          <a:xfrm>
            <a:off x="4020025" y="2264100"/>
            <a:ext cx="434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Venus has a beautiful name and is 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second planet from the Sun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0" name="Google Shape;2180;p60"/>
          <p:cNvSpPr txBox="1"/>
          <p:nvPr/>
        </p:nvSpPr>
        <p:spPr>
          <a:xfrm>
            <a:off x="2183175" y="2262450"/>
            <a:ext cx="1007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Venus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81" name="Google Shape;2181;p60"/>
          <p:cNvSpPr txBox="1"/>
          <p:nvPr/>
        </p:nvSpPr>
        <p:spPr>
          <a:xfrm>
            <a:off x="782975" y="2262450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b="1" sz="3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2" name="Google Shape;2182;p60"/>
          <p:cNvSpPr txBox="1"/>
          <p:nvPr/>
        </p:nvSpPr>
        <p:spPr>
          <a:xfrm>
            <a:off x="4020025" y="3153150"/>
            <a:ext cx="434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Earth is the third planet from the Sun and the only one that harbors life in the Solar System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3" name="Google Shape;2183;p60"/>
          <p:cNvSpPr txBox="1"/>
          <p:nvPr/>
        </p:nvSpPr>
        <p:spPr>
          <a:xfrm>
            <a:off x="2183175" y="3151500"/>
            <a:ext cx="1007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Earth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84" name="Google Shape;2184;p60"/>
          <p:cNvSpPr txBox="1"/>
          <p:nvPr/>
        </p:nvSpPr>
        <p:spPr>
          <a:xfrm>
            <a:off x="782975" y="3151500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b="1" sz="3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5" name="Google Shape;2185;p60"/>
          <p:cNvSpPr txBox="1"/>
          <p:nvPr/>
        </p:nvSpPr>
        <p:spPr>
          <a:xfrm>
            <a:off x="4020025" y="4043850"/>
            <a:ext cx="434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Saturn is a gas giant and has several rings. It’s composed mostly of hydrogen and helium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6" name="Google Shape;2186;p60"/>
          <p:cNvSpPr txBox="1"/>
          <p:nvPr/>
        </p:nvSpPr>
        <p:spPr>
          <a:xfrm>
            <a:off x="2183175" y="4042200"/>
            <a:ext cx="1122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Saturn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87" name="Google Shape;2187;p60"/>
          <p:cNvSpPr txBox="1"/>
          <p:nvPr/>
        </p:nvSpPr>
        <p:spPr>
          <a:xfrm>
            <a:off x="782975" y="4042200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b="1" sz="3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188" name="Google Shape;2188;p60"/>
          <p:cNvCxnSpPr>
            <a:stCxn id="2178" idx="3"/>
            <a:endCxn id="2177" idx="1"/>
          </p:cNvCxnSpPr>
          <p:nvPr/>
        </p:nvCxnSpPr>
        <p:spPr>
          <a:xfrm>
            <a:off x="1505375" y="1651563"/>
            <a:ext cx="677700" cy="6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9" name="Google Shape;2189;p60"/>
          <p:cNvCxnSpPr>
            <a:stCxn id="2177" idx="3"/>
            <a:endCxn id="2176" idx="1"/>
          </p:cNvCxnSpPr>
          <p:nvPr/>
        </p:nvCxnSpPr>
        <p:spPr>
          <a:xfrm>
            <a:off x="3496575" y="1651563"/>
            <a:ext cx="523500" cy="6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190" name="Google Shape;2190;p60"/>
          <p:cNvCxnSpPr>
            <a:stCxn id="2180" idx="3"/>
            <a:endCxn id="2179" idx="1"/>
          </p:cNvCxnSpPr>
          <p:nvPr/>
        </p:nvCxnSpPr>
        <p:spPr>
          <a:xfrm>
            <a:off x="3190275" y="2550450"/>
            <a:ext cx="829800" cy="6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191" name="Google Shape;2191;p60"/>
          <p:cNvCxnSpPr>
            <a:stCxn id="2183" idx="3"/>
            <a:endCxn id="2182" idx="1"/>
          </p:cNvCxnSpPr>
          <p:nvPr/>
        </p:nvCxnSpPr>
        <p:spPr>
          <a:xfrm>
            <a:off x="3190275" y="3439500"/>
            <a:ext cx="829800" cy="6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192" name="Google Shape;2192;p60"/>
          <p:cNvCxnSpPr>
            <a:endCxn id="2185" idx="1"/>
          </p:cNvCxnSpPr>
          <p:nvPr/>
        </p:nvCxnSpPr>
        <p:spPr>
          <a:xfrm>
            <a:off x="3305725" y="4329600"/>
            <a:ext cx="7143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193" name="Google Shape;2193;p60"/>
          <p:cNvCxnSpPr>
            <a:stCxn id="2181" idx="3"/>
            <a:endCxn id="2180" idx="1"/>
          </p:cNvCxnSpPr>
          <p:nvPr/>
        </p:nvCxnSpPr>
        <p:spPr>
          <a:xfrm>
            <a:off x="1505375" y="2550450"/>
            <a:ext cx="677700" cy="6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4" name="Google Shape;2194;p60"/>
          <p:cNvCxnSpPr>
            <a:stCxn id="2184" idx="3"/>
            <a:endCxn id="2183" idx="1"/>
          </p:cNvCxnSpPr>
          <p:nvPr/>
        </p:nvCxnSpPr>
        <p:spPr>
          <a:xfrm>
            <a:off x="1505375" y="3439500"/>
            <a:ext cx="677700" cy="6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5" name="Google Shape;2195;p60"/>
          <p:cNvCxnSpPr>
            <a:stCxn id="2187" idx="3"/>
            <a:endCxn id="2186" idx="1"/>
          </p:cNvCxnSpPr>
          <p:nvPr/>
        </p:nvCxnSpPr>
        <p:spPr>
          <a:xfrm>
            <a:off x="1505375" y="4330200"/>
            <a:ext cx="677700" cy="6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99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p61"/>
          <p:cNvSpPr txBox="1"/>
          <p:nvPr/>
        </p:nvSpPr>
        <p:spPr>
          <a:xfrm>
            <a:off x="720000" y="1167787"/>
            <a:ext cx="2191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Saturn is composed of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hydrogen and helium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1" name="Google Shape;2201;p61"/>
          <p:cNvSpPr txBox="1"/>
          <p:nvPr/>
        </p:nvSpPr>
        <p:spPr>
          <a:xfrm>
            <a:off x="3476100" y="1167787"/>
            <a:ext cx="2191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Mercury is 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closest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planet to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2" name="Google Shape;2202;p61"/>
          <p:cNvSpPr txBox="1"/>
          <p:nvPr/>
        </p:nvSpPr>
        <p:spPr>
          <a:xfrm>
            <a:off x="6232200" y="1167787"/>
            <a:ext cx="2191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Jupiter was named after a Roman god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3" name="Google Shape;2203;p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Sequences</a:t>
            </a:r>
            <a:endParaRPr/>
          </a:p>
        </p:txBody>
      </p:sp>
      <p:sp>
        <p:nvSpPr>
          <p:cNvPr id="2204" name="Google Shape;2204;p61"/>
          <p:cNvSpPr txBox="1"/>
          <p:nvPr/>
        </p:nvSpPr>
        <p:spPr>
          <a:xfrm>
            <a:off x="1317600" y="1664288"/>
            <a:ext cx="9966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First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05" name="Google Shape;2205;p61"/>
          <p:cNvSpPr txBox="1"/>
          <p:nvPr/>
        </p:nvSpPr>
        <p:spPr>
          <a:xfrm>
            <a:off x="4073700" y="1664288"/>
            <a:ext cx="9966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06" name="Google Shape;2206;p61"/>
          <p:cNvSpPr txBox="1"/>
          <p:nvPr/>
        </p:nvSpPr>
        <p:spPr>
          <a:xfrm>
            <a:off x="6829800" y="1664288"/>
            <a:ext cx="9966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07" name="Google Shape;2207;p61"/>
          <p:cNvSpPr txBox="1"/>
          <p:nvPr/>
        </p:nvSpPr>
        <p:spPr>
          <a:xfrm>
            <a:off x="720000" y="4041650"/>
            <a:ext cx="2191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Despite being red, Mars is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very cold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8" name="Google Shape;2208;p61"/>
          <p:cNvSpPr txBox="1"/>
          <p:nvPr/>
        </p:nvSpPr>
        <p:spPr>
          <a:xfrm>
            <a:off x="1316100" y="3613850"/>
            <a:ext cx="9996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09" name="Google Shape;2209;p61"/>
          <p:cNvSpPr txBox="1"/>
          <p:nvPr/>
        </p:nvSpPr>
        <p:spPr>
          <a:xfrm>
            <a:off x="3476100" y="4041650"/>
            <a:ext cx="2191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Earth is the third planet from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0" name="Google Shape;2210;p61"/>
          <p:cNvSpPr txBox="1"/>
          <p:nvPr/>
        </p:nvSpPr>
        <p:spPr>
          <a:xfrm>
            <a:off x="4073700" y="3613850"/>
            <a:ext cx="9966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11" name="Google Shape;2211;p61"/>
          <p:cNvSpPr txBox="1"/>
          <p:nvPr/>
        </p:nvSpPr>
        <p:spPr>
          <a:xfrm>
            <a:off x="6232200" y="4041650"/>
            <a:ext cx="2191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Venus has extremely high temperatures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2" name="Google Shape;2212;p61"/>
          <p:cNvSpPr txBox="1"/>
          <p:nvPr/>
        </p:nvSpPr>
        <p:spPr>
          <a:xfrm>
            <a:off x="6829800" y="3613850"/>
            <a:ext cx="9966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Last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13" name="Google Shape;2213;p61"/>
          <p:cNvCxnSpPr>
            <a:stCxn id="2214" idx="4"/>
            <a:endCxn id="2208" idx="0"/>
          </p:cNvCxnSpPr>
          <p:nvPr/>
        </p:nvCxnSpPr>
        <p:spPr>
          <a:xfrm flipH="1" rot="-5400000">
            <a:off x="1625416" y="3422797"/>
            <a:ext cx="381600" cy="6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2215" name="Google Shape;2215;p61"/>
          <p:cNvGrpSpPr/>
          <p:nvPr/>
        </p:nvGrpSpPr>
        <p:grpSpPr>
          <a:xfrm>
            <a:off x="7238266" y="3053222"/>
            <a:ext cx="179668" cy="179626"/>
            <a:chOff x="7238266" y="3053222"/>
            <a:chExt cx="179668" cy="179626"/>
          </a:xfrm>
        </p:grpSpPr>
        <p:sp>
          <p:nvSpPr>
            <p:cNvPr id="2216" name="Google Shape;2216;p61"/>
            <p:cNvSpPr/>
            <p:nvPr/>
          </p:nvSpPr>
          <p:spPr>
            <a:xfrm>
              <a:off x="7238266" y="3053222"/>
              <a:ext cx="179668" cy="179626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61"/>
            <p:cNvSpPr/>
            <p:nvPr/>
          </p:nvSpPr>
          <p:spPr>
            <a:xfrm>
              <a:off x="7273954" y="3088901"/>
              <a:ext cx="108290" cy="10826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8" name="Google Shape;2218;p61"/>
          <p:cNvGrpSpPr/>
          <p:nvPr/>
        </p:nvGrpSpPr>
        <p:grpSpPr>
          <a:xfrm>
            <a:off x="1726066" y="2580534"/>
            <a:ext cx="179668" cy="179626"/>
            <a:chOff x="1726066" y="2580534"/>
            <a:chExt cx="179668" cy="179626"/>
          </a:xfrm>
        </p:grpSpPr>
        <p:sp>
          <p:nvSpPr>
            <p:cNvPr id="2219" name="Google Shape;2219;p61"/>
            <p:cNvSpPr/>
            <p:nvPr/>
          </p:nvSpPr>
          <p:spPr>
            <a:xfrm>
              <a:off x="1726066" y="2580534"/>
              <a:ext cx="179668" cy="179626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61"/>
            <p:cNvSpPr/>
            <p:nvPr/>
          </p:nvSpPr>
          <p:spPr>
            <a:xfrm>
              <a:off x="1761754" y="2616214"/>
              <a:ext cx="108290" cy="10826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221" name="Google Shape;2221;p61"/>
          <p:cNvCxnSpPr>
            <a:stCxn id="2204" idx="2"/>
            <a:endCxn id="2219" idx="0"/>
          </p:cNvCxnSpPr>
          <p:nvPr/>
        </p:nvCxnSpPr>
        <p:spPr>
          <a:xfrm flipH="1" rot="-5400000">
            <a:off x="1610100" y="2374088"/>
            <a:ext cx="412200" cy="6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222" name="Google Shape;2222;p61"/>
          <p:cNvCxnSpPr>
            <a:stCxn id="2205" idx="2"/>
            <a:endCxn id="2223" idx="0"/>
          </p:cNvCxnSpPr>
          <p:nvPr/>
        </p:nvCxnSpPr>
        <p:spPr>
          <a:xfrm flipH="1" rot="-5400000">
            <a:off x="4364400" y="2375888"/>
            <a:ext cx="415800" cy="600"/>
          </a:xfrm>
          <a:prstGeom prst="bentConnector3">
            <a:avLst>
              <a:gd fmla="val 49985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224" name="Google Shape;2224;p61"/>
          <p:cNvCxnSpPr>
            <a:stCxn id="2206" idx="2"/>
            <a:endCxn id="2225" idx="0"/>
          </p:cNvCxnSpPr>
          <p:nvPr/>
        </p:nvCxnSpPr>
        <p:spPr>
          <a:xfrm flipH="1" rot="-5400000">
            <a:off x="7120650" y="2375738"/>
            <a:ext cx="415500" cy="6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226" name="Google Shape;2226;p61"/>
          <p:cNvCxnSpPr>
            <a:stCxn id="2210" idx="0"/>
            <a:endCxn id="2227" idx="4"/>
          </p:cNvCxnSpPr>
          <p:nvPr/>
        </p:nvCxnSpPr>
        <p:spPr>
          <a:xfrm rot="-5400000">
            <a:off x="4381500" y="3422750"/>
            <a:ext cx="381600" cy="6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228" name="Google Shape;2228;p61"/>
          <p:cNvCxnSpPr>
            <a:stCxn id="2212" idx="0"/>
            <a:endCxn id="2216" idx="4"/>
          </p:cNvCxnSpPr>
          <p:nvPr/>
        </p:nvCxnSpPr>
        <p:spPr>
          <a:xfrm rot="-5400000">
            <a:off x="7137900" y="3423050"/>
            <a:ext cx="3810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229" name="Google Shape;2229;p61"/>
          <p:cNvCxnSpPr>
            <a:stCxn id="2219" idx="6"/>
            <a:endCxn id="2223" idx="2"/>
          </p:cNvCxnSpPr>
          <p:nvPr/>
        </p:nvCxnSpPr>
        <p:spPr>
          <a:xfrm>
            <a:off x="1905734" y="2670348"/>
            <a:ext cx="2576400" cy="33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0" name="Google Shape;2230;p61"/>
          <p:cNvCxnSpPr>
            <a:stCxn id="2223" idx="6"/>
            <a:endCxn id="2225" idx="2"/>
          </p:cNvCxnSpPr>
          <p:nvPr/>
        </p:nvCxnSpPr>
        <p:spPr>
          <a:xfrm>
            <a:off x="4661834" y="2673772"/>
            <a:ext cx="2576400" cy="6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1" name="Google Shape;2231;p61"/>
          <p:cNvCxnSpPr>
            <a:stCxn id="2225" idx="6"/>
            <a:endCxn id="2214" idx="2"/>
          </p:cNvCxnSpPr>
          <p:nvPr/>
        </p:nvCxnSpPr>
        <p:spPr>
          <a:xfrm flipH="1">
            <a:off x="1726066" y="2673772"/>
            <a:ext cx="5691900" cy="468600"/>
          </a:xfrm>
          <a:prstGeom prst="bentConnector5">
            <a:avLst>
              <a:gd fmla="val -4184" name="adj1"/>
              <a:gd fmla="val 50008" name="adj2"/>
              <a:gd fmla="val 104184" name="adj3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2" name="Google Shape;2232;p61"/>
          <p:cNvCxnSpPr>
            <a:stCxn id="2216" idx="2"/>
            <a:endCxn id="2227" idx="6"/>
          </p:cNvCxnSpPr>
          <p:nvPr/>
        </p:nvCxnSpPr>
        <p:spPr>
          <a:xfrm rot="10800000">
            <a:off x="4661866" y="3142435"/>
            <a:ext cx="25764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3" name="Google Shape;2233;p61"/>
          <p:cNvCxnSpPr>
            <a:stCxn id="2227" idx="2"/>
            <a:endCxn id="2214" idx="6"/>
          </p:cNvCxnSpPr>
          <p:nvPr/>
        </p:nvCxnSpPr>
        <p:spPr>
          <a:xfrm flipH="1">
            <a:off x="1905766" y="3142447"/>
            <a:ext cx="25764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34" name="Google Shape;2234;p61"/>
          <p:cNvGrpSpPr/>
          <p:nvPr/>
        </p:nvGrpSpPr>
        <p:grpSpPr>
          <a:xfrm>
            <a:off x="1726066" y="3052597"/>
            <a:ext cx="179700" cy="179700"/>
            <a:chOff x="1726066" y="2580534"/>
            <a:chExt cx="179700" cy="179700"/>
          </a:xfrm>
        </p:grpSpPr>
        <p:sp>
          <p:nvSpPr>
            <p:cNvPr id="2214" name="Google Shape;2214;p61"/>
            <p:cNvSpPr/>
            <p:nvPr/>
          </p:nvSpPr>
          <p:spPr>
            <a:xfrm>
              <a:off x="1726066" y="2580534"/>
              <a:ext cx="179700" cy="1797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61"/>
            <p:cNvSpPr/>
            <p:nvPr/>
          </p:nvSpPr>
          <p:spPr>
            <a:xfrm>
              <a:off x="1761754" y="2616214"/>
              <a:ext cx="108300" cy="108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36" name="Google Shape;2236;p61"/>
          <p:cNvGrpSpPr/>
          <p:nvPr/>
        </p:nvGrpSpPr>
        <p:grpSpPr>
          <a:xfrm>
            <a:off x="4482166" y="2583959"/>
            <a:ext cx="179668" cy="179626"/>
            <a:chOff x="4482166" y="2580534"/>
            <a:chExt cx="179668" cy="179626"/>
          </a:xfrm>
        </p:grpSpPr>
        <p:sp>
          <p:nvSpPr>
            <p:cNvPr id="2223" name="Google Shape;2223;p61"/>
            <p:cNvSpPr/>
            <p:nvPr/>
          </p:nvSpPr>
          <p:spPr>
            <a:xfrm>
              <a:off x="4482166" y="2580534"/>
              <a:ext cx="179668" cy="179626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61"/>
            <p:cNvSpPr/>
            <p:nvPr/>
          </p:nvSpPr>
          <p:spPr>
            <a:xfrm>
              <a:off x="4517854" y="2616214"/>
              <a:ext cx="108290" cy="10826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38" name="Google Shape;2238;p61"/>
          <p:cNvGrpSpPr/>
          <p:nvPr/>
        </p:nvGrpSpPr>
        <p:grpSpPr>
          <a:xfrm>
            <a:off x="4482166" y="3052597"/>
            <a:ext cx="179700" cy="179700"/>
            <a:chOff x="4482166" y="2580534"/>
            <a:chExt cx="179700" cy="179700"/>
          </a:xfrm>
        </p:grpSpPr>
        <p:sp>
          <p:nvSpPr>
            <p:cNvPr id="2227" name="Google Shape;2227;p61"/>
            <p:cNvSpPr/>
            <p:nvPr/>
          </p:nvSpPr>
          <p:spPr>
            <a:xfrm>
              <a:off x="4482166" y="2580534"/>
              <a:ext cx="179700" cy="1797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61"/>
            <p:cNvSpPr/>
            <p:nvPr/>
          </p:nvSpPr>
          <p:spPr>
            <a:xfrm>
              <a:off x="4517854" y="2616214"/>
              <a:ext cx="108300" cy="108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0" name="Google Shape;2240;p61"/>
          <p:cNvGrpSpPr/>
          <p:nvPr/>
        </p:nvGrpSpPr>
        <p:grpSpPr>
          <a:xfrm>
            <a:off x="7238266" y="2583922"/>
            <a:ext cx="179700" cy="179700"/>
            <a:chOff x="7238266" y="3053222"/>
            <a:chExt cx="179700" cy="179700"/>
          </a:xfrm>
        </p:grpSpPr>
        <p:sp>
          <p:nvSpPr>
            <p:cNvPr id="2225" name="Google Shape;2225;p61"/>
            <p:cNvSpPr/>
            <p:nvPr/>
          </p:nvSpPr>
          <p:spPr>
            <a:xfrm>
              <a:off x="7238266" y="3053222"/>
              <a:ext cx="179700" cy="1797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61"/>
            <p:cNvSpPr/>
            <p:nvPr/>
          </p:nvSpPr>
          <p:spPr>
            <a:xfrm>
              <a:off x="7273954" y="3088901"/>
              <a:ext cx="108300" cy="108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45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</a:t>
            </a:r>
            <a:endParaRPr/>
          </a:p>
        </p:txBody>
      </p:sp>
      <p:graphicFrame>
        <p:nvGraphicFramePr>
          <p:cNvPr id="2247" name="Google Shape;2247;p62"/>
          <p:cNvGraphicFramePr/>
          <p:nvPr/>
        </p:nvGraphicFramePr>
        <p:xfrm>
          <a:off x="720000" y="14211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{AC7CEA87-67EA-4D88-B4B6-A5733A9046A0}</a:tableStyleId>
              </a:tblPr>
              <a:tblGrid>
                <a:gridCol w="1926000"/>
                <a:gridCol w="1926000"/>
                <a:gridCol w="1926000"/>
                <a:gridCol w="1926000"/>
              </a:tblGrid>
              <a:tr h="627075">
                <a:tc>
                  <a:txBody>
                    <a:bodyPr/>
                    <a:lstStyle/>
                    <a:p>
                      <a:pPr indent="0" lvl="0" marL="228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Mars</a:t>
                      </a:r>
                      <a:endParaRPr b="1" sz="2000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Venus</a:t>
                      </a:r>
                      <a:endParaRPr b="1" sz="2000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Mercury</a:t>
                      </a:r>
                      <a:endParaRPr b="1" sz="2000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Jupiter</a:t>
                      </a:r>
                      <a:endParaRPr b="1" sz="2000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132325"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Small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Red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Cold 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Rocky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Small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Hot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Dry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Volcanic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Small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Hot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Rocky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Cratered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Large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Cold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Gassy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Striped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32325">
                <a:tc>
                  <a:txBody>
                    <a:bodyPr/>
                    <a:lstStyle/>
                    <a:p>
                      <a:pPr indent="0" lvl="0" marL="228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Mars is full of iron oxide dust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30399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Venus has high temperatures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30399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Mercury is quite a small planet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30399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Jupiter is a huge gas giant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5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252;p6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 and effect</a:t>
            </a:r>
            <a:endParaRPr/>
          </a:p>
        </p:txBody>
      </p:sp>
      <p:sp>
        <p:nvSpPr>
          <p:cNvPr id="2253" name="Google Shape;2253;p63"/>
          <p:cNvSpPr txBox="1"/>
          <p:nvPr/>
        </p:nvSpPr>
        <p:spPr>
          <a:xfrm>
            <a:off x="5830935" y="3330599"/>
            <a:ext cx="22041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Saturn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54" name="Google Shape;2254;p63"/>
          <p:cNvSpPr txBox="1"/>
          <p:nvPr/>
        </p:nvSpPr>
        <p:spPr>
          <a:xfrm>
            <a:off x="3081075" y="3709040"/>
            <a:ext cx="22041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Mercury is the closest planet to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55" name="Google Shape;2255;p63"/>
          <p:cNvSpPr txBox="1"/>
          <p:nvPr/>
        </p:nvSpPr>
        <p:spPr>
          <a:xfrm>
            <a:off x="5830935" y="3709026"/>
            <a:ext cx="22041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Saturn is a gas giant and has several rings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56" name="Google Shape;2256;p63"/>
          <p:cNvSpPr txBox="1"/>
          <p:nvPr/>
        </p:nvSpPr>
        <p:spPr>
          <a:xfrm>
            <a:off x="3081075" y="3330613"/>
            <a:ext cx="22041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Mercury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57" name="Google Shape;2257;p63"/>
          <p:cNvSpPr txBox="1"/>
          <p:nvPr/>
        </p:nvSpPr>
        <p:spPr>
          <a:xfrm>
            <a:off x="1081300" y="1606525"/>
            <a:ext cx="1453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Problem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58" name="Google Shape;2258;p63"/>
          <p:cNvSpPr txBox="1"/>
          <p:nvPr/>
        </p:nvSpPr>
        <p:spPr>
          <a:xfrm>
            <a:off x="1081300" y="3631175"/>
            <a:ext cx="1453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Solution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59" name="Google Shape;2259;p63"/>
          <p:cNvCxnSpPr/>
          <p:nvPr/>
        </p:nvCxnSpPr>
        <p:spPr>
          <a:xfrm>
            <a:off x="1144100" y="2820300"/>
            <a:ext cx="69186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0" name="Google Shape;2260;p63"/>
          <p:cNvSpPr txBox="1"/>
          <p:nvPr/>
        </p:nvSpPr>
        <p:spPr>
          <a:xfrm>
            <a:off x="5830935" y="1306074"/>
            <a:ext cx="22041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Venus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61" name="Google Shape;2261;p63"/>
          <p:cNvSpPr txBox="1"/>
          <p:nvPr/>
        </p:nvSpPr>
        <p:spPr>
          <a:xfrm>
            <a:off x="3081075" y="1684390"/>
            <a:ext cx="22041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Despite being red, Mars is very cold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2" name="Google Shape;2262;p63"/>
          <p:cNvSpPr txBox="1"/>
          <p:nvPr/>
        </p:nvSpPr>
        <p:spPr>
          <a:xfrm>
            <a:off x="5830935" y="1684376"/>
            <a:ext cx="22041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Venus is the second planet from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3" name="Google Shape;2263;p63"/>
          <p:cNvSpPr txBox="1"/>
          <p:nvPr/>
        </p:nvSpPr>
        <p:spPr>
          <a:xfrm>
            <a:off x="3081075" y="1306088"/>
            <a:ext cx="22041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Mars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64" name="Google Shape;2264;p63"/>
          <p:cNvCxnSpPr>
            <a:stCxn id="2263" idx="1"/>
            <a:endCxn id="2256" idx="1"/>
          </p:cNvCxnSpPr>
          <p:nvPr/>
        </p:nvCxnSpPr>
        <p:spPr>
          <a:xfrm>
            <a:off x="3081075" y="1533338"/>
            <a:ext cx="600" cy="20244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2265" name="Google Shape;2265;p63"/>
          <p:cNvCxnSpPr>
            <a:stCxn id="2260" idx="1"/>
            <a:endCxn id="2253" idx="1"/>
          </p:cNvCxnSpPr>
          <p:nvPr/>
        </p:nvCxnSpPr>
        <p:spPr>
          <a:xfrm>
            <a:off x="5830935" y="1533324"/>
            <a:ext cx="600" cy="20244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and answer</a:t>
            </a:r>
            <a:endParaRPr/>
          </a:p>
        </p:txBody>
      </p:sp>
      <p:sp>
        <p:nvSpPr>
          <p:cNvPr id="2271" name="Google Shape;2271;p64"/>
          <p:cNvSpPr txBox="1"/>
          <p:nvPr>
            <p:ph idx="1" type="subTitle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Mercury the closest planet to the Sun and the smallest one in the Solar System? </a:t>
            </a:r>
            <a:r>
              <a:rPr b="1" lang="en"/>
              <a:t>Note that it’s a bit larger than the Moon</a:t>
            </a:r>
            <a:endParaRPr b="1"/>
          </a:p>
        </p:txBody>
      </p:sp>
      <p:sp>
        <p:nvSpPr>
          <p:cNvPr id="2272" name="Google Shape;2272;p64"/>
          <p:cNvSpPr txBox="1"/>
          <p:nvPr>
            <p:ph idx="2" type="subTitle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</a:t>
            </a:r>
            <a:r>
              <a:rPr b="1" lang="en"/>
              <a:t> the second planet from the Sun.</a:t>
            </a:r>
            <a:r>
              <a:rPr lang="en"/>
              <a:t> It’s hot and has a poisonous atmosphere</a:t>
            </a:r>
            <a:endParaRPr/>
          </a:p>
        </p:txBody>
      </p:sp>
      <p:sp>
        <p:nvSpPr>
          <p:cNvPr id="2273" name="Google Shape;2273;p64"/>
          <p:cNvSpPr txBox="1"/>
          <p:nvPr>
            <p:ph idx="3" type="subTitle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2274" name="Google Shape;2274;p64"/>
          <p:cNvSpPr txBox="1"/>
          <p:nvPr>
            <p:ph idx="4" type="subTitle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78" name="Shape 2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9" name="Google Shape;2279;p65"/>
          <p:cNvSpPr/>
          <p:nvPr/>
        </p:nvSpPr>
        <p:spPr>
          <a:xfrm>
            <a:off x="3189965" y="2205250"/>
            <a:ext cx="729900" cy="572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p65"/>
          <p:cNvSpPr/>
          <p:nvPr/>
        </p:nvSpPr>
        <p:spPr>
          <a:xfrm>
            <a:off x="1155800" y="2205250"/>
            <a:ext cx="729900" cy="572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1" name="Google Shape;2281;p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Step-by-step coding</a:t>
            </a:r>
            <a:endParaRPr/>
          </a:p>
        </p:txBody>
      </p:sp>
      <p:grpSp>
        <p:nvGrpSpPr>
          <p:cNvPr id="2282" name="Google Shape;2282;p65"/>
          <p:cNvGrpSpPr/>
          <p:nvPr/>
        </p:nvGrpSpPr>
        <p:grpSpPr>
          <a:xfrm>
            <a:off x="3423378" y="2320987"/>
            <a:ext cx="263073" cy="341227"/>
            <a:chOff x="2390298" y="2185817"/>
            <a:chExt cx="367522" cy="476707"/>
          </a:xfrm>
        </p:grpSpPr>
        <p:sp>
          <p:nvSpPr>
            <p:cNvPr id="2283" name="Google Shape;2283;p65"/>
            <p:cNvSpPr/>
            <p:nvPr/>
          </p:nvSpPr>
          <p:spPr>
            <a:xfrm>
              <a:off x="2390298" y="2185817"/>
              <a:ext cx="367522" cy="476707"/>
            </a:xfrm>
            <a:custGeom>
              <a:rect b="b" l="l" r="r" t="t"/>
              <a:pathLst>
                <a:path extrusionOk="0" h="12583" w="9701">
                  <a:moveTo>
                    <a:pt x="7636" y="669"/>
                  </a:moveTo>
                  <a:lnTo>
                    <a:pt x="9113" y="2360"/>
                  </a:lnTo>
                  <a:lnTo>
                    <a:pt x="7636" y="2360"/>
                  </a:lnTo>
                  <a:lnTo>
                    <a:pt x="7636" y="669"/>
                  </a:lnTo>
                  <a:close/>
                  <a:moveTo>
                    <a:pt x="903" y="0"/>
                  </a:moveTo>
                  <a:cubicBezTo>
                    <a:pt x="803" y="0"/>
                    <a:pt x="721" y="82"/>
                    <a:pt x="721" y="183"/>
                  </a:cubicBezTo>
                  <a:lnTo>
                    <a:pt x="721" y="1288"/>
                  </a:lnTo>
                  <a:cubicBezTo>
                    <a:pt x="721" y="1375"/>
                    <a:pt x="779" y="1455"/>
                    <a:pt x="866" y="1473"/>
                  </a:cubicBezTo>
                  <a:cubicBezTo>
                    <a:pt x="878" y="1476"/>
                    <a:pt x="891" y="1477"/>
                    <a:pt x="903" y="1477"/>
                  </a:cubicBezTo>
                  <a:cubicBezTo>
                    <a:pt x="1002" y="1477"/>
                    <a:pt x="1083" y="1394"/>
                    <a:pt x="1083" y="1293"/>
                  </a:cubicBezTo>
                  <a:lnTo>
                    <a:pt x="1083" y="361"/>
                  </a:lnTo>
                  <a:lnTo>
                    <a:pt x="7276" y="361"/>
                  </a:lnTo>
                  <a:lnTo>
                    <a:pt x="7276" y="2567"/>
                  </a:lnTo>
                  <a:cubicBezTo>
                    <a:pt x="7276" y="2670"/>
                    <a:pt x="7357" y="2751"/>
                    <a:pt x="7459" y="2751"/>
                  </a:cubicBezTo>
                  <a:lnTo>
                    <a:pt x="9339" y="2751"/>
                  </a:lnTo>
                  <a:lnTo>
                    <a:pt x="9339" y="12221"/>
                  </a:lnTo>
                  <a:lnTo>
                    <a:pt x="1082" y="12221"/>
                  </a:lnTo>
                  <a:lnTo>
                    <a:pt x="1082" y="10418"/>
                  </a:lnTo>
                  <a:lnTo>
                    <a:pt x="7450" y="10418"/>
                  </a:lnTo>
                  <a:cubicBezTo>
                    <a:pt x="7553" y="10418"/>
                    <a:pt x="7634" y="10337"/>
                    <a:pt x="7634" y="10235"/>
                  </a:cubicBezTo>
                  <a:lnTo>
                    <a:pt x="7634" y="6639"/>
                  </a:lnTo>
                  <a:cubicBezTo>
                    <a:pt x="7634" y="6537"/>
                    <a:pt x="7553" y="6456"/>
                    <a:pt x="7453" y="6456"/>
                  </a:cubicBezTo>
                  <a:lnTo>
                    <a:pt x="6677" y="6456"/>
                  </a:lnTo>
                  <a:cubicBezTo>
                    <a:pt x="6581" y="6456"/>
                    <a:pt x="6496" y="6525"/>
                    <a:pt x="6489" y="6620"/>
                  </a:cubicBezTo>
                  <a:cubicBezTo>
                    <a:pt x="6480" y="6728"/>
                    <a:pt x="6563" y="6817"/>
                    <a:pt x="6668" y="6817"/>
                  </a:cubicBezTo>
                  <a:lnTo>
                    <a:pt x="7274" y="6817"/>
                  </a:lnTo>
                  <a:lnTo>
                    <a:pt x="7274" y="10060"/>
                  </a:lnTo>
                  <a:lnTo>
                    <a:pt x="362" y="10060"/>
                  </a:lnTo>
                  <a:lnTo>
                    <a:pt x="362" y="6817"/>
                  </a:lnTo>
                  <a:lnTo>
                    <a:pt x="5811" y="6817"/>
                  </a:lnTo>
                  <a:cubicBezTo>
                    <a:pt x="5811" y="6817"/>
                    <a:pt x="5997" y="6731"/>
                    <a:pt x="5997" y="6629"/>
                  </a:cubicBezTo>
                  <a:cubicBezTo>
                    <a:pt x="5997" y="6531"/>
                    <a:pt x="5922" y="6454"/>
                    <a:pt x="5826" y="6454"/>
                  </a:cubicBezTo>
                  <a:cubicBezTo>
                    <a:pt x="5821" y="6454"/>
                    <a:pt x="5816" y="6454"/>
                    <a:pt x="5811" y="6454"/>
                  </a:cubicBezTo>
                  <a:lnTo>
                    <a:pt x="1083" y="6454"/>
                  </a:lnTo>
                  <a:lnTo>
                    <a:pt x="1083" y="2141"/>
                  </a:lnTo>
                  <a:cubicBezTo>
                    <a:pt x="1093" y="2039"/>
                    <a:pt x="1011" y="1958"/>
                    <a:pt x="909" y="1958"/>
                  </a:cubicBezTo>
                  <a:cubicBezTo>
                    <a:pt x="807" y="1958"/>
                    <a:pt x="721" y="2141"/>
                    <a:pt x="721" y="2141"/>
                  </a:cubicBezTo>
                  <a:lnTo>
                    <a:pt x="721" y="6454"/>
                  </a:lnTo>
                  <a:lnTo>
                    <a:pt x="185" y="6454"/>
                  </a:lnTo>
                  <a:cubicBezTo>
                    <a:pt x="82" y="6454"/>
                    <a:pt x="1" y="6537"/>
                    <a:pt x="1" y="6640"/>
                  </a:cubicBezTo>
                  <a:lnTo>
                    <a:pt x="1" y="10235"/>
                  </a:lnTo>
                  <a:cubicBezTo>
                    <a:pt x="1" y="10338"/>
                    <a:pt x="82" y="10421"/>
                    <a:pt x="185" y="10421"/>
                  </a:cubicBezTo>
                  <a:lnTo>
                    <a:pt x="721" y="10421"/>
                  </a:lnTo>
                  <a:lnTo>
                    <a:pt x="721" y="12399"/>
                  </a:lnTo>
                  <a:cubicBezTo>
                    <a:pt x="721" y="12501"/>
                    <a:pt x="804" y="12582"/>
                    <a:pt x="905" y="12582"/>
                  </a:cubicBezTo>
                  <a:lnTo>
                    <a:pt x="9514" y="12582"/>
                  </a:lnTo>
                  <a:cubicBezTo>
                    <a:pt x="9616" y="12582"/>
                    <a:pt x="9697" y="12500"/>
                    <a:pt x="9697" y="12399"/>
                  </a:cubicBezTo>
                  <a:lnTo>
                    <a:pt x="9697" y="2551"/>
                  </a:lnTo>
                  <a:cubicBezTo>
                    <a:pt x="9700" y="2507"/>
                    <a:pt x="9684" y="2463"/>
                    <a:pt x="9654" y="2429"/>
                  </a:cubicBezTo>
                  <a:lnTo>
                    <a:pt x="7589" y="63"/>
                  </a:lnTo>
                  <a:cubicBezTo>
                    <a:pt x="7553" y="22"/>
                    <a:pt x="7503" y="0"/>
                    <a:pt x="74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65"/>
            <p:cNvSpPr/>
            <p:nvPr/>
          </p:nvSpPr>
          <p:spPr>
            <a:xfrm>
              <a:off x="2424811" y="2463287"/>
              <a:ext cx="71603" cy="83650"/>
            </a:xfrm>
            <a:custGeom>
              <a:rect b="b" l="l" r="r" t="t"/>
              <a:pathLst>
                <a:path extrusionOk="0" h="2208" w="1890">
                  <a:moveTo>
                    <a:pt x="1104" y="1"/>
                  </a:moveTo>
                  <a:cubicBezTo>
                    <a:pt x="495" y="1"/>
                    <a:pt x="1" y="495"/>
                    <a:pt x="1" y="1103"/>
                  </a:cubicBezTo>
                  <a:cubicBezTo>
                    <a:pt x="1" y="1713"/>
                    <a:pt x="495" y="2207"/>
                    <a:pt x="1104" y="2207"/>
                  </a:cubicBezTo>
                  <a:cubicBezTo>
                    <a:pt x="1347" y="2207"/>
                    <a:pt x="1562" y="2128"/>
                    <a:pt x="1731" y="1978"/>
                  </a:cubicBezTo>
                  <a:cubicBezTo>
                    <a:pt x="1764" y="1950"/>
                    <a:pt x="1795" y="1916"/>
                    <a:pt x="1824" y="1883"/>
                  </a:cubicBezTo>
                  <a:cubicBezTo>
                    <a:pt x="1889" y="1805"/>
                    <a:pt x="1879" y="1689"/>
                    <a:pt x="1802" y="1624"/>
                  </a:cubicBezTo>
                  <a:cubicBezTo>
                    <a:pt x="1768" y="1595"/>
                    <a:pt x="1726" y="1580"/>
                    <a:pt x="1684" y="1580"/>
                  </a:cubicBezTo>
                  <a:cubicBezTo>
                    <a:pt x="1632" y="1580"/>
                    <a:pt x="1579" y="1603"/>
                    <a:pt x="1543" y="1646"/>
                  </a:cubicBezTo>
                  <a:cubicBezTo>
                    <a:pt x="1526" y="1667"/>
                    <a:pt x="1506" y="1687"/>
                    <a:pt x="1486" y="1704"/>
                  </a:cubicBezTo>
                  <a:cubicBezTo>
                    <a:pt x="1385" y="1794"/>
                    <a:pt x="1256" y="1840"/>
                    <a:pt x="1104" y="1840"/>
                  </a:cubicBezTo>
                  <a:cubicBezTo>
                    <a:pt x="698" y="1840"/>
                    <a:pt x="368" y="1510"/>
                    <a:pt x="368" y="1103"/>
                  </a:cubicBezTo>
                  <a:cubicBezTo>
                    <a:pt x="368" y="698"/>
                    <a:pt x="698" y="368"/>
                    <a:pt x="1104" y="368"/>
                  </a:cubicBezTo>
                  <a:cubicBezTo>
                    <a:pt x="1252" y="368"/>
                    <a:pt x="1394" y="411"/>
                    <a:pt x="1515" y="494"/>
                  </a:cubicBezTo>
                  <a:cubicBezTo>
                    <a:pt x="1547" y="515"/>
                    <a:pt x="1583" y="525"/>
                    <a:pt x="1618" y="525"/>
                  </a:cubicBezTo>
                  <a:cubicBezTo>
                    <a:pt x="1678" y="525"/>
                    <a:pt x="1736" y="497"/>
                    <a:pt x="1771" y="444"/>
                  </a:cubicBezTo>
                  <a:cubicBezTo>
                    <a:pt x="1826" y="360"/>
                    <a:pt x="1805" y="245"/>
                    <a:pt x="1721" y="189"/>
                  </a:cubicBezTo>
                  <a:cubicBezTo>
                    <a:pt x="1538" y="66"/>
                    <a:pt x="1326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65"/>
            <p:cNvSpPr/>
            <p:nvPr/>
          </p:nvSpPr>
          <p:spPr>
            <a:xfrm>
              <a:off x="2509750" y="2463287"/>
              <a:ext cx="61260" cy="83612"/>
            </a:xfrm>
            <a:custGeom>
              <a:rect b="b" l="l" r="r" t="t"/>
              <a:pathLst>
                <a:path extrusionOk="0" h="2207" w="1617">
                  <a:moveTo>
                    <a:pt x="817" y="0"/>
                  </a:moveTo>
                  <a:cubicBezTo>
                    <a:pt x="738" y="0"/>
                    <a:pt x="654" y="11"/>
                    <a:pt x="567" y="37"/>
                  </a:cubicBezTo>
                  <a:cubicBezTo>
                    <a:pt x="329" y="107"/>
                    <a:pt x="164" y="294"/>
                    <a:pt x="130" y="521"/>
                  </a:cubicBezTo>
                  <a:cubicBezTo>
                    <a:pt x="60" y="1019"/>
                    <a:pt x="577" y="1155"/>
                    <a:pt x="942" y="1290"/>
                  </a:cubicBezTo>
                  <a:cubicBezTo>
                    <a:pt x="1135" y="1360"/>
                    <a:pt x="1234" y="1470"/>
                    <a:pt x="1213" y="1590"/>
                  </a:cubicBezTo>
                  <a:cubicBezTo>
                    <a:pt x="1189" y="1714"/>
                    <a:pt x="1045" y="1840"/>
                    <a:pt x="844" y="1840"/>
                  </a:cubicBezTo>
                  <a:cubicBezTo>
                    <a:pt x="650" y="1840"/>
                    <a:pt x="460" y="1759"/>
                    <a:pt x="341" y="1627"/>
                  </a:cubicBezTo>
                  <a:cubicBezTo>
                    <a:pt x="304" y="1587"/>
                    <a:pt x="254" y="1567"/>
                    <a:pt x="204" y="1567"/>
                  </a:cubicBezTo>
                  <a:cubicBezTo>
                    <a:pt x="160" y="1567"/>
                    <a:pt x="116" y="1583"/>
                    <a:pt x="81" y="1615"/>
                  </a:cubicBezTo>
                  <a:cubicBezTo>
                    <a:pt x="6" y="1683"/>
                    <a:pt x="0" y="1799"/>
                    <a:pt x="67" y="1873"/>
                  </a:cubicBezTo>
                  <a:cubicBezTo>
                    <a:pt x="257" y="2082"/>
                    <a:pt x="547" y="2206"/>
                    <a:pt x="845" y="2206"/>
                  </a:cubicBezTo>
                  <a:cubicBezTo>
                    <a:pt x="1205" y="2206"/>
                    <a:pt x="1519" y="1969"/>
                    <a:pt x="1574" y="1656"/>
                  </a:cubicBezTo>
                  <a:cubicBezTo>
                    <a:pt x="1616" y="1418"/>
                    <a:pt x="1506" y="1107"/>
                    <a:pt x="1070" y="945"/>
                  </a:cubicBezTo>
                  <a:cubicBezTo>
                    <a:pt x="836" y="858"/>
                    <a:pt x="619" y="766"/>
                    <a:pt x="562" y="740"/>
                  </a:cubicBezTo>
                  <a:cubicBezTo>
                    <a:pt x="510" y="700"/>
                    <a:pt x="485" y="641"/>
                    <a:pt x="495" y="573"/>
                  </a:cubicBezTo>
                  <a:cubicBezTo>
                    <a:pt x="506" y="488"/>
                    <a:pt x="573" y="420"/>
                    <a:pt x="673" y="389"/>
                  </a:cubicBezTo>
                  <a:cubicBezTo>
                    <a:pt x="721" y="375"/>
                    <a:pt x="769" y="369"/>
                    <a:pt x="815" y="369"/>
                  </a:cubicBezTo>
                  <a:cubicBezTo>
                    <a:pt x="1037" y="369"/>
                    <a:pt x="1215" y="510"/>
                    <a:pt x="1221" y="515"/>
                  </a:cubicBezTo>
                  <a:cubicBezTo>
                    <a:pt x="1255" y="543"/>
                    <a:pt x="1297" y="557"/>
                    <a:pt x="1338" y="557"/>
                  </a:cubicBezTo>
                  <a:cubicBezTo>
                    <a:pt x="1391" y="557"/>
                    <a:pt x="1443" y="535"/>
                    <a:pt x="1479" y="491"/>
                  </a:cubicBezTo>
                  <a:cubicBezTo>
                    <a:pt x="1544" y="414"/>
                    <a:pt x="1533" y="297"/>
                    <a:pt x="1457" y="232"/>
                  </a:cubicBezTo>
                  <a:cubicBezTo>
                    <a:pt x="1442" y="220"/>
                    <a:pt x="1176" y="0"/>
                    <a:pt x="8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65"/>
            <p:cNvSpPr/>
            <p:nvPr/>
          </p:nvSpPr>
          <p:spPr>
            <a:xfrm>
              <a:off x="2585179" y="2463287"/>
              <a:ext cx="61260" cy="83574"/>
            </a:xfrm>
            <a:custGeom>
              <a:rect b="b" l="l" r="r" t="t"/>
              <a:pathLst>
                <a:path extrusionOk="0" h="2206" w="1617">
                  <a:moveTo>
                    <a:pt x="814" y="0"/>
                  </a:moveTo>
                  <a:cubicBezTo>
                    <a:pt x="735" y="0"/>
                    <a:pt x="651" y="11"/>
                    <a:pt x="564" y="37"/>
                  </a:cubicBezTo>
                  <a:cubicBezTo>
                    <a:pt x="327" y="107"/>
                    <a:pt x="160" y="294"/>
                    <a:pt x="128" y="521"/>
                  </a:cubicBezTo>
                  <a:cubicBezTo>
                    <a:pt x="58" y="1019"/>
                    <a:pt x="575" y="1155"/>
                    <a:pt x="940" y="1290"/>
                  </a:cubicBezTo>
                  <a:cubicBezTo>
                    <a:pt x="1133" y="1362"/>
                    <a:pt x="1232" y="1472"/>
                    <a:pt x="1211" y="1590"/>
                  </a:cubicBezTo>
                  <a:cubicBezTo>
                    <a:pt x="1189" y="1713"/>
                    <a:pt x="1045" y="1839"/>
                    <a:pt x="844" y="1839"/>
                  </a:cubicBezTo>
                  <a:cubicBezTo>
                    <a:pt x="650" y="1839"/>
                    <a:pt x="461" y="1758"/>
                    <a:pt x="341" y="1626"/>
                  </a:cubicBezTo>
                  <a:cubicBezTo>
                    <a:pt x="304" y="1586"/>
                    <a:pt x="254" y="1566"/>
                    <a:pt x="204" y="1566"/>
                  </a:cubicBezTo>
                  <a:cubicBezTo>
                    <a:pt x="160" y="1566"/>
                    <a:pt x="116" y="1582"/>
                    <a:pt x="81" y="1613"/>
                  </a:cubicBezTo>
                  <a:cubicBezTo>
                    <a:pt x="6" y="1682"/>
                    <a:pt x="0" y="1798"/>
                    <a:pt x="68" y="1872"/>
                  </a:cubicBezTo>
                  <a:cubicBezTo>
                    <a:pt x="257" y="2081"/>
                    <a:pt x="547" y="2205"/>
                    <a:pt x="845" y="2205"/>
                  </a:cubicBezTo>
                  <a:cubicBezTo>
                    <a:pt x="1206" y="2205"/>
                    <a:pt x="1519" y="1967"/>
                    <a:pt x="1574" y="1655"/>
                  </a:cubicBezTo>
                  <a:cubicBezTo>
                    <a:pt x="1616" y="1417"/>
                    <a:pt x="1506" y="1106"/>
                    <a:pt x="1070" y="944"/>
                  </a:cubicBezTo>
                  <a:cubicBezTo>
                    <a:pt x="836" y="857"/>
                    <a:pt x="619" y="763"/>
                    <a:pt x="562" y="739"/>
                  </a:cubicBezTo>
                  <a:cubicBezTo>
                    <a:pt x="510" y="699"/>
                    <a:pt x="485" y="639"/>
                    <a:pt x="495" y="572"/>
                  </a:cubicBezTo>
                  <a:cubicBezTo>
                    <a:pt x="504" y="489"/>
                    <a:pt x="571" y="420"/>
                    <a:pt x="670" y="389"/>
                  </a:cubicBezTo>
                  <a:cubicBezTo>
                    <a:pt x="719" y="375"/>
                    <a:pt x="767" y="369"/>
                    <a:pt x="813" y="369"/>
                  </a:cubicBezTo>
                  <a:cubicBezTo>
                    <a:pt x="1035" y="369"/>
                    <a:pt x="1213" y="510"/>
                    <a:pt x="1218" y="515"/>
                  </a:cubicBezTo>
                  <a:cubicBezTo>
                    <a:pt x="1252" y="543"/>
                    <a:pt x="1294" y="557"/>
                    <a:pt x="1336" y="557"/>
                  </a:cubicBezTo>
                  <a:cubicBezTo>
                    <a:pt x="1389" y="557"/>
                    <a:pt x="1441" y="535"/>
                    <a:pt x="1477" y="491"/>
                  </a:cubicBezTo>
                  <a:cubicBezTo>
                    <a:pt x="1542" y="414"/>
                    <a:pt x="1531" y="297"/>
                    <a:pt x="1454" y="232"/>
                  </a:cubicBezTo>
                  <a:cubicBezTo>
                    <a:pt x="1440" y="220"/>
                    <a:pt x="1174" y="0"/>
                    <a:pt x="8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87" name="Google Shape;2287;p65"/>
          <p:cNvSpPr/>
          <p:nvPr/>
        </p:nvSpPr>
        <p:spPr>
          <a:xfrm>
            <a:off x="5418484" y="2343233"/>
            <a:ext cx="341157" cy="296773"/>
          </a:xfrm>
          <a:custGeom>
            <a:rect b="b" l="l" r="r" t="t"/>
            <a:pathLst>
              <a:path extrusionOk="0" h="10946" w="12583">
                <a:moveTo>
                  <a:pt x="8192" y="362"/>
                </a:moveTo>
                <a:lnTo>
                  <a:pt x="8192" y="1770"/>
                </a:lnTo>
                <a:lnTo>
                  <a:pt x="4391" y="1770"/>
                </a:lnTo>
                <a:lnTo>
                  <a:pt x="4391" y="362"/>
                </a:lnTo>
                <a:close/>
                <a:moveTo>
                  <a:pt x="4097" y="5671"/>
                </a:moveTo>
                <a:lnTo>
                  <a:pt x="4097" y="6425"/>
                </a:lnTo>
                <a:lnTo>
                  <a:pt x="1836" y="6425"/>
                </a:lnTo>
                <a:lnTo>
                  <a:pt x="1836" y="5671"/>
                </a:lnTo>
                <a:close/>
                <a:moveTo>
                  <a:pt x="10715" y="5671"/>
                </a:moveTo>
                <a:lnTo>
                  <a:pt x="10715" y="6425"/>
                </a:lnTo>
                <a:lnTo>
                  <a:pt x="8454" y="6425"/>
                </a:lnTo>
                <a:lnTo>
                  <a:pt x="8454" y="5671"/>
                </a:lnTo>
                <a:close/>
                <a:moveTo>
                  <a:pt x="11307" y="1670"/>
                </a:moveTo>
                <a:cubicBezTo>
                  <a:pt x="11341" y="1670"/>
                  <a:pt x="11371" y="1698"/>
                  <a:pt x="11371" y="1734"/>
                </a:cubicBezTo>
                <a:lnTo>
                  <a:pt x="11371" y="7568"/>
                </a:lnTo>
                <a:lnTo>
                  <a:pt x="1181" y="7568"/>
                </a:lnTo>
                <a:lnTo>
                  <a:pt x="1181" y="1734"/>
                </a:lnTo>
                <a:cubicBezTo>
                  <a:pt x="1181" y="1698"/>
                  <a:pt x="1209" y="1670"/>
                  <a:pt x="1245" y="1670"/>
                </a:cubicBezTo>
                <a:lnTo>
                  <a:pt x="3999" y="1670"/>
                </a:lnTo>
                <a:lnTo>
                  <a:pt x="3999" y="1942"/>
                </a:lnTo>
                <a:cubicBezTo>
                  <a:pt x="3999" y="2048"/>
                  <a:pt x="4081" y="2132"/>
                  <a:pt x="4183" y="2132"/>
                </a:cubicBezTo>
                <a:lnTo>
                  <a:pt x="6094" y="2132"/>
                </a:lnTo>
                <a:lnTo>
                  <a:pt x="6094" y="3770"/>
                </a:lnTo>
                <a:lnTo>
                  <a:pt x="2970" y="3770"/>
                </a:lnTo>
                <a:cubicBezTo>
                  <a:pt x="2867" y="3770"/>
                  <a:pt x="2785" y="3853"/>
                  <a:pt x="2785" y="3954"/>
                </a:cubicBezTo>
                <a:lnTo>
                  <a:pt x="2785" y="5309"/>
                </a:lnTo>
                <a:lnTo>
                  <a:pt x="1659" y="5309"/>
                </a:lnTo>
                <a:cubicBezTo>
                  <a:pt x="1557" y="5309"/>
                  <a:pt x="1474" y="5392"/>
                  <a:pt x="1474" y="5494"/>
                </a:cubicBezTo>
                <a:lnTo>
                  <a:pt x="1474" y="6601"/>
                </a:lnTo>
                <a:cubicBezTo>
                  <a:pt x="1474" y="6702"/>
                  <a:pt x="1557" y="6785"/>
                  <a:pt x="1659" y="6785"/>
                </a:cubicBezTo>
                <a:lnTo>
                  <a:pt x="4272" y="6785"/>
                </a:lnTo>
                <a:cubicBezTo>
                  <a:pt x="4374" y="6785"/>
                  <a:pt x="4457" y="6702"/>
                  <a:pt x="4457" y="6601"/>
                </a:cubicBezTo>
                <a:lnTo>
                  <a:pt x="4457" y="5494"/>
                </a:lnTo>
                <a:cubicBezTo>
                  <a:pt x="4457" y="5392"/>
                  <a:pt x="4374" y="5309"/>
                  <a:pt x="4272" y="5309"/>
                </a:cubicBezTo>
                <a:lnTo>
                  <a:pt x="3146" y="5309"/>
                </a:lnTo>
                <a:lnTo>
                  <a:pt x="3146" y="4130"/>
                </a:lnTo>
                <a:lnTo>
                  <a:pt x="6094" y="4130"/>
                </a:lnTo>
                <a:lnTo>
                  <a:pt x="6094" y="5309"/>
                </a:lnTo>
                <a:lnTo>
                  <a:pt x="4968" y="5309"/>
                </a:lnTo>
                <a:cubicBezTo>
                  <a:pt x="4867" y="5309"/>
                  <a:pt x="4784" y="5392"/>
                  <a:pt x="4784" y="5494"/>
                </a:cubicBezTo>
                <a:lnTo>
                  <a:pt x="4784" y="6602"/>
                </a:lnTo>
                <a:cubicBezTo>
                  <a:pt x="4784" y="6702"/>
                  <a:pt x="4866" y="6784"/>
                  <a:pt x="4966" y="6784"/>
                </a:cubicBezTo>
                <a:lnTo>
                  <a:pt x="5360" y="6784"/>
                </a:lnTo>
                <a:cubicBezTo>
                  <a:pt x="5455" y="6784"/>
                  <a:pt x="5541" y="6714"/>
                  <a:pt x="5549" y="6620"/>
                </a:cubicBezTo>
                <a:cubicBezTo>
                  <a:pt x="5558" y="6513"/>
                  <a:pt x="5474" y="6424"/>
                  <a:pt x="5369" y="6424"/>
                </a:cubicBezTo>
                <a:lnTo>
                  <a:pt x="5144" y="6424"/>
                </a:lnTo>
                <a:lnTo>
                  <a:pt x="5144" y="5670"/>
                </a:lnTo>
                <a:lnTo>
                  <a:pt x="7406" y="5670"/>
                </a:lnTo>
                <a:lnTo>
                  <a:pt x="7406" y="6424"/>
                </a:lnTo>
                <a:lnTo>
                  <a:pt x="6259" y="6424"/>
                </a:lnTo>
                <a:cubicBezTo>
                  <a:pt x="6162" y="6424"/>
                  <a:pt x="6077" y="6493"/>
                  <a:pt x="6070" y="6587"/>
                </a:cubicBezTo>
                <a:cubicBezTo>
                  <a:pt x="6061" y="6695"/>
                  <a:pt x="6145" y="6784"/>
                  <a:pt x="6249" y="6784"/>
                </a:cubicBezTo>
                <a:lnTo>
                  <a:pt x="7615" y="6784"/>
                </a:lnTo>
                <a:cubicBezTo>
                  <a:pt x="7717" y="6784"/>
                  <a:pt x="7799" y="6701"/>
                  <a:pt x="7799" y="6599"/>
                </a:cubicBezTo>
                <a:lnTo>
                  <a:pt x="7799" y="5493"/>
                </a:lnTo>
                <a:cubicBezTo>
                  <a:pt x="7799" y="5391"/>
                  <a:pt x="7717" y="5308"/>
                  <a:pt x="7615" y="5308"/>
                </a:cubicBezTo>
                <a:lnTo>
                  <a:pt x="6456" y="5308"/>
                </a:lnTo>
                <a:lnTo>
                  <a:pt x="6456" y="4128"/>
                </a:lnTo>
                <a:lnTo>
                  <a:pt x="9404" y="4128"/>
                </a:lnTo>
                <a:lnTo>
                  <a:pt x="9404" y="5308"/>
                </a:lnTo>
                <a:lnTo>
                  <a:pt x="8278" y="5308"/>
                </a:lnTo>
                <a:cubicBezTo>
                  <a:pt x="8176" y="5308"/>
                  <a:pt x="8094" y="5391"/>
                  <a:pt x="8094" y="5493"/>
                </a:cubicBezTo>
                <a:lnTo>
                  <a:pt x="8094" y="6599"/>
                </a:lnTo>
                <a:cubicBezTo>
                  <a:pt x="8094" y="6701"/>
                  <a:pt x="8176" y="6784"/>
                  <a:pt x="8278" y="6784"/>
                </a:cubicBezTo>
                <a:lnTo>
                  <a:pt x="10891" y="6784"/>
                </a:lnTo>
                <a:cubicBezTo>
                  <a:pt x="10994" y="6784"/>
                  <a:pt x="11076" y="6701"/>
                  <a:pt x="11076" y="6599"/>
                </a:cubicBezTo>
                <a:lnTo>
                  <a:pt x="11076" y="5493"/>
                </a:lnTo>
                <a:cubicBezTo>
                  <a:pt x="11076" y="5391"/>
                  <a:pt x="10994" y="5308"/>
                  <a:pt x="10891" y="5308"/>
                </a:cubicBezTo>
                <a:lnTo>
                  <a:pt x="9765" y="5308"/>
                </a:lnTo>
                <a:lnTo>
                  <a:pt x="9765" y="3952"/>
                </a:lnTo>
                <a:cubicBezTo>
                  <a:pt x="9765" y="3849"/>
                  <a:pt x="9684" y="3767"/>
                  <a:pt x="9581" y="3767"/>
                </a:cubicBezTo>
                <a:lnTo>
                  <a:pt x="6456" y="3767"/>
                </a:lnTo>
                <a:lnTo>
                  <a:pt x="6456" y="2130"/>
                </a:lnTo>
                <a:lnTo>
                  <a:pt x="8369" y="2130"/>
                </a:lnTo>
                <a:cubicBezTo>
                  <a:pt x="8471" y="2130"/>
                  <a:pt x="8553" y="2047"/>
                  <a:pt x="8553" y="1944"/>
                </a:cubicBezTo>
                <a:lnTo>
                  <a:pt x="8553" y="1670"/>
                </a:lnTo>
                <a:close/>
                <a:moveTo>
                  <a:pt x="3999" y="820"/>
                </a:moveTo>
                <a:lnTo>
                  <a:pt x="3999" y="1312"/>
                </a:lnTo>
                <a:lnTo>
                  <a:pt x="1253" y="1312"/>
                </a:lnTo>
                <a:cubicBezTo>
                  <a:pt x="1014" y="1312"/>
                  <a:pt x="820" y="1505"/>
                  <a:pt x="820" y="1744"/>
                </a:cubicBezTo>
                <a:lnTo>
                  <a:pt x="820" y="7571"/>
                </a:lnTo>
                <a:lnTo>
                  <a:pt x="362" y="7571"/>
                </a:lnTo>
                <a:lnTo>
                  <a:pt x="362" y="1107"/>
                </a:lnTo>
                <a:cubicBezTo>
                  <a:pt x="362" y="948"/>
                  <a:pt x="490" y="820"/>
                  <a:pt x="648" y="820"/>
                </a:cubicBezTo>
                <a:close/>
                <a:moveTo>
                  <a:pt x="12223" y="7931"/>
                </a:moveTo>
                <a:lnTo>
                  <a:pt x="12223" y="8497"/>
                </a:lnTo>
                <a:cubicBezTo>
                  <a:pt x="12221" y="8655"/>
                  <a:pt x="12094" y="8782"/>
                  <a:pt x="11936" y="8782"/>
                </a:cubicBezTo>
                <a:lnTo>
                  <a:pt x="648" y="8782"/>
                </a:lnTo>
                <a:cubicBezTo>
                  <a:pt x="490" y="8782"/>
                  <a:pt x="362" y="8655"/>
                  <a:pt x="362" y="8497"/>
                </a:cubicBezTo>
                <a:lnTo>
                  <a:pt x="362" y="7931"/>
                </a:lnTo>
                <a:close/>
                <a:moveTo>
                  <a:pt x="7022" y="9177"/>
                </a:moveTo>
                <a:cubicBezTo>
                  <a:pt x="7072" y="9467"/>
                  <a:pt x="7194" y="10096"/>
                  <a:pt x="7406" y="10586"/>
                </a:cubicBezTo>
                <a:lnTo>
                  <a:pt x="5167" y="10586"/>
                </a:lnTo>
                <a:cubicBezTo>
                  <a:pt x="5379" y="10096"/>
                  <a:pt x="5500" y="9467"/>
                  <a:pt x="5549" y="9177"/>
                </a:cubicBezTo>
                <a:close/>
                <a:moveTo>
                  <a:pt x="4160" y="0"/>
                </a:moveTo>
                <a:cubicBezTo>
                  <a:pt x="4089" y="0"/>
                  <a:pt x="4030" y="58"/>
                  <a:pt x="4030" y="130"/>
                </a:cubicBezTo>
                <a:lnTo>
                  <a:pt x="4030" y="460"/>
                </a:lnTo>
                <a:lnTo>
                  <a:pt x="458" y="460"/>
                </a:lnTo>
                <a:cubicBezTo>
                  <a:pt x="205" y="460"/>
                  <a:pt x="1" y="665"/>
                  <a:pt x="1" y="919"/>
                </a:cubicBezTo>
                <a:lnTo>
                  <a:pt x="1" y="8521"/>
                </a:lnTo>
                <a:cubicBezTo>
                  <a:pt x="1" y="8882"/>
                  <a:pt x="294" y="9175"/>
                  <a:pt x="655" y="9175"/>
                </a:cubicBezTo>
                <a:lnTo>
                  <a:pt x="5172" y="9175"/>
                </a:lnTo>
                <a:cubicBezTo>
                  <a:pt x="5113" y="9508"/>
                  <a:pt x="4978" y="10161"/>
                  <a:pt x="4758" y="10584"/>
                </a:cubicBezTo>
                <a:lnTo>
                  <a:pt x="3742" y="10584"/>
                </a:lnTo>
                <a:cubicBezTo>
                  <a:pt x="3647" y="10584"/>
                  <a:pt x="3562" y="10653"/>
                  <a:pt x="3552" y="10749"/>
                </a:cubicBezTo>
                <a:cubicBezTo>
                  <a:pt x="3543" y="10856"/>
                  <a:pt x="3628" y="10945"/>
                  <a:pt x="3736" y="10945"/>
                </a:cubicBezTo>
                <a:lnTo>
                  <a:pt x="8832" y="10945"/>
                </a:lnTo>
                <a:cubicBezTo>
                  <a:pt x="8927" y="10945"/>
                  <a:pt x="9013" y="10876"/>
                  <a:pt x="9022" y="10782"/>
                </a:cubicBezTo>
                <a:cubicBezTo>
                  <a:pt x="9031" y="10674"/>
                  <a:pt x="8946" y="10586"/>
                  <a:pt x="8838" y="10586"/>
                </a:cubicBezTo>
                <a:lnTo>
                  <a:pt x="7827" y="10586"/>
                </a:lnTo>
                <a:cubicBezTo>
                  <a:pt x="7607" y="10163"/>
                  <a:pt x="7470" y="9509"/>
                  <a:pt x="7413" y="9177"/>
                </a:cubicBezTo>
                <a:lnTo>
                  <a:pt x="11928" y="9177"/>
                </a:lnTo>
                <a:cubicBezTo>
                  <a:pt x="12289" y="9177"/>
                  <a:pt x="12583" y="8884"/>
                  <a:pt x="12583" y="8523"/>
                </a:cubicBezTo>
                <a:lnTo>
                  <a:pt x="12583" y="1102"/>
                </a:lnTo>
                <a:cubicBezTo>
                  <a:pt x="12583" y="748"/>
                  <a:pt x="12295" y="460"/>
                  <a:pt x="11943" y="460"/>
                </a:cubicBezTo>
                <a:lnTo>
                  <a:pt x="10247" y="460"/>
                </a:lnTo>
                <a:cubicBezTo>
                  <a:pt x="10147" y="460"/>
                  <a:pt x="10067" y="542"/>
                  <a:pt x="10067" y="641"/>
                </a:cubicBezTo>
                <a:cubicBezTo>
                  <a:pt x="10067" y="741"/>
                  <a:pt x="10147" y="822"/>
                  <a:pt x="10247" y="822"/>
                </a:cubicBezTo>
                <a:lnTo>
                  <a:pt x="11936" y="822"/>
                </a:lnTo>
                <a:cubicBezTo>
                  <a:pt x="12094" y="822"/>
                  <a:pt x="12223" y="950"/>
                  <a:pt x="12223" y="1109"/>
                </a:cubicBezTo>
                <a:lnTo>
                  <a:pt x="12223" y="7571"/>
                </a:lnTo>
                <a:lnTo>
                  <a:pt x="11732" y="7571"/>
                </a:lnTo>
                <a:lnTo>
                  <a:pt x="11732" y="1744"/>
                </a:lnTo>
                <a:cubicBezTo>
                  <a:pt x="11732" y="1505"/>
                  <a:pt x="11538" y="1312"/>
                  <a:pt x="11299" y="1312"/>
                </a:cubicBezTo>
                <a:lnTo>
                  <a:pt x="8552" y="1312"/>
                </a:lnTo>
                <a:lnTo>
                  <a:pt x="8552" y="820"/>
                </a:lnTo>
                <a:lnTo>
                  <a:pt x="9301" y="820"/>
                </a:lnTo>
                <a:cubicBezTo>
                  <a:pt x="9397" y="820"/>
                  <a:pt x="9481" y="751"/>
                  <a:pt x="9490" y="657"/>
                </a:cubicBezTo>
                <a:cubicBezTo>
                  <a:pt x="9498" y="549"/>
                  <a:pt x="9414" y="460"/>
                  <a:pt x="9310" y="460"/>
                </a:cubicBezTo>
                <a:lnTo>
                  <a:pt x="8552" y="460"/>
                </a:lnTo>
                <a:lnTo>
                  <a:pt x="8552" y="186"/>
                </a:lnTo>
                <a:cubicBezTo>
                  <a:pt x="8552" y="83"/>
                  <a:pt x="8470" y="0"/>
                  <a:pt x="83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88" name="Google Shape;2288;p65"/>
          <p:cNvGrpSpPr/>
          <p:nvPr/>
        </p:nvGrpSpPr>
        <p:grpSpPr>
          <a:xfrm>
            <a:off x="7491709" y="2321047"/>
            <a:ext cx="263073" cy="341145"/>
            <a:chOff x="1612822" y="1436414"/>
            <a:chExt cx="367522" cy="476593"/>
          </a:xfrm>
        </p:grpSpPr>
        <p:sp>
          <p:nvSpPr>
            <p:cNvPr id="2289" name="Google Shape;2289;p65"/>
            <p:cNvSpPr/>
            <p:nvPr/>
          </p:nvSpPr>
          <p:spPr>
            <a:xfrm>
              <a:off x="1612822" y="1436414"/>
              <a:ext cx="367522" cy="476593"/>
            </a:xfrm>
            <a:custGeom>
              <a:rect b="b" l="l" r="r" t="t"/>
              <a:pathLst>
                <a:path extrusionOk="0" h="12580" w="9701">
                  <a:moveTo>
                    <a:pt x="7636" y="668"/>
                  </a:moveTo>
                  <a:lnTo>
                    <a:pt x="9113" y="2360"/>
                  </a:lnTo>
                  <a:lnTo>
                    <a:pt x="7636" y="2360"/>
                  </a:lnTo>
                  <a:lnTo>
                    <a:pt x="7636" y="668"/>
                  </a:lnTo>
                  <a:close/>
                  <a:moveTo>
                    <a:pt x="906" y="0"/>
                  </a:moveTo>
                  <a:cubicBezTo>
                    <a:pt x="803" y="0"/>
                    <a:pt x="720" y="82"/>
                    <a:pt x="720" y="183"/>
                  </a:cubicBezTo>
                  <a:lnTo>
                    <a:pt x="720" y="6454"/>
                  </a:lnTo>
                  <a:lnTo>
                    <a:pt x="183" y="6454"/>
                  </a:lnTo>
                  <a:cubicBezTo>
                    <a:pt x="82" y="6454"/>
                    <a:pt x="1" y="6536"/>
                    <a:pt x="1" y="6636"/>
                  </a:cubicBezTo>
                  <a:lnTo>
                    <a:pt x="1" y="7667"/>
                  </a:lnTo>
                  <a:cubicBezTo>
                    <a:pt x="1" y="7762"/>
                    <a:pt x="70" y="7847"/>
                    <a:pt x="164" y="7856"/>
                  </a:cubicBezTo>
                  <a:cubicBezTo>
                    <a:pt x="169" y="7857"/>
                    <a:pt x="174" y="7857"/>
                    <a:pt x="179" y="7857"/>
                  </a:cubicBezTo>
                  <a:cubicBezTo>
                    <a:pt x="280" y="7857"/>
                    <a:pt x="361" y="7775"/>
                    <a:pt x="361" y="7673"/>
                  </a:cubicBezTo>
                  <a:lnTo>
                    <a:pt x="361" y="6814"/>
                  </a:lnTo>
                  <a:lnTo>
                    <a:pt x="7275" y="6814"/>
                  </a:lnTo>
                  <a:lnTo>
                    <a:pt x="7275" y="10058"/>
                  </a:lnTo>
                  <a:lnTo>
                    <a:pt x="361" y="10058"/>
                  </a:lnTo>
                  <a:lnTo>
                    <a:pt x="361" y="8535"/>
                  </a:lnTo>
                  <a:cubicBezTo>
                    <a:pt x="361" y="8440"/>
                    <a:pt x="291" y="8355"/>
                    <a:pt x="197" y="8345"/>
                  </a:cubicBezTo>
                  <a:cubicBezTo>
                    <a:pt x="191" y="8345"/>
                    <a:pt x="186" y="8345"/>
                    <a:pt x="181" y="8345"/>
                  </a:cubicBezTo>
                  <a:cubicBezTo>
                    <a:pt x="81" y="8345"/>
                    <a:pt x="1" y="8427"/>
                    <a:pt x="1" y="8529"/>
                  </a:cubicBezTo>
                  <a:lnTo>
                    <a:pt x="1" y="10234"/>
                  </a:lnTo>
                  <a:cubicBezTo>
                    <a:pt x="1" y="10335"/>
                    <a:pt x="84" y="10418"/>
                    <a:pt x="185" y="10418"/>
                  </a:cubicBezTo>
                  <a:lnTo>
                    <a:pt x="723" y="10418"/>
                  </a:lnTo>
                  <a:lnTo>
                    <a:pt x="723" y="12397"/>
                  </a:lnTo>
                  <a:cubicBezTo>
                    <a:pt x="723" y="12498"/>
                    <a:pt x="804" y="12580"/>
                    <a:pt x="906" y="12580"/>
                  </a:cubicBezTo>
                  <a:lnTo>
                    <a:pt x="9516" y="12580"/>
                  </a:lnTo>
                  <a:cubicBezTo>
                    <a:pt x="9617" y="12580"/>
                    <a:pt x="9698" y="12498"/>
                    <a:pt x="9698" y="12398"/>
                  </a:cubicBezTo>
                  <a:lnTo>
                    <a:pt x="9698" y="4929"/>
                  </a:lnTo>
                  <a:cubicBezTo>
                    <a:pt x="9698" y="4841"/>
                    <a:pt x="9641" y="4760"/>
                    <a:pt x="9554" y="4743"/>
                  </a:cubicBezTo>
                  <a:cubicBezTo>
                    <a:pt x="9542" y="4740"/>
                    <a:pt x="9529" y="4739"/>
                    <a:pt x="9518" y="4739"/>
                  </a:cubicBezTo>
                  <a:cubicBezTo>
                    <a:pt x="9418" y="4739"/>
                    <a:pt x="9338" y="4822"/>
                    <a:pt x="9338" y="4924"/>
                  </a:cubicBezTo>
                  <a:lnTo>
                    <a:pt x="9338" y="12220"/>
                  </a:lnTo>
                  <a:lnTo>
                    <a:pt x="1081" y="12220"/>
                  </a:lnTo>
                  <a:lnTo>
                    <a:pt x="1081" y="10421"/>
                  </a:lnTo>
                  <a:lnTo>
                    <a:pt x="7452" y="10421"/>
                  </a:lnTo>
                  <a:cubicBezTo>
                    <a:pt x="7553" y="10421"/>
                    <a:pt x="7635" y="10339"/>
                    <a:pt x="7635" y="10238"/>
                  </a:cubicBezTo>
                  <a:lnTo>
                    <a:pt x="7635" y="6641"/>
                  </a:lnTo>
                  <a:cubicBezTo>
                    <a:pt x="7635" y="6539"/>
                    <a:pt x="7552" y="6458"/>
                    <a:pt x="7452" y="6458"/>
                  </a:cubicBezTo>
                  <a:lnTo>
                    <a:pt x="1082" y="6458"/>
                  </a:lnTo>
                  <a:lnTo>
                    <a:pt x="1082" y="364"/>
                  </a:lnTo>
                  <a:lnTo>
                    <a:pt x="7275" y="364"/>
                  </a:lnTo>
                  <a:lnTo>
                    <a:pt x="7275" y="2538"/>
                  </a:lnTo>
                  <a:cubicBezTo>
                    <a:pt x="7275" y="2640"/>
                    <a:pt x="7357" y="2723"/>
                    <a:pt x="7459" y="2723"/>
                  </a:cubicBezTo>
                  <a:lnTo>
                    <a:pt x="9339" y="2723"/>
                  </a:lnTo>
                  <a:lnTo>
                    <a:pt x="9339" y="4067"/>
                  </a:lnTo>
                  <a:cubicBezTo>
                    <a:pt x="9339" y="4166"/>
                    <a:pt x="9421" y="4249"/>
                    <a:pt x="9520" y="4249"/>
                  </a:cubicBezTo>
                  <a:cubicBezTo>
                    <a:pt x="9620" y="4249"/>
                    <a:pt x="9700" y="4166"/>
                    <a:pt x="9700" y="4065"/>
                  </a:cubicBezTo>
                  <a:lnTo>
                    <a:pt x="9700" y="2554"/>
                  </a:lnTo>
                  <a:cubicBezTo>
                    <a:pt x="9700" y="2510"/>
                    <a:pt x="9685" y="2467"/>
                    <a:pt x="9654" y="2432"/>
                  </a:cubicBezTo>
                  <a:lnTo>
                    <a:pt x="7589" y="63"/>
                  </a:lnTo>
                  <a:cubicBezTo>
                    <a:pt x="7553" y="22"/>
                    <a:pt x="7504" y="0"/>
                    <a:pt x="7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65"/>
            <p:cNvSpPr/>
            <p:nvPr/>
          </p:nvSpPr>
          <p:spPr>
            <a:xfrm>
              <a:off x="1818879" y="1713202"/>
              <a:ext cx="38037" cy="84749"/>
            </a:xfrm>
            <a:custGeom>
              <a:rect b="b" l="l" r="r" t="t"/>
              <a:pathLst>
                <a:path extrusionOk="0" h="2237" w="1004">
                  <a:moveTo>
                    <a:pt x="182" y="0"/>
                  </a:moveTo>
                  <a:cubicBezTo>
                    <a:pt x="82" y="0"/>
                    <a:pt x="1" y="83"/>
                    <a:pt x="1" y="184"/>
                  </a:cubicBezTo>
                  <a:lnTo>
                    <a:pt x="1" y="2053"/>
                  </a:lnTo>
                  <a:cubicBezTo>
                    <a:pt x="1" y="2142"/>
                    <a:pt x="64" y="2220"/>
                    <a:pt x="151" y="2233"/>
                  </a:cubicBezTo>
                  <a:cubicBezTo>
                    <a:pt x="160" y="2236"/>
                    <a:pt x="417" y="2237"/>
                    <a:pt x="632" y="2237"/>
                  </a:cubicBezTo>
                  <a:cubicBezTo>
                    <a:pt x="704" y="2237"/>
                    <a:pt x="771" y="2237"/>
                    <a:pt x="823" y="2237"/>
                  </a:cubicBezTo>
                  <a:cubicBezTo>
                    <a:pt x="922" y="2237"/>
                    <a:pt x="1003" y="2153"/>
                    <a:pt x="1003" y="2052"/>
                  </a:cubicBezTo>
                  <a:cubicBezTo>
                    <a:pt x="1003" y="1951"/>
                    <a:pt x="921" y="1869"/>
                    <a:pt x="822" y="1869"/>
                  </a:cubicBezTo>
                  <a:lnTo>
                    <a:pt x="821" y="1869"/>
                  </a:lnTo>
                  <a:cubicBezTo>
                    <a:pt x="659" y="1870"/>
                    <a:pt x="485" y="1870"/>
                    <a:pt x="360" y="1870"/>
                  </a:cubicBezTo>
                  <a:lnTo>
                    <a:pt x="360" y="184"/>
                  </a:lnTo>
                  <a:cubicBezTo>
                    <a:pt x="361" y="83"/>
                    <a:pt x="281" y="0"/>
                    <a:pt x="1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65"/>
            <p:cNvSpPr/>
            <p:nvPr/>
          </p:nvSpPr>
          <p:spPr>
            <a:xfrm>
              <a:off x="1737312" y="1713240"/>
              <a:ext cx="62094" cy="84862"/>
            </a:xfrm>
            <a:custGeom>
              <a:rect b="b" l="l" r="r" t="t"/>
              <a:pathLst>
                <a:path extrusionOk="0" h="2240" w="1639">
                  <a:moveTo>
                    <a:pt x="827" y="1"/>
                  </a:moveTo>
                  <a:cubicBezTo>
                    <a:pt x="746" y="1"/>
                    <a:pt x="661" y="12"/>
                    <a:pt x="573" y="38"/>
                  </a:cubicBezTo>
                  <a:cubicBezTo>
                    <a:pt x="334" y="110"/>
                    <a:pt x="165" y="299"/>
                    <a:pt x="131" y="529"/>
                  </a:cubicBezTo>
                  <a:cubicBezTo>
                    <a:pt x="100" y="744"/>
                    <a:pt x="194" y="950"/>
                    <a:pt x="375" y="1069"/>
                  </a:cubicBezTo>
                  <a:cubicBezTo>
                    <a:pt x="383" y="1074"/>
                    <a:pt x="392" y="1079"/>
                    <a:pt x="402" y="1083"/>
                  </a:cubicBezTo>
                  <a:cubicBezTo>
                    <a:pt x="412" y="1089"/>
                    <a:pt x="669" y="1202"/>
                    <a:pt x="957" y="1309"/>
                  </a:cubicBezTo>
                  <a:cubicBezTo>
                    <a:pt x="1155" y="1382"/>
                    <a:pt x="1256" y="1494"/>
                    <a:pt x="1234" y="1619"/>
                  </a:cubicBezTo>
                  <a:cubicBezTo>
                    <a:pt x="1210" y="1743"/>
                    <a:pt x="1064" y="1873"/>
                    <a:pt x="857" y="1873"/>
                  </a:cubicBezTo>
                  <a:cubicBezTo>
                    <a:pt x="657" y="1873"/>
                    <a:pt x="464" y="1791"/>
                    <a:pt x="341" y="1655"/>
                  </a:cubicBezTo>
                  <a:cubicBezTo>
                    <a:pt x="305" y="1616"/>
                    <a:pt x="255" y="1595"/>
                    <a:pt x="205" y="1595"/>
                  </a:cubicBezTo>
                  <a:cubicBezTo>
                    <a:pt x="161" y="1595"/>
                    <a:pt x="117" y="1611"/>
                    <a:pt x="82" y="1643"/>
                  </a:cubicBezTo>
                  <a:cubicBezTo>
                    <a:pt x="8" y="1710"/>
                    <a:pt x="0" y="1827"/>
                    <a:pt x="69" y="1901"/>
                  </a:cubicBezTo>
                  <a:cubicBezTo>
                    <a:pt x="260" y="2112"/>
                    <a:pt x="555" y="2240"/>
                    <a:pt x="857" y="2240"/>
                  </a:cubicBezTo>
                  <a:cubicBezTo>
                    <a:pt x="1221" y="2240"/>
                    <a:pt x="1538" y="2000"/>
                    <a:pt x="1596" y="1683"/>
                  </a:cubicBezTo>
                  <a:cubicBezTo>
                    <a:pt x="1639" y="1442"/>
                    <a:pt x="1525" y="1126"/>
                    <a:pt x="1083" y="963"/>
                  </a:cubicBezTo>
                  <a:cubicBezTo>
                    <a:pt x="846" y="875"/>
                    <a:pt x="626" y="780"/>
                    <a:pt x="566" y="754"/>
                  </a:cubicBezTo>
                  <a:cubicBezTo>
                    <a:pt x="513" y="713"/>
                    <a:pt x="486" y="650"/>
                    <a:pt x="497" y="582"/>
                  </a:cubicBezTo>
                  <a:cubicBezTo>
                    <a:pt x="509" y="493"/>
                    <a:pt x="578" y="423"/>
                    <a:pt x="680" y="390"/>
                  </a:cubicBezTo>
                  <a:cubicBezTo>
                    <a:pt x="730" y="375"/>
                    <a:pt x="778" y="369"/>
                    <a:pt x="825" y="369"/>
                  </a:cubicBezTo>
                  <a:cubicBezTo>
                    <a:pt x="1053" y="369"/>
                    <a:pt x="1236" y="515"/>
                    <a:pt x="1241" y="519"/>
                  </a:cubicBezTo>
                  <a:cubicBezTo>
                    <a:pt x="1275" y="547"/>
                    <a:pt x="1316" y="561"/>
                    <a:pt x="1358" y="561"/>
                  </a:cubicBezTo>
                  <a:cubicBezTo>
                    <a:pt x="1410" y="561"/>
                    <a:pt x="1462" y="539"/>
                    <a:pt x="1498" y="495"/>
                  </a:cubicBezTo>
                  <a:cubicBezTo>
                    <a:pt x="1564" y="418"/>
                    <a:pt x="1554" y="301"/>
                    <a:pt x="1476" y="236"/>
                  </a:cubicBezTo>
                  <a:cubicBezTo>
                    <a:pt x="1462" y="224"/>
                    <a:pt x="1191" y="1"/>
                    <a:pt x="8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65"/>
            <p:cNvSpPr/>
            <p:nvPr/>
          </p:nvSpPr>
          <p:spPr>
            <a:xfrm>
              <a:off x="1656542" y="1713240"/>
              <a:ext cx="62094" cy="84862"/>
            </a:xfrm>
            <a:custGeom>
              <a:rect b="b" l="l" r="r" t="t"/>
              <a:pathLst>
                <a:path extrusionOk="0" h="2240" w="1639">
                  <a:moveTo>
                    <a:pt x="826" y="1"/>
                  </a:moveTo>
                  <a:cubicBezTo>
                    <a:pt x="745" y="1"/>
                    <a:pt x="660" y="12"/>
                    <a:pt x="572" y="38"/>
                  </a:cubicBezTo>
                  <a:cubicBezTo>
                    <a:pt x="332" y="110"/>
                    <a:pt x="163" y="299"/>
                    <a:pt x="131" y="529"/>
                  </a:cubicBezTo>
                  <a:cubicBezTo>
                    <a:pt x="100" y="744"/>
                    <a:pt x="194" y="950"/>
                    <a:pt x="375" y="1069"/>
                  </a:cubicBezTo>
                  <a:cubicBezTo>
                    <a:pt x="382" y="1074"/>
                    <a:pt x="392" y="1079"/>
                    <a:pt x="401" y="1083"/>
                  </a:cubicBezTo>
                  <a:cubicBezTo>
                    <a:pt x="412" y="1089"/>
                    <a:pt x="668" y="1202"/>
                    <a:pt x="956" y="1309"/>
                  </a:cubicBezTo>
                  <a:cubicBezTo>
                    <a:pt x="1153" y="1382"/>
                    <a:pt x="1256" y="1494"/>
                    <a:pt x="1233" y="1619"/>
                  </a:cubicBezTo>
                  <a:cubicBezTo>
                    <a:pt x="1210" y="1743"/>
                    <a:pt x="1063" y="1873"/>
                    <a:pt x="857" y="1873"/>
                  </a:cubicBezTo>
                  <a:cubicBezTo>
                    <a:pt x="656" y="1873"/>
                    <a:pt x="464" y="1791"/>
                    <a:pt x="340" y="1655"/>
                  </a:cubicBezTo>
                  <a:cubicBezTo>
                    <a:pt x="304" y="1616"/>
                    <a:pt x="254" y="1595"/>
                    <a:pt x="204" y="1595"/>
                  </a:cubicBezTo>
                  <a:cubicBezTo>
                    <a:pt x="160" y="1595"/>
                    <a:pt x="116" y="1611"/>
                    <a:pt x="81" y="1643"/>
                  </a:cubicBezTo>
                  <a:cubicBezTo>
                    <a:pt x="6" y="1710"/>
                    <a:pt x="0" y="1827"/>
                    <a:pt x="68" y="1901"/>
                  </a:cubicBezTo>
                  <a:cubicBezTo>
                    <a:pt x="259" y="2112"/>
                    <a:pt x="554" y="2240"/>
                    <a:pt x="856" y="2240"/>
                  </a:cubicBezTo>
                  <a:cubicBezTo>
                    <a:pt x="1220" y="2240"/>
                    <a:pt x="1537" y="2000"/>
                    <a:pt x="1594" y="1683"/>
                  </a:cubicBezTo>
                  <a:cubicBezTo>
                    <a:pt x="1638" y="1442"/>
                    <a:pt x="1525" y="1126"/>
                    <a:pt x="1083" y="963"/>
                  </a:cubicBezTo>
                  <a:cubicBezTo>
                    <a:pt x="844" y="875"/>
                    <a:pt x="624" y="780"/>
                    <a:pt x="566" y="754"/>
                  </a:cubicBezTo>
                  <a:cubicBezTo>
                    <a:pt x="512" y="713"/>
                    <a:pt x="486" y="650"/>
                    <a:pt x="496" y="582"/>
                  </a:cubicBezTo>
                  <a:cubicBezTo>
                    <a:pt x="509" y="493"/>
                    <a:pt x="577" y="423"/>
                    <a:pt x="680" y="390"/>
                  </a:cubicBezTo>
                  <a:cubicBezTo>
                    <a:pt x="729" y="375"/>
                    <a:pt x="778" y="369"/>
                    <a:pt x="825" y="369"/>
                  </a:cubicBezTo>
                  <a:cubicBezTo>
                    <a:pt x="1053" y="369"/>
                    <a:pt x="1236" y="515"/>
                    <a:pt x="1240" y="519"/>
                  </a:cubicBezTo>
                  <a:cubicBezTo>
                    <a:pt x="1274" y="547"/>
                    <a:pt x="1316" y="561"/>
                    <a:pt x="1358" y="561"/>
                  </a:cubicBezTo>
                  <a:cubicBezTo>
                    <a:pt x="1410" y="561"/>
                    <a:pt x="1462" y="539"/>
                    <a:pt x="1498" y="495"/>
                  </a:cubicBezTo>
                  <a:cubicBezTo>
                    <a:pt x="1563" y="418"/>
                    <a:pt x="1552" y="301"/>
                    <a:pt x="1476" y="236"/>
                  </a:cubicBezTo>
                  <a:cubicBezTo>
                    <a:pt x="1461" y="224"/>
                    <a:pt x="1190" y="1"/>
                    <a:pt x="8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93" name="Google Shape;2293;p65"/>
          <p:cNvGrpSpPr/>
          <p:nvPr/>
        </p:nvGrpSpPr>
        <p:grpSpPr>
          <a:xfrm>
            <a:off x="1345370" y="2355643"/>
            <a:ext cx="350772" cy="271913"/>
            <a:chOff x="5547407" y="2234234"/>
            <a:chExt cx="490042" cy="379873"/>
          </a:xfrm>
        </p:grpSpPr>
        <p:sp>
          <p:nvSpPr>
            <p:cNvPr id="2294" name="Google Shape;2294;p65"/>
            <p:cNvSpPr/>
            <p:nvPr/>
          </p:nvSpPr>
          <p:spPr>
            <a:xfrm>
              <a:off x="5837379" y="2258860"/>
              <a:ext cx="56828" cy="65503"/>
            </a:xfrm>
            <a:custGeom>
              <a:rect b="b" l="l" r="r" t="t"/>
              <a:pathLst>
                <a:path extrusionOk="0" h="1729" w="1500">
                  <a:moveTo>
                    <a:pt x="865" y="1"/>
                  </a:moveTo>
                  <a:cubicBezTo>
                    <a:pt x="388" y="1"/>
                    <a:pt x="1" y="388"/>
                    <a:pt x="1" y="865"/>
                  </a:cubicBezTo>
                  <a:cubicBezTo>
                    <a:pt x="1" y="1341"/>
                    <a:pt x="388" y="1729"/>
                    <a:pt x="865" y="1729"/>
                  </a:cubicBezTo>
                  <a:cubicBezTo>
                    <a:pt x="1083" y="1729"/>
                    <a:pt x="1292" y="1640"/>
                    <a:pt x="1434" y="1471"/>
                  </a:cubicBezTo>
                  <a:cubicBezTo>
                    <a:pt x="1500" y="1393"/>
                    <a:pt x="1489" y="1277"/>
                    <a:pt x="1412" y="1211"/>
                  </a:cubicBezTo>
                  <a:cubicBezTo>
                    <a:pt x="1378" y="1184"/>
                    <a:pt x="1339" y="1171"/>
                    <a:pt x="1299" y="1171"/>
                  </a:cubicBezTo>
                  <a:cubicBezTo>
                    <a:pt x="1246" y="1171"/>
                    <a:pt x="1192" y="1194"/>
                    <a:pt x="1151" y="1233"/>
                  </a:cubicBezTo>
                  <a:cubicBezTo>
                    <a:pt x="1066" y="1313"/>
                    <a:pt x="992" y="1361"/>
                    <a:pt x="866" y="1361"/>
                  </a:cubicBezTo>
                  <a:cubicBezTo>
                    <a:pt x="593" y="1361"/>
                    <a:pt x="370" y="1139"/>
                    <a:pt x="370" y="865"/>
                  </a:cubicBezTo>
                  <a:cubicBezTo>
                    <a:pt x="369" y="591"/>
                    <a:pt x="591" y="369"/>
                    <a:pt x="865" y="369"/>
                  </a:cubicBezTo>
                  <a:cubicBezTo>
                    <a:pt x="965" y="369"/>
                    <a:pt x="1060" y="398"/>
                    <a:pt x="1143" y="454"/>
                  </a:cubicBezTo>
                  <a:cubicBezTo>
                    <a:pt x="1174" y="475"/>
                    <a:pt x="1210" y="486"/>
                    <a:pt x="1246" y="486"/>
                  </a:cubicBezTo>
                  <a:cubicBezTo>
                    <a:pt x="1305" y="486"/>
                    <a:pt x="1362" y="457"/>
                    <a:pt x="1397" y="404"/>
                  </a:cubicBezTo>
                  <a:cubicBezTo>
                    <a:pt x="1454" y="320"/>
                    <a:pt x="1432" y="205"/>
                    <a:pt x="1348" y="149"/>
                  </a:cubicBezTo>
                  <a:cubicBezTo>
                    <a:pt x="1205" y="52"/>
                    <a:pt x="1038" y="1"/>
                    <a:pt x="8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65"/>
            <p:cNvSpPr/>
            <p:nvPr/>
          </p:nvSpPr>
          <p:spPr>
            <a:xfrm>
              <a:off x="5899889" y="2258860"/>
              <a:ext cx="49288" cy="65465"/>
            </a:xfrm>
            <a:custGeom>
              <a:rect b="b" l="l" r="r" t="t"/>
              <a:pathLst>
                <a:path extrusionOk="0" h="1728" w="1301">
                  <a:moveTo>
                    <a:pt x="657" y="1"/>
                  </a:moveTo>
                  <a:cubicBezTo>
                    <a:pt x="595" y="1"/>
                    <a:pt x="528" y="9"/>
                    <a:pt x="459" y="30"/>
                  </a:cubicBezTo>
                  <a:cubicBezTo>
                    <a:pt x="268" y="88"/>
                    <a:pt x="129" y="240"/>
                    <a:pt x="103" y="428"/>
                  </a:cubicBezTo>
                  <a:cubicBezTo>
                    <a:pt x="79" y="603"/>
                    <a:pt x="154" y="774"/>
                    <a:pt x="302" y="869"/>
                  </a:cubicBezTo>
                  <a:cubicBezTo>
                    <a:pt x="311" y="874"/>
                    <a:pt x="320" y="879"/>
                    <a:pt x="327" y="884"/>
                  </a:cubicBezTo>
                  <a:cubicBezTo>
                    <a:pt x="336" y="888"/>
                    <a:pt x="522" y="969"/>
                    <a:pt x="735" y="1048"/>
                  </a:cubicBezTo>
                  <a:cubicBezTo>
                    <a:pt x="779" y="1064"/>
                    <a:pt x="920" y="1124"/>
                    <a:pt x="903" y="1218"/>
                  </a:cubicBezTo>
                  <a:cubicBezTo>
                    <a:pt x="891" y="1288"/>
                    <a:pt x="804" y="1360"/>
                    <a:pt x="679" y="1360"/>
                  </a:cubicBezTo>
                  <a:cubicBezTo>
                    <a:pt x="548" y="1360"/>
                    <a:pt x="423" y="1308"/>
                    <a:pt x="342" y="1219"/>
                  </a:cubicBezTo>
                  <a:cubicBezTo>
                    <a:pt x="306" y="1178"/>
                    <a:pt x="256" y="1157"/>
                    <a:pt x="205" y="1157"/>
                  </a:cubicBezTo>
                  <a:cubicBezTo>
                    <a:pt x="161" y="1157"/>
                    <a:pt x="117" y="1173"/>
                    <a:pt x="81" y="1205"/>
                  </a:cubicBezTo>
                  <a:cubicBezTo>
                    <a:pt x="6" y="1273"/>
                    <a:pt x="1" y="1390"/>
                    <a:pt x="69" y="1466"/>
                  </a:cubicBezTo>
                  <a:cubicBezTo>
                    <a:pt x="218" y="1632"/>
                    <a:pt x="441" y="1728"/>
                    <a:pt x="678" y="1728"/>
                  </a:cubicBezTo>
                  <a:cubicBezTo>
                    <a:pt x="971" y="1728"/>
                    <a:pt x="1219" y="1540"/>
                    <a:pt x="1265" y="1282"/>
                  </a:cubicBezTo>
                  <a:cubicBezTo>
                    <a:pt x="1300" y="1086"/>
                    <a:pt x="1211" y="831"/>
                    <a:pt x="860" y="701"/>
                  </a:cubicBezTo>
                  <a:cubicBezTo>
                    <a:pt x="695" y="641"/>
                    <a:pt x="542" y="575"/>
                    <a:pt x="493" y="554"/>
                  </a:cubicBezTo>
                  <a:cubicBezTo>
                    <a:pt x="462" y="528"/>
                    <a:pt x="463" y="493"/>
                    <a:pt x="465" y="478"/>
                  </a:cubicBezTo>
                  <a:cubicBezTo>
                    <a:pt x="468" y="457"/>
                    <a:pt x="483" y="405"/>
                    <a:pt x="563" y="382"/>
                  </a:cubicBezTo>
                  <a:cubicBezTo>
                    <a:pt x="594" y="372"/>
                    <a:pt x="625" y="368"/>
                    <a:pt x="655" y="368"/>
                  </a:cubicBezTo>
                  <a:cubicBezTo>
                    <a:pt x="800" y="368"/>
                    <a:pt x="919" y="462"/>
                    <a:pt x="924" y="466"/>
                  </a:cubicBezTo>
                  <a:cubicBezTo>
                    <a:pt x="959" y="494"/>
                    <a:pt x="1000" y="507"/>
                    <a:pt x="1042" y="507"/>
                  </a:cubicBezTo>
                  <a:cubicBezTo>
                    <a:pt x="1094" y="507"/>
                    <a:pt x="1146" y="485"/>
                    <a:pt x="1182" y="442"/>
                  </a:cubicBezTo>
                  <a:cubicBezTo>
                    <a:pt x="1248" y="363"/>
                    <a:pt x="1237" y="248"/>
                    <a:pt x="1160" y="183"/>
                  </a:cubicBezTo>
                  <a:cubicBezTo>
                    <a:pt x="1151" y="174"/>
                    <a:pt x="941" y="1"/>
                    <a:pt x="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65"/>
            <p:cNvSpPr/>
            <p:nvPr/>
          </p:nvSpPr>
          <p:spPr>
            <a:xfrm>
              <a:off x="5955656" y="2258822"/>
              <a:ext cx="49250" cy="65503"/>
            </a:xfrm>
            <a:custGeom>
              <a:rect b="b" l="l" r="r" t="t"/>
              <a:pathLst>
                <a:path extrusionOk="0" h="1729" w="1300">
                  <a:moveTo>
                    <a:pt x="653" y="0"/>
                  </a:moveTo>
                  <a:cubicBezTo>
                    <a:pt x="591" y="0"/>
                    <a:pt x="526" y="9"/>
                    <a:pt x="458" y="29"/>
                  </a:cubicBezTo>
                  <a:cubicBezTo>
                    <a:pt x="264" y="86"/>
                    <a:pt x="128" y="240"/>
                    <a:pt x="102" y="427"/>
                  </a:cubicBezTo>
                  <a:cubicBezTo>
                    <a:pt x="77" y="603"/>
                    <a:pt x="153" y="772"/>
                    <a:pt x="301" y="869"/>
                  </a:cubicBezTo>
                  <a:cubicBezTo>
                    <a:pt x="309" y="874"/>
                    <a:pt x="317" y="879"/>
                    <a:pt x="327" y="882"/>
                  </a:cubicBezTo>
                  <a:cubicBezTo>
                    <a:pt x="335" y="887"/>
                    <a:pt x="522" y="969"/>
                    <a:pt x="734" y="1048"/>
                  </a:cubicBezTo>
                  <a:cubicBezTo>
                    <a:pt x="778" y="1064"/>
                    <a:pt x="920" y="1123"/>
                    <a:pt x="903" y="1217"/>
                  </a:cubicBezTo>
                  <a:cubicBezTo>
                    <a:pt x="891" y="1289"/>
                    <a:pt x="803" y="1361"/>
                    <a:pt x="679" y="1361"/>
                  </a:cubicBezTo>
                  <a:cubicBezTo>
                    <a:pt x="548" y="1361"/>
                    <a:pt x="422" y="1309"/>
                    <a:pt x="341" y="1220"/>
                  </a:cubicBezTo>
                  <a:cubicBezTo>
                    <a:pt x="305" y="1179"/>
                    <a:pt x="255" y="1158"/>
                    <a:pt x="205" y="1158"/>
                  </a:cubicBezTo>
                  <a:cubicBezTo>
                    <a:pt x="161" y="1158"/>
                    <a:pt x="116" y="1174"/>
                    <a:pt x="81" y="1206"/>
                  </a:cubicBezTo>
                  <a:cubicBezTo>
                    <a:pt x="5" y="1274"/>
                    <a:pt x="0" y="1391"/>
                    <a:pt x="68" y="1467"/>
                  </a:cubicBezTo>
                  <a:cubicBezTo>
                    <a:pt x="218" y="1633"/>
                    <a:pt x="441" y="1729"/>
                    <a:pt x="678" y="1729"/>
                  </a:cubicBezTo>
                  <a:cubicBezTo>
                    <a:pt x="971" y="1729"/>
                    <a:pt x="1218" y="1541"/>
                    <a:pt x="1264" y="1283"/>
                  </a:cubicBezTo>
                  <a:cubicBezTo>
                    <a:pt x="1300" y="1088"/>
                    <a:pt x="1211" y="832"/>
                    <a:pt x="860" y="702"/>
                  </a:cubicBezTo>
                  <a:cubicBezTo>
                    <a:pt x="694" y="642"/>
                    <a:pt x="542" y="576"/>
                    <a:pt x="492" y="555"/>
                  </a:cubicBezTo>
                  <a:cubicBezTo>
                    <a:pt x="462" y="529"/>
                    <a:pt x="463" y="494"/>
                    <a:pt x="466" y="479"/>
                  </a:cubicBezTo>
                  <a:cubicBezTo>
                    <a:pt x="468" y="458"/>
                    <a:pt x="484" y="406"/>
                    <a:pt x="564" y="383"/>
                  </a:cubicBezTo>
                  <a:cubicBezTo>
                    <a:pt x="594" y="374"/>
                    <a:pt x="625" y="370"/>
                    <a:pt x="654" y="370"/>
                  </a:cubicBezTo>
                  <a:cubicBezTo>
                    <a:pt x="800" y="370"/>
                    <a:pt x="921" y="463"/>
                    <a:pt x="925" y="467"/>
                  </a:cubicBezTo>
                  <a:cubicBezTo>
                    <a:pt x="959" y="495"/>
                    <a:pt x="1000" y="508"/>
                    <a:pt x="1042" y="508"/>
                  </a:cubicBezTo>
                  <a:cubicBezTo>
                    <a:pt x="1095" y="508"/>
                    <a:pt x="1147" y="486"/>
                    <a:pt x="1184" y="443"/>
                  </a:cubicBezTo>
                  <a:cubicBezTo>
                    <a:pt x="1248" y="366"/>
                    <a:pt x="1238" y="249"/>
                    <a:pt x="1161" y="184"/>
                  </a:cubicBezTo>
                  <a:cubicBezTo>
                    <a:pt x="1150" y="175"/>
                    <a:pt x="938" y="0"/>
                    <a:pt x="6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65"/>
            <p:cNvSpPr/>
            <p:nvPr/>
          </p:nvSpPr>
          <p:spPr>
            <a:xfrm>
              <a:off x="5547407" y="2234234"/>
              <a:ext cx="490042" cy="379873"/>
            </a:xfrm>
            <a:custGeom>
              <a:rect b="b" l="l" r="r" t="t"/>
              <a:pathLst>
                <a:path extrusionOk="0" h="10027" w="12935">
                  <a:moveTo>
                    <a:pt x="6964" y="2262"/>
                  </a:moveTo>
                  <a:lnTo>
                    <a:pt x="6964" y="2831"/>
                  </a:lnTo>
                  <a:cubicBezTo>
                    <a:pt x="6965" y="2932"/>
                    <a:pt x="7047" y="3016"/>
                    <a:pt x="7148" y="3016"/>
                  </a:cubicBezTo>
                  <a:lnTo>
                    <a:pt x="10929" y="3016"/>
                  </a:lnTo>
                  <a:lnTo>
                    <a:pt x="10929" y="7455"/>
                  </a:lnTo>
                  <a:cubicBezTo>
                    <a:pt x="10929" y="7518"/>
                    <a:pt x="10878" y="7568"/>
                    <a:pt x="10814" y="7568"/>
                  </a:cubicBezTo>
                  <a:lnTo>
                    <a:pt x="3163" y="7568"/>
                  </a:lnTo>
                  <a:lnTo>
                    <a:pt x="3163" y="5923"/>
                  </a:lnTo>
                  <a:cubicBezTo>
                    <a:pt x="3163" y="5828"/>
                    <a:pt x="3094" y="5743"/>
                    <a:pt x="2999" y="5733"/>
                  </a:cubicBezTo>
                  <a:cubicBezTo>
                    <a:pt x="2994" y="5733"/>
                    <a:pt x="2989" y="5733"/>
                    <a:pt x="2983" y="5733"/>
                  </a:cubicBezTo>
                  <a:cubicBezTo>
                    <a:pt x="2883" y="5733"/>
                    <a:pt x="2803" y="5814"/>
                    <a:pt x="2803" y="5917"/>
                  </a:cubicBezTo>
                  <a:lnTo>
                    <a:pt x="2803" y="7600"/>
                  </a:lnTo>
                  <a:lnTo>
                    <a:pt x="2033" y="7600"/>
                  </a:lnTo>
                  <a:cubicBezTo>
                    <a:pt x="1970" y="7600"/>
                    <a:pt x="1919" y="7550"/>
                    <a:pt x="1919" y="7487"/>
                  </a:cubicBezTo>
                  <a:lnTo>
                    <a:pt x="1919" y="2408"/>
                  </a:lnTo>
                  <a:cubicBezTo>
                    <a:pt x="1919" y="2345"/>
                    <a:pt x="1970" y="2294"/>
                    <a:pt x="2033" y="2294"/>
                  </a:cubicBezTo>
                  <a:lnTo>
                    <a:pt x="2803" y="2294"/>
                  </a:lnTo>
                  <a:lnTo>
                    <a:pt x="2803" y="5105"/>
                  </a:lnTo>
                  <a:cubicBezTo>
                    <a:pt x="2803" y="5200"/>
                    <a:pt x="2872" y="5285"/>
                    <a:pt x="2966" y="5295"/>
                  </a:cubicBezTo>
                  <a:cubicBezTo>
                    <a:pt x="2971" y="5295"/>
                    <a:pt x="2977" y="5295"/>
                    <a:pt x="2982" y="5295"/>
                  </a:cubicBezTo>
                  <a:cubicBezTo>
                    <a:pt x="3083" y="5295"/>
                    <a:pt x="3163" y="5214"/>
                    <a:pt x="3163" y="5111"/>
                  </a:cubicBezTo>
                  <a:lnTo>
                    <a:pt x="3163" y="2262"/>
                  </a:lnTo>
                  <a:close/>
                  <a:moveTo>
                    <a:pt x="6964" y="1410"/>
                  </a:moveTo>
                  <a:lnTo>
                    <a:pt x="6964" y="1901"/>
                  </a:lnTo>
                  <a:lnTo>
                    <a:pt x="2041" y="1901"/>
                  </a:lnTo>
                  <a:cubicBezTo>
                    <a:pt x="1774" y="1901"/>
                    <a:pt x="1557" y="2117"/>
                    <a:pt x="1557" y="2384"/>
                  </a:cubicBezTo>
                  <a:lnTo>
                    <a:pt x="1557" y="7479"/>
                  </a:lnTo>
                  <a:cubicBezTo>
                    <a:pt x="1557" y="7746"/>
                    <a:pt x="1774" y="7962"/>
                    <a:pt x="2041" y="7962"/>
                  </a:cubicBezTo>
                  <a:lnTo>
                    <a:pt x="10805" y="7962"/>
                  </a:lnTo>
                  <a:cubicBezTo>
                    <a:pt x="11072" y="7962"/>
                    <a:pt x="11289" y="7746"/>
                    <a:pt x="11289" y="7479"/>
                  </a:cubicBezTo>
                  <a:lnTo>
                    <a:pt x="11289" y="3048"/>
                  </a:lnTo>
                  <a:lnTo>
                    <a:pt x="11714" y="3048"/>
                  </a:lnTo>
                  <a:lnTo>
                    <a:pt x="11714" y="7985"/>
                  </a:lnTo>
                  <a:cubicBezTo>
                    <a:pt x="11714" y="8244"/>
                    <a:pt x="11505" y="8453"/>
                    <a:pt x="11245" y="8453"/>
                  </a:cubicBezTo>
                  <a:lnTo>
                    <a:pt x="1601" y="8453"/>
                  </a:lnTo>
                  <a:cubicBezTo>
                    <a:pt x="1342" y="8453"/>
                    <a:pt x="1132" y="8244"/>
                    <a:pt x="1132" y="7985"/>
                  </a:cubicBezTo>
                  <a:lnTo>
                    <a:pt x="1132" y="1879"/>
                  </a:lnTo>
                  <a:cubicBezTo>
                    <a:pt x="1132" y="1619"/>
                    <a:pt x="1342" y="1410"/>
                    <a:pt x="1601" y="1410"/>
                  </a:cubicBezTo>
                  <a:close/>
                  <a:moveTo>
                    <a:pt x="7553" y="8815"/>
                  </a:moveTo>
                  <a:lnTo>
                    <a:pt x="7553" y="8862"/>
                  </a:lnTo>
                  <a:cubicBezTo>
                    <a:pt x="7553" y="8963"/>
                    <a:pt x="7473" y="9044"/>
                    <a:pt x="7372" y="9044"/>
                  </a:cubicBezTo>
                  <a:lnTo>
                    <a:pt x="5508" y="9044"/>
                  </a:lnTo>
                  <a:cubicBezTo>
                    <a:pt x="5406" y="9044"/>
                    <a:pt x="5326" y="8962"/>
                    <a:pt x="5326" y="8862"/>
                  </a:cubicBezTo>
                  <a:lnTo>
                    <a:pt x="5326" y="8815"/>
                  </a:lnTo>
                  <a:close/>
                  <a:moveTo>
                    <a:pt x="12209" y="8848"/>
                  </a:moveTo>
                  <a:cubicBezTo>
                    <a:pt x="12275" y="8848"/>
                    <a:pt x="12329" y="8901"/>
                    <a:pt x="12329" y="8964"/>
                  </a:cubicBezTo>
                  <a:cubicBezTo>
                    <a:pt x="12331" y="9352"/>
                    <a:pt x="12017" y="9666"/>
                    <a:pt x="11630" y="9666"/>
                  </a:cubicBezTo>
                  <a:lnTo>
                    <a:pt x="1263" y="9666"/>
                  </a:lnTo>
                  <a:cubicBezTo>
                    <a:pt x="877" y="9666"/>
                    <a:pt x="561" y="9350"/>
                    <a:pt x="562" y="8964"/>
                  </a:cubicBezTo>
                  <a:cubicBezTo>
                    <a:pt x="562" y="8899"/>
                    <a:pt x="618" y="8848"/>
                    <a:pt x="683" y="8848"/>
                  </a:cubicBezTo>
                  <a:lnTo>
                    <a:pt x="4966" y="8848"/>
                  </a:lnTo>
                  <a:lnTo>
                    <a:pt x="4966" y="8887"/>
                  </a:lnTo>
                  <a:cubicBezTo>
                    <a:pt x="4966" y="9191"/>
                    <a:pt x="5213" y="9437"/>
                    <a:pt x="5516" y="9437"/>
                  </a:cubicBezTo>
                  <a:lnTo>
                    <a:pt x="7365" y="9437"/>
                  </a:lnTo>
                  <a:cubicBezTo>
                    <a:pt x="7669" y="9437"/>
                    <a:pt x="7915" y="9191"/>
                    <a:pt x="7915" y="8887"/>
                  </a:cubicBezTo>
                  <a:lnTo>
                    <a:pt x="7915" y="8848"/>
                  </a:lnTo>
                  <a:close/>
                  <a:moveTo>
                    <a:pt x="7150" y="0"/>
                  </a:moveTo>
                  <a:cubicBezTo>
                    <a:pt x="7049" y="0"/>
                    <a:pt x="6966" y="83"/>
                    <a:pt x="6966" y="185"/>
                  </a:cubicBezTo>
                  <a:lnTo>
                    <a:pt x="6966" y="1049"/>
                  </a:lnTo>
                  <a:lnTo>
                    <a:pt x="1612" y="1049"/>
                  </a:lnTo>
                  <a:cubicBezTo>
                    <a:pt x="1149" y="1049"/>
                    <a:pt x="774" y="1424"/>
                    <a:pt x="774" y="1886"/>
                  </a:cubicBezTo>
                  <a:lnTo>
                    <a:pt x="774" y="7981"/>
                  </a:lnTo>
                  <a:cubicBezTo>
                    <a:pt x="774" y="8157"/>
                    <a:pt x="827" y="8319"/>
                    <a:pt x="918" y="8453"/>
                  </a:cubicBezTo>
                  <a:lnTo>
                    <a:pt x="468" y="8453"/>
                  </a:lnTo>
                  <a:cubicBezTo>
                    <a:pt x="324" y="8453"/>
                    <a:pt x="194" y="8553"/>
                    <a:pt x="161" y="8694"/>
                  </a:cubicBezTo>
                  <a:cubicBezTo>
                    <a:pt x="1" y="9399"/>
                    <a:pt x="535" y="10027"/>
                    <a:pt x="1214" y="10027"/>
                  </a:cubicBezTo>
                  <a:lnTo>
                    <a:pt x="11724" y="10027"/>
                  </a:lnTo>
                  <a:cubicBezTo>
                    <a:pt x="12402" y="10027"/>
                    <a:pt x="12935" y="9399"/>
                    <a:pt x="12776" y="8694"/>
                  </a:cubicBezTo>
                  <a:cubicBezTo>
                    <a:pt x="12743" y="8552"/>
                    <a:pt x="12615" y="8453"/>
                    <a:pt x="12469" y="8453"/>
                  </a:cubicBezTo>
                  <a:lnTo>
                    <a:pt x="11970" y="8453"/>
                  </a:lnTo>
                  <a:cubicBezTo>
                    <a:pt x="12059" y="8320"/>
                    <a:pt x="12111" y="8158"/>
                    <a:pt x="12111" y="7984"/>
                  </a:cubicBezTo>
                  <a:lnTo>
                    <a:pt x="12111" y="3016"/>
                  </a:lnTo>
                  <a:lnTo>
                    <a:pt x="12547" y="3016"/>
                  </a:lnTo>
                  <a:cubicBezTo>
                    <a:pt x="12649" y="3016"/>
                    <a:pt x="12731" y="2933"/>
                    <a:pt x="12731" y="2830"/>
                  </a:cubicBezTo>
                  <a:lnTo>
                    <a:pt x="12731" y="182"/>
                  </a:lnTo>
                  <a:cubicBezTo>
                    <a:pt x="12731" y="81"/>
                    <a:pt x="12651" y="0"/>
                    <a:pt x="12549" y="0"/>
                  </a:cubicBezTo>
                  <a:lnTo>
                    <a:pt x="10737" y="0"/>
                  </a:lnTo>
                  <a:cubicBezTo>
                    <a:pt x="10642" y="0"/>
                    <a:pt x="10557" y="69"/>
                    <a:pt x="10549" y="164"/>
                  </a:cubicBezTo>
                  <a:cubicBezTo>
                    <a:pt x="10540" y="271"/>
                    <a:pt x="10624" y="360"/>
                    <a:pt x="10729" y="360"/>
                  </a:cubicBezTo>
                  <a:lnTo>
                    <a:pt x="12371" y="360"/>
                  </a:lnTo>
                  <a:lnTo>
                    <a:pt x="12371" y="2654"/>
                  </a:lnTo>
                  <a:lnTo>
                    <a:pt x="7359" y="2654"/>
                  </a:lnTo>
                  <a:lnTo>
                    <a:pt x="7359" y="360"/>
                  </a:lnTo>
                  <a:lnTo>
                    <a:pt x="9769" y="360"/>
                  </a:lnTo>
                  <a:cubicBezTo>
                    <a:pt x="9865" y="360"/>
                    <a:pt x="9950" y="290"/>
                    <a:pt x="9957" y="197"/>
                  </a:cubicBezTo>
                  <a:cubicBezTo>
                    <a:pt x="9966" y="89"/>
                    <a:pt x="9883" y="0"/>
                    <a:pt x="97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65"/>
            <p:cNvSpPr/>
            <p:nvPr/>
          </p:nvSpPr>
          <p:spPr>
            <a:xfrm>
              <a:off x="5847001" y="2368347"/>
              <a:ext cx="35915" cy="13676"/>
            </a:xfrm>
            <a:custGeom>
              <a:rect b="b" l="l" r="r" t="t"/>
              <a:pathLst>
                <a:path extrusionOk="0" h="361" w="948">
                  <a:moveTo>
                    <a:pt x="199" y="0"/>
                  </a:moveTo>
                  <a:cubicBezTo>
                    <a:pt x="104" y="0"/>
                    <a:pt x="19" y="69"/>
                    <a:pt x="11" y="164"/>
                  </a:cubicBezTo>
                  <a:cubicBezTo>
                    <a:pt x="0" y="270"/>
                    <a:pt x="85" y="361"/>
                    <a:pt x="190" y="361"/>
                  </a:cubicBezTo>
                  <a:lnTo>
                    <a:pt x="749" y="361"/>
                  </a:lnTo>
                  <a:cubicBezTo>
                    <a:pt x="845" y="361"/>
                    <a:pt x="930" y="291"/>
                    <a:pt x="938" y="197"/>
                  </a:cubicBezTo>
                  <a:cubicBezTo>
                    <a:pt x="947" y="89"/>
                    <a:pt x="863" y="0"/>
                    <a:pt x="7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65"/>
            <p:cNvSpPr/>
            <p:nvPr/>
          </p:nvSpPr>
          <p:spPr>
            <a:xfrm>
              <a:off x="5847039" y="2426614"/>
              <a:ext cx="35877" cy="13714"/>
            </a:xfrm>
            <a:custGeom>
              <a:rect b="b" l="l" r="r" t="t"/>
              <a:pathLst>
                <a:path extrusionOk="0" h="362" w="947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48" y="361"/>
                  </a:lnTo>
                  <a:cubicBezTo>
                    <a:pt x="844" y="361"/>
                    <a:pt x="929" y="291"/>
                    <a:pt x="937" y="197"/>
                  </a:cubicBezTo>
                  <a:cubicBezTo>
                    <a:pt x="946" y="91"/>
                    <a:pt x="862" y="1"/>
                    <a:pt x="7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65"/>
            <p:cNvSpPr/>
            <p:nvPr/>
          </p:nvSpPr>
          <p:spPr>
            <a:xfrm>
              <a:off x="5847039" y="2456430"/>
              <a:ext cx="35877" cy="13676"/>
            </a:xfrm>
            <a:custGeom>
              <a:rect b="b" l="l" r="r" t="t"/>
              <a:pathLst>
                <a:path extrusionOk="0" h="361" w="947">
                  <a:moveTo>
                    <a:pt x="198" y="0"/>
                  </a:moveTo>
                  <a:cubicBezTo>
                    <a:pt x="103" y="0"/>
                    <a:pt x="18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48" y="361"/>
                  </a:lnTo>
                  <a:cubicBezTo>
                    <a:pt x="844" y="361"/>
                    <a:pt x="929" y="292"/>
                    <a:pt x="937" y="197"/>
                  </a:cubicBezTo>
                  <a:cubicBezTo>
                    <a:pt x="946" y="89"/>
                    <a:pt x="862" y="0"/>
                    <a:pt x="7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65"/>
            <p:cNvSpPr/>
            <p:nvPr/>
          </p:nvSpPr>
          <p:spPr>
            <a:xfrm>
              <a:off x="5749258" y="2484995"/>
              <a:ext cx="35877" cy="13676"/>
            </a:xfrm>
            <a:custGeom>
              <a:rect b="b" l="l" r="r" t="t"/>
              <a:pathLst>
                <a:path extrusionOk="0" h="361" w="947">
                  <a:moveTo>
                    <a:pt x="199" y="0"/>
                  </a:moveTo>
                  <a:cubicBezTo>
                    <a:pt x="103" y="0"/>
                    <a:pt x="19" y="70"/>
                    <a:pt x="10" y="164"/>
                  </a:cubicBezTo>
                  <a:cubicBezTo>
                    <a:pt x="1" y="272"/>
                    <a:pt x="86" y="361"/>
                    <a:pt x="190" y="361"/>
                  </a:cubicBezTo>
                  <a:lnTo>
                    <a:pt x="749" y="361"/>
                  </a:lnTo>
                  <a:cubicBezTo>
                    <a:pt x="845" y="361"/>
                    <a:pt x="930" y="292"/>
                    <a:pt x="937" y="197"/>
                  </a:cubicBezTo>
                  <a:cubicBezTo>
                    <a:pt x="947" y="89"/>
                    <a:pt x="863" y="0"/>
                    <a:pt x="7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65"/>
            <p:cNvSpPr/>
            <p:nvPr/>
          </p:nvSpPr>
          <p:spPr>
            <a:xfrm>
              <a:off x="5804153" y="2484995"/>
              <a:ext cx="78308" cy="13676"/>
            </a:xfrm>
            <a:custGeom>
              <a:rect b="b" l="l" r="r" t="t"/>
              <a:pathLst>
                <a:path extrusionOk="0" h="361" w="2067">
                  <a:moveTo>
                    <a:pt x="198" y="0"/>
                  </a:moveTo>
                  <a:cubicBezTo>
                    <a:pt x="103" y="0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868" y="361"/>
                  </a:lnTo>
                  <a:cubicBezTo>
                    <a:pt x="1963" y="361"/>
                    <a:pt x="2048" y="292"/>
                    <a:pt x="2056" y="197"/>
                  </a:cubicBezTo>
                  <a:cubicBezTo>
                    <a:pt x="2067" y="89"/>
                    <a:pt x="1983" y="0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65"/>
            <p:cNvSpPr/>
            <p:nvPr/>
          </p:nvSpPr>
          <p:spPr>
            <a:xfrm>
              <a:off x="5792485" y="2426614"/>
              <a:ext cx="35536" cy="13714"/>
            </a:xfrm>
            <a:custGeom>
              <a:rect b="b" l="l" r="r" t="t"/>
              <a:pathLst>
                <a:path extrusionOk="0" h="362" w="938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58" y="361"/>
                  </a:lnTo>
                  <a:cubicBezTo>
                    <a:pt x="758" y="361"/>
                    <a:pt x="759" y="361"/>
                    <a:pt x="760" y="361"/>
                  </a:cubicBezTo>
                  <a:cubicBezTo>
                    <a:pt x="859" y="361"/>
                    <a:pt x="938" y="280"/>
                    <a:pt x="938" y="181"/>
                  </a:cubicBezTo>
                  <a:cubicBezTo>
                    <a:pt x="938" y="81"/>
                    <a:pt x="857" y="1"/>
                    <a:pt x="7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65"/>
            <p:cNvSpPr/>
            <p:nvPr/>
          </p:nvSpPr>
          <p:spPr>
            <a:xfrm>
              <a:off x="5703758" y="2426614"/>
              <a:ext cx="74974" cy="13714"/>
            </a:xfrm>
            <a:custGeom>
              <a:rect b="b" l="l" r="r" t="t"/>
              <a:pathLst>
                <a:path extrusionOk="0" h="362" w="1979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798" y="361"/>
                  </a:lnTo>
                  <a:cubicBezTo>
                    <a:pt x="1798" y="361"/>
                    <a:pt x="1799" y="361"/>
                    <a:pt x="1800" y="361"/>
                  </a:cubicBezTo>
                  <a:cubicBezTo>
                    <a:pt x="1898" y="361"/>
                    <a:pt x="1979" y="280"/>
                    <a:pt x="1979" y="181"/>
                  </a:cubicBezTo>
                  <a:cubicBezTo>
                    <a:pt x="1979" y="81"/>
                    <a:pt x="1897" y="1"/>
                    <a:pt x="17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65"/>
            <p:cNvSpPr/>
            <p:nvPr/>
          </p:nvSpPr>
          <p:spPr>
            <a:xfrm>
              <a:off x="5704630" y="2368347"/>
              <a:ext cx="122747" cy="13676"/>
            </a:xfrm>
            <a:custGeom>
              <a:rect b="b" l="l" r="r" t="t"/>
              <a:pathLst>
                <a:path extrusionOk="0" h="361" w="3240">
                  <a:moveTo>
                    <a:pt x="180" y="0"/>
                  </a:moveTo>
                  <a:cubicBezTo>
                    <a:pt x="81" y="0"/>
                    <a:pt x="1" y="80"/>
                    <a:pt x="1" y="179"/>
                  </a:cubicBezTo>
                  <a:cubicBezTo>
                    <a:pt x="1" y="279"/>
                    <a:pt x="82" y="361"/>
                    <a:pt x="182" y="361"/>
                  </a:cubicBezTo>
                  <a:lnTo>
                    <a:pt x="3042" y="361"/>
                  </a:lnTo>
                  <a:cubicBezTo>
                    <a:pt x="3137" y="361"/>
                    <a:pt x="3223" y="291"/>
                    <a:pt x="3231" y="197"/>
                  </a:cubicBezTo>
                  <a:cubicBezTo>
                    <a:pt x="3240" y="89"/>
                    <a:pt x="3156" y="0"/>
                    <a:pt x="3051" y="0"/>
                  </a:cubicBezTo>
                  <a:lnTo>
                    <a:pt x="182" y="0"/>
                  </a:lnTo>
                  <a:cubicBezTo>
                    <a:pt x="181" y="0"/>
                    <a:pt x="180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65"/>
            <p:cNvSpPr/>
            <p:nvPr/>
          </p:nvSpPr>
          <p:spPr>
            <a:xfrm>
              <a:off x="5702963" y="2398087"/>
              <a:ext cx="180787" cy="13714"/>
            </a:xfrm>
            <a:custGeom>
              <a:rect b="b" l="l" r="r" t="t"/>
              <a:pathLst>
                <a:path extrusionOk="0" h="362" w="4772">
                  <a:moveTo>
                    <a:pt x="200" y="1"/>
                  </a:moveTo>
                  <a:cubicBezTo>
                    <a:pt x="104" y="1"/>
                    <a:pt x="19" y="70"/>
                    <a:pt x="10" y="164"/>
                  </a:cubicBezTo>
                  <a:cubicBezTo>
                    <a:pt x="1" y="272"/>
                    <a:pt x="85" y="361"/>
                    <a:pt x="193" y="361"/>
                  </a:cubicBezTo>
                  <a:lnTo>
                    <a:pt x="4562" y="361"/>
                  </a:lnTo>
                  <a:cubicBezTo>
                    <a:pt x="4650" y="361"/>
                    <a:pt x="4729" y="303"/>
                    <a:pt x="4748" y="217"/>
                  </a:cubicBezTo>
                  <a:cubicBezTo>
                    <a:pt x="4771" y="101"/>
                    <a:pt x="4681" y="1"/>
                    <a:pt x="45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65"/>
            <p:cNvSpPr/>
            <p:nvPr/>
          </p:nvSpPr>
          <p:spPr>
            <a:xfrm>
              <a:off x="5898411" y="2368347"/>
              <a:ext cx="27618" cy="13676"/>
            </a:xfrm>
            <a:custGeom>
              <a:rect b="b" l="l" r="r" t="t"/>
              <a:pathLst>
                <a:path extrusionOk="0" h="361" w="729">
                  <a:moveTo>
                    <a:pt x="199" y="0"/>
                  </a:moveTo>
                  <a:cubicBezTo>
                    <a:pt x="103" y="0"/>
                    <a:pt x="19" y="69"/>
                    <a:pt x="10" y="164"/>
                  </a:cubicBezTo>
                  <a:cubicBezTo>
                    <a:pt x="1" y="270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1"/>
                    <a:pt x="720" y="197"/>
                  </a:cubicBezTo>
                  <a:cubicBezTo>
                    <a:pt x="729" y="89"/>
                    <a:pt x="645" y="0"/>
                    <a:pt x="5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65"/>
            <p:cNvSpPr/>
            <p:nvPr/>
          </p:nvSpPr>
          <p:spPr>
            <a:xfrm>
              <a:off x="5898411" y="2398087"/>
              <a:ext cx="27618" cy="13714"/>
            </a:xfrm>
            <a:custGeom>
              <a:rect b="b" l="l" r="r" t="t"/>
              <a:pathLst>
                <a:path extrusionOk="0" h="362" w="729">
                  <a:moveTo>
                    <a:pt x="199" y="1"/>
                  </a:moveTo>
                  <a:cubicBezTo>
                    <a:pt x="103" y="1"/>
                    <a:pt x="19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2"/>
                    <a:pt x="720" y="198"/>
                  </a:cubicBezTo>
                  <a:cubicBezTo>
                    <a:pt x="729" y="90"/>
                    <a:pt x="645" y="1"/>
                    <a:pt x="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65"/>
            <p:cNvSpPr/>
            <p:nvPr/>
          </p:nvSpPr>
          <p:spPr>
            <a:xfrm>
              <a:off x="5898411" y="2426652"/>
              <a:ext cx="27618" cy="13714"/>
            </a:xfrm>
            <a:custGeom>
              <a:rect b="b" l="l" r="r" t="t"/>
              <a:pathLst>
                <a:path extrusionOk="0" h="362" w="729">
                  <a:moveTo>
                    <a:pt x="199" y="1"/>
                  </a:moveTo>
                  <a:cubicBezTo>
                    <a:pt x="103" y="1"/>
                    <a:pt x="19" y="70"/>
                    <a:pt x="10" y="164"/>
                  </a:cubicBezTo>
                  <a:cubicBezTo>
                    <a:pt x="1" y="271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2"/>
                    <a:pt x="720" y="198"/>
                  </a:cubicBezTo>
                  <a:cubicBezTo>
                    <a:pt x="729" y="90"/>
                    <a:pt x="645" y="1"/>
                    <a:pt x="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65"/>
            <p:cNvSpPr/>
            <p:nvPr/>
          </p:nvSpPr>
          <p:spPr>
            <a:xfrm>
              <a:off x="5898411" y="2456430"/>
              <a:ext cx="27618" cy="13676"/>
            </a:xfrm>
            <a:custGeom>
              <a:rect b="b" l="l" r="r" t="t"/>
              <a:pathLst>
                <a:path extrusionOk="0" h="361" w="729">
                  <a:moveTo>
                    <a:pt x="199" y="0"/>
                  </a:moveTo>
                  <a:cubicBezTo>
                    <a:pt x="103" y="0"/>
                    <a:pt x="19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2"/>
                    <a:pt x="720" y="197"/>
                  </a:cubicBezTo>
                  <a:cubicBezTo>
                    <a:pt x="729" y="89"/>
                    <a:pt x="645" y="0"/>
                    <a:pt x="5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65"/>
            <p:cNvSpPr/>
            <p:nvPr/>
          </p:nvSpPr>
          <p:spPr>
            <a:xfrm>
              <a:off x="5898411" y="2484995"/>
              <a:ext cx="27618" cy="13676"/>
            </a:xfrm>
            <a:custGeom>
              <a:rect b="b" l="l" r="r" t="t"/>
              <a:pathLst>
                <a:path extrusionOk="0" h="361" w="729">
                  <a:moveTo>
                    <a:pt x="199" y="0"/>
                  </a:moveTo>
                  <a:cubicBezTo>
                    <a:pt x="103" y="0"/>
                    <a:pt x="19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2"/>
                    <a:pt x="720" y="197"/>
                  </a:cubicBezTo>
                  <a:cubicBezTo>
                    <a:pt x="729" y="89"/>
                    <a:pt x="645" y="0"/>
                    <a:pt x="5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12" name="Google Shape;2312;p65"/>
          <p:cNvSpPr txBox="1"/>
          <p:nvPr/>
        </p:nvSpPr>
        <p:spPr>
          <a:xfrm>
            <a:off x="734150" y="3246950"/>
            <a:ext cx="1573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Earth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13" name="Google Shape;2313;p65"/>
          <p:cNvSpPr txBox="1"/>
          <p:nvPr/>
        </p:nvSpPr>
        <p:spPr>
          <a:xfrm>
            <a:off x="734156" y="3646300"/>
            <a:ext cx="1573200" cy="8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It’s the only planet known to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harbor life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14" name="Google Shape;2314;p65"/>
          <p:cNvSpPr txBox="1"/>
          <p:nvPr/>
        </p:nvSpPr>
        <p:spPr>
          <a:xfrm>
            <a:off x="2768315" y="3246950"/>
            <a:ext cx="1573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Mercury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15" name="Google Shape;2315;p65"/>
          <p:cNvSpPr txBox="1"/>
          <p:nvPr/>
        </p:nvSpPr>
        <p:spPr>
          <a:xfrm>
            <a:off x="2768315" y="3646300"/>
            <a:ext cx="1573200" cy="8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Mercury is the closest planet to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16" name="Google Shape;2316;p65"/>
          <p:cNvSpPr txBox="1"/>
          <p:nvPr/>
        </p:nvSpPr>
        <p:spPr>
          <a:xfrm>
            <a:off x="734163" y="1243875"/>
            <a:ext cx="15732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b="1" sz="3000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17" name="Google Shape;2317;p65"/>
          <p:cNvSpPr txBox="1"/>
          <p:nvPr/>
        </p:nvSpPr>
        <p:spPr>
          <a:xfrm>
            <a:off x="4802510" y="3246950"/>
            <a:ext cx="1573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Jupiter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18" name="Google Shape;2318;p65"/>
          <p:cNvSpPr txBox="1"/>
          <p:nvPr/>
        </p:nvSpPr>
        <p:spPr>
          <a:xfrm>
            <a:off x="4802510" y="3646300"/>
            <a:ext cx="1573200" cy="8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Jupiter is 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biggest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planet of them all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19" name="Google Shape;2319;p65"/>
          <p:cNvSpPr txBox="1"/>
          <p:nvPr/>
        </p:nvSpPr>
        <p:spPr>
          <a:xfrm>
            <a:off x="6836648" y="3246950"/>
            <a:ext cx="1573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Saturn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20" name="Google Shape;2320;p65"/>
          <p:cNvSpPr txBox="1"/>
          <p:nvPr/>
        </p:nvSpPr>
        <p:spPr>
          <a:xfrm>
            <a:off x="6836645" y="3646300"/>
            <a:ext cx="1573200" cy="8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Saturn was named after a Roman god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1" name="Google Shape;2321;p65"/>
          <p:cNvSpPr txBox="1"/>
          <p:nvPr/>
        </p:nvSpPr>
        <p:spPr>
          <a:xfrm>
            <a:off x="2768315" y="1243875"/>
            <a:ext cx="15732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b="1" sz="3000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2" name="Google Shape;2322;p65"/>
          <p:cNvSpPr txBox="1"/>
          <p:nvPr/>
        </p:nvSpPr>
        <p:spPr>
          <a:xfrm>
            <a:off x="4802461" y="1243875"/>
            <a:ext cx="15732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b="1" sz="3000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3" name="Google Shape;2323;p65"/>
          <p:cNvSpPr txBox="1"/>
          <p:nvPr/>
        </p:nvSpPr>
        <p:spPr>
          <a:xfrm>
            <a:off x="6836640" y="1243875"/>
            <a:ext cx="15732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b="1" sz="3000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4" name="Google Shape;2324;p65"/>
          <p:cNvSpPr/>
          <p:nvPr/>
        </p:nvSpPr>
        <p:spPr>
          <a:xfrm>
            <a:off x="5224112" y="2205250"/>
            <a:ext cx="729900" cy="572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65"/>
          <p:cNvSpPr/>
          <p:nvPr/>
        </p:nvSpPr>
        <p:spPr>
          <a:xfrm>
            <a:off x="7258295" y="2205250"/>
            <a:ext cx="729900" cy="572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26" name="Google Shape;2326;p65"/>
          <p:cNvCxnSpPr>
            <a:stCxn id="2316" idx="2"/>
            <a:endCxn id="2280" idx="0"/>
          </p:cNvCxnSpPr>
          <p:nvPr/>
        </p:nvCxnSpPr>
        <p:spPr>
          <a:xfrm flipH="1" rot="-5400000">
            <a:off x="1283313" y="1967325"/>
            <a:ext cx="475500" cy="6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7" name="Google Shape;2327;p65"/>
          <p:cNvCxnSpPr>
            <a:stCxn id="2280" idx="2"/>
            <a:endCxn id="2312" idx="0"/>
          </p:cNvCxnSpPr>
          <p:nvPr/>
        </p:nvCxnSpPr>
        <p:spPr>
          <a:xfrm flipH="1" rot="-5400000">
            <a:off x="1286600" y="3012100"/>
            <a:ext cx="468900" cy="6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28" name="Google Shape;2328;p65"/>
          <p:cNvCxnSpPr>
            <a:stCxn id="2279" idx="2"/>
            <a:endCxn id="2314" idx="0"/>
          </p:cNvCxnSpPr>
          <p:nvPr/>
        </p:nvCxnSpPr>
        <p:spPr>
          <a:xfrm flipH="1" rot="-5400000">
            <a:off x="3320765" y="3012100"/>
            <a:ext cx="468900" cy="6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29" name="Google Shape;2329;p65"/>
          <p:cNvCxnSpPr>
            <a:stCxn id="2324" idx="2"/>
            <a:endCxn id="2317" idx="0"/>
          </p:cNvCxnSpPr>
          <p:nvPr/>
        </p:nvCxnSpPr>
        <p:spPr>
          <a:xfrm flipH="1" rot="-5400000">
            <a:off x="5354912" y="3012100"/>
            <a:ext cx="468900" cy="6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30" name="Google Shape;2330;p65"/>
          <p:cNvCxnSpPr>
            <a:stCxn id="2325" idx="2"/>
            <a:endCxn id="2319" idx="0"/>
          </p:cNvCxnSpPr>
          <p:nvPr/>
        </p:nvCxnSpPr>
        <p:spPr>
          <a:xfrm flipH="1" rot="-5400000">
            <a:off x="7389095" y="3012100"/>
            <a:ext cx="468900" cy="6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31" name="Google Shape;2331;p65"/>
          <p:cNvCxnSpPr>
            <a:stCxn id="2321" idx="2"/>
            <a:endCxn id="2279" idx="0"/>
          </p:cNvCxnSpPr>
          <p:nvPr/>
        </p:nvCxnSpPr>
        <p:spPr>
          <a:xfrm flipH="1" rot="-5400000">
            <a:off x="3317465" y="1967325"/>
            <a:ext cx="475500" cy="6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2" name="Google Shape;2332;p65"/>
          <p:cNvCxnSpPr>
            <a:stCxn id="2322" idx="2"/>
            <a:endCxn id="2324" idx="0"/>
          </p:cNvCxnSpPr>
          <p:nvPr/>
        </p:nvCxnSpPr>
        <p:spPr>
          <a:xfrm flipH="1" rot="-5400000">
            <a:off x="5351611" y="1967325"/>
            <a:ext cx="475500" cy="6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3" name="Google Shape;2333;p65"/>
          <p:cNvCxnSpPr>
            <a:stCxn id="2323" idx="2"/>
            <a:endCxn id="2325" idx="0"/>
          </p:cNvCxnSpPr>
          <p:nvPr/>
        </p:nvCxnSpPr>
        <p:spPr>
          <a:xfrm flipH="1" rot="-5400000">
            <a:off x="7385790" y="1967325"/>
            <a:ext cx="475500" cy="6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37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Parts and whole</a:t>
            </a:r>
            <a:endParaRPr/>
          </a:p>
        </p:txBody>
      </p:sp>
      <p:sp>
        <p:nvSpPr>
          <p:cNvPr id="2339" name="Google Shape;2339;p66"/>
          <p:cNvSpPr txBox="1"/>
          <p:nvPr/>
        </p:nvSpPr>
        <p:spPr>
          <a:xfrm>
            <a:off x="720000" y="1982775"/>
            <a:ext cx="1463100" cy="18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Mercury is the closest planet to the Sun and the smallest one in the entire Solar System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40" name="Google Shape;2340;p66"/>
          <p:cNvSpPr txBox="1"/>
          <p:nvPr/>
        </p:nvSpPr>
        <p:spPr>
          <a:xfrm>
            <a:off x="720000" y="1263100"/>
            <a:ext cx="1463100" cy="79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whole objective</a:t>
            </a:r>
            <a:endParaRPr b="1" sz="16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41" name="Google Shape;2341;p66"/>
          <p:cNvSpPr txBox="1"/>
          <p:nvPr/>
        </p:nvSpPr>
        <p:spPr>
          <a:xfrm>
            <a:off x="2959948" y="1982775"/>
            <a:ext cx="1459500" cy="18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Mercury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Jupiter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Venus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Earth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Saturn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Mercury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42" name="Google Shape;2342;p66"/>
          <p:cNvSpPr txBox="1"/>
          <p:nvPr/>
        </p:nvSpPr>
        <p:spPr>
          <a:xfrm>
            <a:off x="2959951" y="1263100"/>
            <a:ext cx="1463100" cy="79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Parts of the </a:t>
            </a:r>
            <a:r>
              <a:rPr b="1" lang="en" sz="16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object</a:t>
            </a:r>
            <a:endParaRPr b="1" sz="16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43" name="Google Shape;2343;p66"/>
          <p:cNvSpPr txBox="1"/>
          <p:nvPr/>
        </p:nvSpPr>
        <p:spPr>
          <a:xfrm>
            <a:off x="5097300" y="1982775"/>
            <a:ext cx="3326700" cy="8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Earth is the third planet from the Sun and 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only one that harbors life in the Solar System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44" name="Google Shape;2344;p66"/>
          <p:cNvSpPr txBox="1"/>
          <p:nvPr/>
        </p:nvSpPr>
        <p:spPr>
          <a:xfrm>
            <a:off x="5097300" y="1263100"/>
            <a:ext cx="3326700" cy="79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happens if the parts are missing?</a:t>
            </a:r>
            <a:endParaRPr b="1" sz="16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45" name="Google Shape;2345;p66"/>
          <p:cNvSpPr txBox="1"/>
          <p:nvPr/>
        </p:nvSpPr>
        <p:spPr>
          <a:xfrm>
            <a:off x="5097300" y="4035875"/>
            <a:ext cx="33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Jupiter is a gas giant and the biggest planet in the Solar System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46" name="Google Shape;2346;p66"/>
          <p:cNvSpPr txBox="1"/>
          <p:nvPr/>
        </p:nvSpPr>
        <p:spPr>
          <a:xfrm>
            <a:off x="5097300" y="3316200"/>
            <a:ext cx="3326700" cy="79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What’s the function of the parts?</a:t>
            </a:r>
            <a:endParaRPr b="1" sz="16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347" name="Google Shape;2347;p66"/>
          <p:cNvCxnSpPr>
            <a:stCxn id="2340" idx="3"/>
            <a:endCxn id="2342" idx="1"/>
          </p:cNvCxnSpPr>
          <p:nvPr/>
        </p:nvCxnSpPr>
        <p:spPr>
          <a:xfrm>
            <a:off x="2183100" y="1661050"/>
            <a:ext cx="777000" cy="600"/>
          </a:xfrm>
          <a:prstGeom prst="bentConnector3">
            <a:avLst>
              <a:gd fmla="val 49990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48" name="Google Shape;2348;p66"/>
          <p:cNvCxnSpPr>
            <a:stCxn id="2342" idx="3"/>
            <a:endCxn id="2344" idx="1"/>
          </p:cNvCxnSpPr>
          <p:nvPr/>
        </p:nvCxnSpPr>
        <p:spPr>
          <a:xfrm>
            <a:off x="4423051" y="1661050"/>
            <a:ext cx="674100" cy="6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49" name="Google Shape;2349;p66"/>
          <p:cNvCxnSpPr>
            <a:stCxn id="2343" idx="2"/>
            <a:endCxn id="2346" idx="0"/>
          </p:cNvCxnSpPr>
          <p:nvPr/>
        </p:nvCxnSpPr>
        <p:spPr>
          <a:xfrm flipH="1" rot="-5400000">
            <a:off x="6516000" y="3071025"/>
            <a:ext cx="489900" cy="6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53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p6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use this graph</a:t>
            </a:r>
            <a:endParaRPr/>
          </a:p>
        </p:txBody>
      </p:sp>
      <p:sp>
        <p:nvSpPr>
          <p:cNvPr id="2355" name="Google Shape;2355;p67"/>
          <p:cNvSpPr txBox="1"/>
          <p:nvPr/>
        </p:nvSpPr>
        <p:spPr>
          <a:xfrm>
            <a:off x="897263" y="4194475"/>
            <a:ext cx="40248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Follow the link in the graph to modify its data and then paste the new one here. </a:t>
            </a:r>
            <a:r>
              <a:rPr b="1" lang="en" sz="9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 more info, click here</a:t>
            </a:r>
            <a:endParaRPr b="1" sz="9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6" name="Google Shape;2356;p67"/>
          <p:cNvSpPr txBox="1"/>
          <p:nvPr/>
        </p:nvSpPr>
        <p:spPr>
          <a:xfrm>
            <a:off x="5973520" y="1213988"/>
            <a:ext cx="22800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Mercury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57" name="Google Shape;2357;p67"/>
          <p:cNvSpPr txBox="1"/>
          <p:nvPr/>
        </p:nvSpPr>
        <p:spPr>
          <a:xfrm>
            <a:off x="5973513" y="1543438"/>
            <a:ext cx="228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Mercury is the closest planet to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358" name="Google Shape;2358;p67"/>
          <p:cNvGrpSpPr/>
          <p:nvPr/>
        </p:nvGrpSpPr>
        <p:grpSpPr>
          <a:xfrm>
            <a:off x="5568459" y="1213992"/>
            <a:ext cx="285579" cy="285597"/>
            <a:chOff x="5204821" y="1321454"/>
            <a:chExt cx="285579" cy="285597"/>
          </a:xfrm>
        </p:grpSpPr>
        <p:sp>
          <p:nvSpPr>
            <p:cNvPr id="2359" name="Google Shape;2359;p67"/>
            <p:cNvSpPr/>
            <p:nvPr/>
          </p:nvSpPr>
          <p:spPr>
            <a:xfrm>
              <a:off x="5204821" y="1321454"/>
              <a:ext cx="285579" cy="285597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67"/>
            <p:cNvSpPr/>
            <p:nvPr/>
          </p:nvSpPr>
          <p:spPr>
            <a:xfrm>
              <a:off x="5261536" y="1378160"/>
              <a:ext cx="172110" cy="17212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1" name="Google Shape;2361;p67"/>
          <p:cNvSpPr txBox="1"/>
          <p:nvPr/>
        </p:nvSpPr>
        <p:spPr>
          <a:xfrm>
            <a:off x="5973520" y="2441763"/>
            <a:ext cx="22800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Jupiter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62" name="Google Shape;2362;p67"/>
          <p:cNvSpPr txBox="1"/>
          <p:nvPr/>
        </p:nvSpPr>
        <p:spPr>
          <a:xfrm>
            <a:off x="5973513" y="2771213"/>
            <a:ext cx="228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Jupiter is the biggest planet of them all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363" name="Google Shape;2363;p67"/>
          <p:cNvGrpSpPr/>
          <p:nvPr/>
        </p:nvGrpSpPr>
        <p:grpSpPr>
          <a:xfrm>
            <a:off x="5568459" y="2441767"/>
            <a:ext cx="285579" cy="285597"/>
            <a:chOff x="5204821" y="2495492"/>
            <a:chExt cx="285579" cy="285597"/>
          </a:xfrm>
        </p:grpSpPr>
        <p:sp>
          <p:nvSpPr>
            <p:cNvPr id="2364" name="Google Shape;2364;p67"/>
            <p:cNvSpPr/>
            <p:nvPr/>
          </p:nvSpPr>
          <p:spPr>
            <a:xfrm>
              <a:off x="5204821" y="2495492"/>
              <a:ext cx="285579" cy="285597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67"/>
            <p:cNvSpPr/>
            <p:nvPr/>
          </p:nvSpPr>
          <p:spPr>
            <a:xfrm>
              <a:off x="5261536" y="2552197"/>
              <a:ext cx="172110" cy="17212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6" name="Google Shape;2366;p67"/>
          <p:cNvSpPr txBox="1"/>
          <p:nvPr/>
        </p:nvSpPr>
        <p:spPr>
          <a:xfrm>
            <a:off x="5973520" y="3669513"/>
            <a:ext cx="22800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Saturn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67" name="Google Shape;2367;p67"/>
          <p:cNvSpPr txBox="1"/>
          <p:nvPr/>
        </p:nvSpPr>
        <p:spPr>
          <a:xfrm>
            <a:off x="5973513" y="3998963"/>
            <a:ext cx="228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Saturn was named after a Roman god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368" name="Google Shape;2368;p67"/>
          <p:cNvGrpSpPr/>
          <p:nvPr/>
        </p:nvGrpSpPr>
        <p:grpSpPr>
          <a:xfrm>
            <a:off x="5568459" y="3669517"/>
            <a:ext cx="285579" cy="285597"/>
            <a:chOff x="5204821" y="3669529"/>
            <a:chExt cx="285579" cy="285597"/>
          </a:xfrm>
        </p:grpSpPr>
        <p:sp>
          <p:nvSpPr>
            <p:cNvPr id="2369" name="Google Shape;2369;p67"/>
            <p:cNvSpPr/>
            <p:nvPr/>
          </p:nvSpPr>
          <p:spPr>
            <a:xfrm>
              <a:off x="5204821" y="3669529"/>
              <a:ext cx="285579" cy="285597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67"/>
            <p:cNvSpPr/>
            <p:nvPr/>
          </p:nvSpPr>
          <p:spPr>
            <a:xfrm>
              <a:off x="5261536" y="3726235"/>
              <a:ext cx="172110" cy="172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371" name="Google Shape;2371;p67" title="Gráfic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0488" y="1214000"/>
            <a:ext cx="4234601" cy="29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p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map</a:t>
            </a:r>
            <a:endParaRPr/>
          </a:p>
        </p:txBody>
      </p:sp>
      <p:grpSp>
        <p:nvGrpSpPr>
          <p:cNvPr id="2377" name="Google Shape;2377;p68"/>
          <p:cNvGrpSpPr/>
          <p:nvPr/>
        </p:nvGrpSpPr>
        <p:grpSpPr>
          <a:xfrm>
            <a:off x="2499891" y="1758510"/>
            <a:ext cx="4143916" cy="2207615"/>
            <a:chOff x="233350" y="949250"/>
            <a:chExt cx="7137300" cy="3802300"/>
          </a:xfrm>
        </p:grpSpPr>
        <p:sp>
          <p:nvSpPr>
            <p:cNvPr id="2378" name="Google Shape;2378;p68"/>
            <p:cNvSpPr/>
            <p:nvPr/>
          </p:nvSpPr>
          <p:spPr>
            <a:xfrm>
              <a:off x="4428450" y="2808675"/>
              <a:ext cx="1478900" cy="330100"/>
            </a:xfrm>
            <a:custGeom>
              <a:rect b="b" l="l" r="r" t="t"/>
              <a:pathLst>
                <a:path extrusionOk="0" h="13204" w="59156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68"/>
            <p:cNvSpPr/>
            <p:nvPr/>
          </p:nvSpPr>
          <p:spPr>
            <a:xfrm>
              <a:off x="2909400" y="1076125"/>
              <a:ext cx="4118650" cy="3109225"/>
            </a:xfrm>
            <a:custGeom>
              <a:rect b="b" l="l" r="r" t="t"/>
              <a:pathLst>
                <a:path extrusionOk="0" h="124369" w="164746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68"/>
            <p:cNvSpPr/>
            <p:nvPr/>
          </p:nvSpPr>
          <p:spPr>
            <a:xfrm>
              <a:off x="5913800" y="3523050"/>
              <a:ext cx="1109075" cy="813875"/>
            </a:xfrm>
            <a:custGeom>
              <a:rect b="b" l="l" r="r" t="t"/>
              <a:pathLst>
                <a:path extrusionOk="0" h="32555" w="44363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68"/>
            <p:cNvSpPr/>
            <p:nvPr/>
          </p:nvSpPr>
          <p:spPr>
            <a:xfrm>
              <a:off x="6442175" y="3238700"/>
              <a:ext cx="571625" cy="311800"/>
            </a:xfrm>
            <a:custGeom>
              <a:rect b="b" l="l" r="r" t="t"/>
              <a:pathLst>
                <a:path extrusionOk="0" h="12472" w="22865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68"/>
            <p:cNvSpPr/>
            <p:nvPr/>
          </p:nvSpPr>
          <p:spPr>
            <a:xfrm>
              <a:off x="5898675" y="3029225"/>
              <a:ext cx="282150" cy="318450"/>
            </a:xfrm>
            <a:custGeom>
              <a:rect b="b" l="l" r="r" t="t"/>
              <a:pathLst>
                <a:path extrusionOk="0" h="12738" w="11286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68"/>
            <p:cNvSpPr/>
            <p:nvPr/>
          </p:nvSpPr>
          <p:spPr>
            <a:xfrm>
              <a:off x="5544400" y="3065225"/>
              <a:ext cx="541800" cy="430700"/>
            </a:xfrm>
            <a:custGeom>
              <a:rect b="b" l="l" r="r" t="t"/>
              <a:pathLst>
                <a:path extrusionOk="0" h="17228" w="21672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68"/>
            <p:cNvSpPr/>
            <p:nvPr/>
          </p:nvSpPr>
          <p:spPr>
            <a:xfrm>
              <a:off x="4388700" y="3530600"/>
              <a:ext cx="227275" cy="395425"/>
            </a:xfrm>
            <a:custGeom>
              <a:rect b="b" l="l" r="r" t="t"/>
              <a:pathLst>
                <a:path extrusionOk="0" h="15817" w="9091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68"/>
            <p:cNvSpPr/>
            <p:nvPr/>
          </p:nvSpPr>
          <p:spPr>
            <a:xfrm>
              <a:off x="6438300" y="1893850"/>
              <a:ext cx="267450" cy="418275"/>
            </a:xfrm>
            <a:custGeom>
              <a:rect b="b" l="l" r="r" t="t"/>
              <a:pathLst>
                <a:path extrusionOk="0" h="16731" w="10698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68"/>
            <p:cNvSpPr/>
            <p:nvPr/>
          </p:nvSpPr>
          <p:spPr>
            <a:xfrm>
              <a:off x="6901875" y="4220725"/>
              <a:ext cx="468775" cy="354550"/>
            </a:xfrm>
            <a:custGeom>
              <a:rect b="b" l="l" r="r" t="t"/>
              <a:pathLst>
                <a:path extrusionOk="0" h="14182" w="18751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68"/>
            <p:cNvSpPr/>
            <p:nvPr/>
          </p:nvSpPr>
          <p:spPr>
            <a:xfrm>
              <a:off x="6306100" y="2654825"/>
              <a:ext cx="232875" cy="385425"/>
            </a:xfrm>
            <a:custGeom>
              <a:rect b="b" l="l" r="r" t="t"/>
              <a:pathLst>
                <a:path extrusionOk="0" h="15417" w="9315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68"/>
            <p:cNvSpPr/>
            <p:nvPr/>
          </p:nvSpPr>
          <p:spPr>
            <a:xfrm>
              <a:off x="6139750" y="3178550"/>
              <a:ext cx="185375" cy="227425"/>
            </a:xfrm>
            <a:custGeom>
              <a:rect b="b" l="l" r="r" t="t"/>
              <a:pathLst>
                <a:path extrusionOk="0" h="9097" w="7415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68"/>
            <p:cNvSpPr/>
            <p:nvPr/>
          </p:nvSpPr>
          <p:spPr>
            <a:xfrm>
              <a:off x="4320000" y="1079225"/>
              <a:ext cx="260125" cy="163000"/>
            </a:xfrm>
            <a:custGeom>
              <a:rect b="b" l="l" r="r" t="t"/>
              <a:pathLst>
                <a:path extrusionOk="0" h="6520" w="10405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68"/>
            <p:cNvSpPr/>
            <p:nvPr/>
          </p:nvSpPr>
          <p:spPr>
            <a:xfrm>
              <a:off x="3605850" y="1017225"/>
              <a:ext cx="246275" cy="88775"/>
            </a:xfrm>
            <a:custGeom>
              <a:rect b="b" l="l" r="r" t="t"/>
              <a:pathLst>
                <a:path extrusionOk="0" h="3551" w="9851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68"/>
            <p:cNvSpPr/>
            <p:nvPr/>
          </p:nvSpPr>
          <p:spPr>
            <a:xfrm>
              <a:off x="3161275" y="1612775"/>
              <a:ext cx="115825" cy="115825"/>
            </a:xfrm>
            <a:custGeom>
              <a:rect b="b" l="l" r="r" t="t"/>
              <a:pathLst>
                <a:path extrusionOk="0" h="4633" w="4633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68"/>
            <p:cNvSpPr/>
            <p:nvPr/>
          </p:nvSpPr>
          <p:spPr>
            <a:xfrm>
              <a:off x="6082850" y="3458350"/>
              <a:ext cx="215350" cy="82375"/>
            </a:xfrm>
            <a:custGeom>
              <a:rect b="b" l="l" r="r" t="t"/>
              <a:pathLst>
                <a:path extrusionOk="0" h="3295" w="8614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68"/>
            <p:cNvSpPr/>
            <p:nvPr/>
          </p:nvSpPr>
          <p:spPr>
            <a:xfrm>
              <a:off x="5726825" y="1103850"/>
              <a:ext cx="262175" cy="54825"/>
            </a:xfrm>
            <a:custGeom>
              <a:rect b="b" l="l" r="r" t="t"/>
              <a:pathLst>
                <a:path extrusionOk="0" h="2193" w="10487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68"/>
            <p:cNvSpPr/>
            <p:nvPr/>
          </p:nvSpPr>
          <p:spPr>
            <a:xfrm>
              <a:off x="6497925" y="4391525"/>
              <a:ext cx="125725" cy="97375"/>
            </a:xfrm>
            <a:custGeom>
              <a:rect b="b" l="l" r="r" t="t"/>
              <a:pathLst>
                <a:path extrusionOk="0" h="3895" w="5029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68"/>
            <p:cNvSpPr/>
            <p:nvPr/>
          </p:nvSpPr>
          <p:spPr>
            <a:xfrm>
              <a:off x="5334875" y="2906300"/>
              <a:ext cx="82100" cy="128050"/>
            </a:xfrm>
            <a:custGeom>
              <a:rect b="b" l="l" r="r" t="t"/>
              <a:pathLst>
                <a:path extrusionOk="0" h="5122" w="3284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68"/>
            <p:cNvSpPr/>
            <p:nvPr/>
          </p:nvSpPr>
          <p:spPr>
            <a:xfrm>
              <a:off x="4869125" y="997550"/>
              <a:ext cx="160750" cy="66150"/>
            </a:xfrm>
            <a:custGeom>
              <a:rect b="b" l="l" r="r" t="t"/>
              <a:pathLst>
                <a:path extrusionOk="0" h="2646" w="643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68"/>
            <p:cNvSpPr/>
            <p:nvPr/>
          </p:nvSpPr>
          <p:spPr>
            <a:xfrm>
              <a:off x="3763550" y="998475"/>
              <a:ext cx="117975" cy="55725"/>
            </a:xfrm>
            <a:custGeom>
              <a:rect b="b" l="l" r="r" t="t"/>
              <a:pathLst>
                <a:path extrusionOk="0" h="2229" w="4719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68"/>
            <p:cNvSpPr/>
            <p:nvPr/>
          </p:nvSpPr>
          <p:spPr>
            <a:xfrm>
              <a:off x="6244750" y="3463175"/>
              <a:ext cx="127900" cy="76650"/>
            </a:xfrm>
            <a:custGeom>
              <a:rect b="b" l="l" r="r" t="t"/>
              <a:pathLst>
                <a:path extrusionOk="0" h="3066" w="5116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68"/>
            <p:cNvSpPr/>
            <p:nvPr/>
          </p:nvSpPr>
          <p:spPr>
            <a:xfrm>
              <a:off x="6286725" y="2464325"/>
              <a:ext cx="67775" cy="93850"/>
            </a:xfrm>
            <a:custGeom>
              <a:rect b="b" l="l" r="r" t="t"/>
              <a:pathLst>
                <a:path extrusionOk="0" h="3754" w="2711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68"/>
            <p:cNvSpPr/>
            <p:nvPr/>
          </p:nvSpPr>
          <p:spPr>
            <a:xfrm>
              <a:off x="6279300" y="2861375"/>
              <a:ext cx="75625" cy="97275"/>
            </a:xfrm>
            <a:custGeom>
              <a:rect b="b" l="l" r="r" t="t"/>
              <a:pathLst>
                <a:path extrusionOk="0" h="3891" w="3025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68"/>
            <p:cNvSpPr/>
            <p:nvPr/>
          </p:nvSpPr>
          <p:spPr>
            <a:xfrm>
              <a:off x="4145025" y="994975"/>
              <a:ext cx="111500" cy="47325"/>
            </a:xfrm>
            <a:custGeom>
              <a:rect b="b" l="l" r="r" t="t"/>
              <a:pathLst>
                <a:path extrusionOk="0" h="1893" w="446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68"/>
            <p:cNvSpPr/>
            <p:nvPr/>
          </p:nvSpPr>
          <p:spPr>
            <a:xfrm>
              <a:off x="7213625" y="3803350"/>
              <a:ext cx="74075" cy="80050"/>
            </a:xfrm>
            <a:custGeom>
              <a:rect b="b" l="l" r="r" t="t"/>
              <a:pathLst>
                <a:path extrusionOk="0" h="3202" w="2963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68"/>
            <p:cNvSpPr/>
            <p:nvPr/>
          </p:nvSpPr>
          <p:spPr>
            <a:xfrm>
              <a:off x="6542025" y="3118350"/>
              <a:ext cx="66075" cy="79800"/>
            </a:xfrm>
            <a:custGeom>
              <a:rect b="b" l="l" r="r" t="t"/>
              <a:pathLst>
                <a:path extrusionOk="0" h="3192" w="2643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68"/>
            <p:cNvSpPr/>
            <p:nvPr/>
          </p:nvSpPr>
          <p:spPr>
            <a:xfrm>
              <a:off x="4278100" y="987200"/>
              <a:ext cx="87225" cy="50150"/>
            </a:xfrm>
            <a:custGeom>
              <a:rect b="b" l="l" r="r" t="t"/>
              <a:pathLst>
                <a:path extrusionOk="0" h="2006" w="3489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68"/>
            <p:cNvSpPr/>
            <p:nvPr/>
          </p:nvSpPr>
          <p:spPr>
            <a:xfrm>
              <a:off x="6595650" y="1204100"/>
              <a:ext cx="81075" cy="41800"/>
            </a:xfrm>
            <a:custGeom>
              <a:rect b="b" l="l" r="r" t="t"/>
              <a:pathLst>
                <a:path extrusionOk="0" h="1672" w="3243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68"/>
            <p:cNvSpPr/>
            <p:nvPr/>
          </p:nvSpPr>
          <p:spPr>
            <a:xfrm>
              <a:off x="5040350" y="1034625"/>
              <a:ext cx="81550" cy="46975"/>
            </a:xfrm>
            <a:custGeom>
              <a:rect b="b" l="l" r="r" t="t"/>
              <a:pathLst>
                <a:path extrusionOk="0" h="1879" w="3262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68"/>
            <p:cNvSpPr/>
            <p:nvPr/>
          </p:nvSpPr>
          <p:spPr>
            <a:xfrm>
              <a:off x="6380950" y="3302475"/>
              <a:ext cx="77800" cy="40225"/>
            </a:xfrm>
            <a:custGeom>
              <a:rect b="b" l="l" r="r" t="t"/>
              <a:pathLst>
                <a:path extrusionOk="0" h="1609" w="3112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68"/>
            <p:cNvSpPr/>
            <p:nvPr/>
          </p:nvSpPr>
          <p:spPr>
            <a:xfrm>
              <a:off x="4384825" y="996700"/>
              <a:ext cx="62025" cy="39775"/>
            </a:xfrm>
            <a:custGeom>
              <a:rect b="b" l="l" r="r" t="t"/>
              <a:pathLst>
                <a:path extrusionOk="0" h="1591" w="2481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68"/>
            <p:cNvSpPr/>
            <p:nvPr/>
          </p:nvSpPr>
          <p:spPr>
            <a:xfrm>
              <a:off x="2100625" y="1004500"/>
              <a:ext cx="520200" cy="95050"/>
            </a:xfrm>
            <a:custGeom>
              <a:rect b="b" l="l" r="r" t="t"/>
              <a:pathLst>
                <a:path extrusionOk="0" h="3802" w="20808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68"/>
            <p:cNvSpPr/>
            <p:nvPr/>
          </p:nvSpPr>
          <p:spPr>
            <a:xfrm>
              <a:off x="233350" y="949250"/>
              <a:ext cx="3232550" cy="3802300"/>
            </a:xfrm>
            <a:custGeom>
              <a:rect b="b" l="l" r="r" t="t"/>
              <a:pathLst>
                <a:path extrusionOk="0" h="152092" w="129302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68"/>
            <p:cNvSpPr/>
            <p:nvPr/>
          </p:nvSpPr>
          <p:spPr>
            <a:xfrm>
              <a:off x="1581325" y="1051125"/>
              <a:ext cx="283000" cy="91675"/>
            </a:xfrm>
            <a:custGeom>
              <a:rect b="b" l="l" r="r" t="t"/>
              <a:pathLst>
                <a:path extrusionOk="0" h="3667" w="1132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68"/>
            <p:cNvSpPr/>
            <p:nvPr/>
          </p:nvSpPr>
          <p:spPr>
            <a:xfrm>
              <a:off x="3144425" y="1319375"/>
              <a:ext cx="213450" cy="95575"/>
            </a:xfrm>
            <a:custGeom>
              <a:rect b="b" l="l" r="r" t="t"/>
              <a:pathLst>
                <a:path extrusionOk="0" h="3823" w="8538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68"/>
            <p:cNvSpPr/>
            <p:nvPr/>
          </p:nvSpPr>
          <p:spPr>
            <a:xfrm>
              <a:off x="1453000" y="2509000"/>
              <a:ext cx="263575" cy="113100"/>
            </a:xfrm>
            <a:custGeom>
              <a:rect b="b" l="l" r="r" t="t"/>
              <a:pathLst>
                <a:path extrusionOk="0" h="4524" w="10543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68"/>
            <p:cNvSpPr/>
            <p:nvPr/>
          </p:nvSpPr>
          <p:spPr>
            <a:xfrm>
              <a:off x="1880725" y="1020350"/>
              <a:ext cx="162025" cy="112025"/>
            </a:xfrm>
            <a:custGeom>
              <a:rect b="b" l="l" r="r" t="t"/>
              <a:pathLst>
                <a:path extrusionOk="0" h="4481" w="6481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68"/>
            <p:cNvSpPr/>
            <p:nvPr/>
          </p:nvSpPr>
          <p:spPr>
            <a:xfrm>
              <a:off x="1688900" y="2603450"/>
              <a:ext cx="165050" cy="73950"/>
            </a:xfrm>
            <a:custGeom>
              <a:rect b="b" l="l" r="r" t="t"/>
              <a:pathLst>
                <a:path extrusionOk="0" h="2958" w="6602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68"/>
            <p:cNvSpPr/>
            <p:nvPr/>
          </p:nvSpPr>
          <p:spPr>
            <a:xfrm>
              <a:off x="1922200" y="1344925"/>
              <a:ext cx="129625" cy="64525"/>
            </a:xfrm>
            <a:custGeom>
              <a:rect b="b" l="l" r="r" t="t"/>
              <a:pathLst>
                <a:path extrusionOk="0" h="2581" w="5185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68"/>
            <p:cNvSpPr/>
            <p:nvPr/>
          </p:nvSpPr>
          <p:spPr>
            <a:xfrm>
              <a:off x="1787825" y="1030550"/>
              <a:ext cx="94250" cy="44825"/>
            </a:xfrm>
            <a:custGeom>
              <a:rect b="b" l="l" r="r" t="t"/>
              <a:pathLst>
                <a:path extrusionOk="0" h="1793" w="377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68"/>
            <p:cNvSpPr/>
            <p:nvPr/>
          </p:nvSpPr>
          <p:spPr>
            <a:xfrm>
              <a:off x="1870350" y="2639275"/>
              <a:ext cx="59225" cy="44325"/>
            </a:xfrm>
            <a:custGeom>
              <a:rect b="b" l="l" r="r" t="t"/>
              <a:pathLst>
                <a:path extrusionOk="0" h="1773" w="2369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68"/>
            <p:cNvSpPr/>
            <p:nvPr/>
          </p:nvSpPr>
          <p:spPr>
            <a:xfrm>
              <a:off x="2264800" y="4630125"/>
              <a:ext cx="62675" cy="39225"/>
            </a:xfrm>
            <a:custGeom>
              <a:rect b="b" l="l" r="r" t="t"/>
              <a:pathLst>
                <a:path extrusionOk="0" h="1569" w="2507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68"/>
            <p:cNvSpPr/>
            <p:nvPr/>
          </p:nvSpPr>
          <p:spPr>
            <a:xfrm>
              <a:off x="1604225" y="2645350"/>
              <a:ext cx="56175" cy="38275"/>
            </a:xfrm>
            <a:custGeom>
              <a:rect b="b" l="l" r="r" t="t"/>
              <a:pathLst>
                <a:path extrusionOk="0" h="1531" w="2247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68"/>
            <p:cNvSpPr/>
            <p:nvPr/>
          </p:nvSpPr>
          <p:spPr>
            <a:xfrm>
              <a:off x="7045475" y="3384250"/>
              <a:ext cx="47375" cy="53550"/>
            </a:xfrm>
            <a:custGeom>
              <a:rect b="b" l="l" r="r" t="t"/>
              <a:pathLst>
                <a:path extrusionOk="0" h="2142" w="1895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68"/>
            <p:cNvSpPr/>
            <p:nvPr/>
          </p:nvSpPr>
          <p:spPr>
            <a:xfrm>
              <a:off x="4291500" y="1250400"/>
              <a:ext cx="54900" cy="37900"/>
            </a:xfrm>
            <a:custGeom>
              <a:rect b="b" l="l" r="r" t="t"/>
              <a:pathLst>
                <a:path extrusionOk="0" h="1516" w="2196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68"/>
            <p:cNvSpPr/>
            <p:nvPr/>
          </p:nvSpPr>
          <p:spPr>
            <a:xfrm>
              <a:off x="6323375" y="3314875"/>
              <a:ext cx="50125" cy="37325"/>
            </a:xfrm>
            <a:custGeom>
              <a:rect b="b" l="l" r="r" t="t"/>
              <a:pathLst>
                <a:path extrusionOk="0" h="1493" w="2005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68"/>
            <p:cNvSpPr/>
            <p:nvPr/>
          </p:nvSpPr>
          <p:spPr>
            <a:xfrm>
              <a:off x="6680225" y="1890750"/>
              <a:ext cx="46075" cy="42200"/>
            </a:xfrm>
            <a:custGeom>
              <a:rect b="b" l="l" r="r" t="t"/>
              <a:pathLst>
                <a:path extrusionOk="0" h="1688" w="1843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68"/>
            <p:cNvSpPr/>
            <p:nvPr/>
          </p:nvSpPr>
          <p:spPr>
            <a:xfrm>
              <a:off x="3550975" y="1955400"/>
              <a:ext cx="53600" cy="126175"/>
            </a:xfrm>
            <a:custGeom>
              <a:rect b="b" l="l" r="r" t="t"/>
              <a:pathLst>
                <a:path extrusionOk="0" h="5047" w="2144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68"/>
            <p:cNvSpPr/>
            <p:nvPr/>
          </p:nvSpPr>
          <p:spPr>
            <a:xfrm>
              <a:off x="3910000" y="2161475"/>
              <a:ext cx="93775" cy="45400"/>
            </a:xfrm>
            <a:custGeom>
              <a:rect b="b" l="l" r="r" t="t"/>
              <a:pathLst>
                <a:path extrusionOk="0" h="1816" w="3751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68"/>
            <p:cNvSpPr/>
            <p:nvPr/>
          </p:nvSpPr>
          <p:spPr>
            <a:xfrm>
              <a:off x="4125600" y="2173875"/>
              <a:ext cx="50575" cy="37600"/>
            </a:xfrm>
            <a:custGeom>
              <a:rect b="b" l="l" r="r" t="t"/>
              <a:pathLst>
                <a:path extrusionOk="0" h="1504" w="2023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68"/>
            <p:cNvSpPr/>
            <p:nvPr/>
          </p:nvSpPr>
          <p:spPr>
            <a:xfrm>
              <a:off x="3415775" y="2038325"/>
              <a:ext cx="44925" cy="38175"/>
            </a:xfrm>
            <a:custGeom>
              <a:rect b="b" l="l" r="r" t="t"/>
              <a:pathLst>
                <a:path extrusionOk="0" h="1527" w="1797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29" name="Google Shape;2429;p68"/>
          <p:cNvSpPr txBox="1"/>
          <p:nvPr/>
        </p:nvSpPr>
        <p:spPr>
          <a:xfrm>
            <a:off x="6881275" y="1860476"/>
            <a:ext cx="15495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Neptune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is the farthest planet from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0" name="Google Shape;2430;p68"/>
          <p:cNvSpPr txBox="1"/>
          <p:nvPr/>
        </p:nvSpPr>
        <p:spPr>
          <a:xfrm>
            <a:off x="6881275" y="3058852"/>
            <a:ext cx="15495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China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431" name="Google Shape;2431;p68"/>
          <p:cNvSpPr txBox="1"/>
          <p:nvPr/>
        </p:nvSpPr>
        <p:spPr>
          <a:xfrm>
            <a:off x="720000" y="1432700"/>
            <a:ext cx="15423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USA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432" name="Google Shape;2432;p68"/>
          <p:cNvSpPr txBox="1"/>
          <p:nvPr/>
        </p:nvSpPr>
        <p:spPr>
          <a:xfrm>
            <a:off x="6881275" y="1432675"/>
            <a:ext cx="15495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Russia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433" name="Google Shape;2433;p68"/>
          <p:cNvSpPr txBox="1"/>
          <p:nvPr/>
        </p:nvSpPr>
        <p:spPr>
          <a:xfrm>
            <a:off x="720000" y="3486624"/>
            <a:ext cx="15423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Jupiter is the biggest planet of them all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4" name="Google Shape;2434;p68"/>
          <p:cNvSpPr txBox="1"/>
          <p:nvPr/>
        </p:nvSpPr>
        <p:spPr>
          <a:xfrm>
            <a:off x="6881275" y="3486625"/>
            <a:ext cx="15495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Saturn is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gas giant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has several rings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5" name="Google Shape;2435;p68"/>
          <p:cNvSpPr txBox="1"/>
          <p:nvPr/>
        </p:nvSpPr>
        <p:spPr>
          <a:xfrm>
            <a:off x="720000" y="3058864"/>
            <a:ext cx="15423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India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436" name="Google Shape;2436;p68"/>
          <p:cNvSpPr txBox="1"/>
          <p:nvPr/>
        </p:nvSpPr>
        <p:spPr>
          <a:xfrm>
            <a:off x="720000" y="1860472"/>
            <a:ext cx="15423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Despite being red, Mars is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very cold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437" name="Google Shape;2437;p68"/>
          <p:cNvCxnSpPr/>
          <p:nvPr/>
        </p:nvCxnSpPr>
        <p:spPr>
          <a:xfrm>
            <a:off x="2262300" y="1684700"/>
            <a:ext cx="852900" cy="563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38" name="Google Shape;2438;p68"/>
          <p:cNvCxnSpPr>
            <a:stCxn id="2435" idx="3"/>
          </p:cNvCxnSpPr>
          <p:nvPr/>
        </p:nvCxnSpPr>
        <p:spPr>
          <a:xfrm flipH="1" rot="10800000">
            <a:off x="2262300" y="2817064"/>
            <a:ext cx="3161700" cy="493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39" name="Google Shape;2439;p68"/>
          <p:cNvCxnSpPr>
            <a:stCxn id="2432" idx="1"/>
          </p:cNvCxnSpPr>
          <p:nvPr/>
        </p:nvCxnSpPr>
        <p:spPr>
          <a:xfrm flipH="1">
            <a:off x="5216875" y="1684675"/>
            <a:ext cx="1664400" cy="387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40" name="Google Shape;2440;p68"/>
          <p:cNvCxnSpPr>
            <a:stCxn id="2430" idx="1"/>
          </p:cNvCxnSpPr>
          <p:nvPr/>
        </p:nvCxnSpPr>
        <p:spPr>
          <a:xfrm rot="10800000">
            <a:off x="5890075" y="2568652"/>
            <a:ext cx="991200" cy="74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44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5" name="Google Shape;2445;p69"/>
          <p:cNvGrpSpPr/>
          <p:nvPr/>
        </p:nvGrpSpPr>
        <p:grpSpPr>
          <a:xfrm>
            <a:off x="3812690" y="1075164"/>
            <a:ext cx="4003052" cy="2972459"/>
            <a:chOff x="5138725" y="1338401"/>
            <a:chExt cx="3552900" cy="2638199"/>
          </a:xfrm>
        </p:grpSpPr>
        <p:sp>
          <p:nvSpPr>
            <p:cNvPr id="2446" name="Google Shape;2446;p69"/>
            <p:cNvSpPr/>
            <p:nvPr/>
          </p:nvSpPr>
          <p:spPr>
            <a:xfrm>
              <a:off x="5138725" y="1338401"/>
              <a:ext cx="3552900" cy="22863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69"/>
            <p:cNvSpPr/>
            <p:nvPr/>
          </p:nvSpPr>
          <p:spPr>
            <a:xfrm>
              <a:off x="6522475" y="3624700"/>
              <a:ext cx="785400" cy="2484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69"/>
            <p:cNvSpPr/>
            <p:nvPr/>
          </p:nvSpPr>
          <p:spPr>
            <a:xfrm>
              <a:off x="5884975" y="3873100"/>
              <a:ext cx="2060400" cy="1035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49" name="Google Shape;2449;p69"/>
          <p:cNvSpPr txBox="1"/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Mockups</a:t>
            </a:r>
            <a:endParaRPr/>
          </a:p>
        </p:txBody>
      </p:sp>
      <p:sp>
        <p:nvSpPr>
          <p:cNvPr id="2450" name="Google Shape;2450;p69"/>
          <p:cNvSpPr txBox="1"/>
          <p:nvPr>
            <p:ph idx="1" type="subTitle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images on the screen with your own work. Just right-click on them and select “Replace image”</a:t>
            </a:r>
            <a:endParaRPr/>
          </a:p>
        </p:txBody>
      </p:sp>
      <p:pic>
        <p:nvPicPr>
          <p:cNvPr id="2451" name="Google Shape;2451;p69"/>
          <p:cNvPicPr preferRelativeResize="0"/>
          <p:nvPr/>
        </p:nvPicPr>
        <p:blipFill rotWithShape="1">
          <a:blip r:embed="rId3">
            <a:alphaModFix/>
          </a:blip>
          <a:srcRect b="0" l="3891" r="3882" t="0"/>
          <a:stretch/>
        </p:blipFill>
        <p:spPr>
          <a:xfrm>
            <a:off x="3983789" y="1246750"/>
            <a:ext cx="3660749" cy="22327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2" name="Google Shape;2452;p69"/>
          <p:cNvGrpSpPr/>
          <p:nvPr/>
        </p:nvGrpSpPr>
        <p:grpSpPr>
          <a:xfrm>
            <a:off x="7468200" y="1759222"/>
            <a:ext cx="1175700" cy="2288400"/>
            <a:chOff x="4414000" y="2320175"/>
            <a:chExt cx="1175700" cy="2288400"/>
          </a:xfrm>
        </p:grpSpPr>
        <p:sp>
          <p:nvSpPr>
            <p:cNvPr id="2453" name="Google Shape;2453;p69"/>
            <p:cNvSpPr/>
            <p:nvPr/>
          </p:nvSpPr>
          <p:spPr>
            <a:xfrm>
              <a:off x="4414000" y="2320175"/>
              <a:ext cx="1175700" cy="22884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69"/>
            <p:cNvSpPr/>
            <p:nvPr/>
          </p:nvSpPr>
          <p:spPr>
            <a:xfrm>
              <a:off x="4869550" y="4432225"/>
              <a:ext cx="264600" cy="103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455" name="Google Shape;2455;p69"/>
          <p:cNvPicPr preferRelativeResize="0"/>
          <p:nvPr/>
        </p:nvPicPr>
        <p:blipFill rotWithShape="1">
          <a:blip r:embed="rId4">
            <a:alphaModFix/>
          </a:blip>
          <a:srcRect b="0" l="9415" r="9415" t="0"/>
          <a:stretch/>
        </p:blipFill>
        <p:spPr>
          <a:xfrm>
            <a:off x="7551901" y="1818834"/>
            <a:ext cx="1008298" cy="19817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6" name="Google Shape;2456;p69"/>
          <p:cNvGrpSpPr/>
          <p:nvPr/>
        </p:nvGrpSpPr>
        <p:grpSpPr>
          <a:xfrm>
            <a:off x="2734950" y="3980917"/>
            <a:ext cx="6577300" cy="134070"/>
            <a:chOff x="2734950" y="3980917"/>
            <a:chExt cx="6577300" cy="134070"/>
          </a:xfrm>
        </p:grpSpPr>
        <p:sp>
          <p:nvSpPr>
            <p:cNvPr id="2457" name="Google Shape;2457;p69"/>
            <p:cNvSpPr/>
            <p:nvPr/>
          </p:nvSpPr>
          <p:spPr>
            <a:xfrm rot="10800000">
              <a:off x="2734950" y="3980917"/>
              <a:ext cx="134070" cy="13407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58" name="Google Shape;2458;p69"/>
            <p:cNvCxnSpPr/>
            <p:nvPr/>
          </p:nvCxnSpPr>
          <p:spPr>
            <a:xfrm rot="10800000">
              <a:off x="2831050" y="4047947"/>
              <a:ext cx="6481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59" name="Google Shape;2459;p69"/>
            <p:cNvSpPr/>
            <p:nvPr/>
          </p:nvSpPr>
          <p:spPr>
            <a:xfrm rot="10800000">
              <a:off x="2765063" y="4011000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63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Google Shape;2464;p70"/>
          <p:cNvSpPr txBox="1"/>
          <p:nvPr>
            <p:ph idx="1" type="subTitle"/>
          </p:nvPr>
        </p:nvSpPr>
        <p:spPr>
          <a:xfrm>
            <a:off x="1157250" y="1609575"/>
            <a:ext cx="4448100" cy="1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/>
              <a:t>youremail@freepik.com</a:t>
            </a:r>
            <a:endParaRPr b="0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/>
              <a:t>+34 654 321 432</a:t>
            </a:r>
            <a:endParaRPr b="0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/>
              <a:t>yourwebsite.com</a:t>
            </a:r>
            <a:endParaRPr b="0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5" name="Google Shape;2465;p70"/>
          <p:cNvSpPr txBox="1"/>
          <p:nvPr>
            <p:ph type="title"/>
          </p:nvPr>
        </p:nvSpPr>
        <p:spPr>
          <a:xfrm>
            <a:off x="1157302" y="494775"/>
            <a:ext cx="5126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2466" name="Google Shape;2466;p70"/>
          <p:cNvSpPr txBox="1"/>
          <p:nvPr/>
        </p:nvSpPr>
        <p:spPr>
          <a:xfrm>
            <a:off x="1157300" y="4388325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Please keep this slide for attribution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467" name="Google Shape;2467;p70"/>
          <p:cNvGrpSpPr/>
          <p:nvPr/>
        </p:nvGrpSpPr>
        <p:grpSpPr>
          <a:xfrm>
            <a:off x="2810628" y="2984587"/>
            <a:ext cx="597900" cy="385800"/>
            <a:chOff x="2289878" y="3082512"/>
            <a:chExt cx="597900" cy="385800"/>
          </a:xfrm>
        </p:grpSpPr>
        <p:sp>
          <p:nvSpPr>
            <p:cNvPr id="2468" name="Google Shape;2468;p70"/>
            <p:cNvSpPr/>
            <p:nvPr/>
          </p:nvSpPr>
          <p:spPr>
            <a:xfrm>
              <a:off x="2447030" y="3130409"/>
              <a:ext cx="282876" cy="283216"/>
            </a:xfrm>
            <a:custGeom>
              <a:rect b="b" l="l" r="r" t="t"/>
              <a:pathLst>
                <a:path extrusionOk="0" h="10872" w="10860">
                  <a:moveTo>
                    <a:pt x="5430" y="1"/>
                  </a:moveTo>
                  <a:cubicBezTo>
                    <a:pt x="3990" y="1"/>
                    <a:pt x="2608" y="560"/>
                    <a:pt x="1596" y="1584"/>
                  </a:cubicBezTo>
                  <a:cubicBezTo>
                    <a:pt x="561" y="2620"/>
                    <a:pt x="1" y="3989"/>
                    <a:pt x="1" y="5430"/>
                  </a:cubicBezTo>
                  <a:cubicBezTo>
                    <a:pt x="1" y="6561"/>
                    <a:pt x="346" y="7645"/>
                    <a:pt x="1001" y="8573"/>
                  </a:cubicBezTo>
                  <a:cubicBezTo>
                    <a:pt x="1632" y="9466"/>
                    <a:pt x="2513" y="10145"/>
                    <a:pt x="3537" y="10538"/>
                  </a:cubicBezTo>
                  <a:cubicBezTo>
                    <a:pt x="3559" y="10544"/>
                    <a:pt x="3579" y="10547"/>
                    <a:pt x="3599" y="10547"/>
                  </a:cubicBezTo>
                  <a:cubicBezTo>
                    <a:pt x="3656" y="10547"/>
                    <a:pt x="3704" y="10522"/>
                    <a:pt x="3740" y="10478"/>
                  </a:cubicBezTo>
                  <a:cubicBezTo>
                    <a:pt x="3763" y="10443"/>
                    <a:pt x="3763" y="10395"/>
                    <a:pt x="3763" y="10371"/>
                  </a:cubicBezTo>
                  <a:lnTo>
                    <a:pt x="3763" y="7275"/>
                  </a:lnTo>
                  <a:cubicBezTo>
                    <a:pt x="3763" y="7180"/>
                    <a:pt x="3692" y="7097"/>
                    <a:pt x="3585" y="7097"/>
                  </a:cubicBezTo>
                  <a:lnTo>
                    <a:pt x="2156" y="7097"/>
                  </a:lnTo>
                  <a:lnTo>
                    <a:pt x="2156" y="5835"/>
                  </a:lnTo>
                  <a:lnTo>
                    <a:pt x="3585" y="5835"/>
                  </a:lnTo>
                  <a:cubicBezTo>
                    <a:pt x="3680" y="5835"/>
                    <a:pt x="3763" y="5751"/>
                    <a:pt x="3763" y="5656"/>
                  </a:cubicBezTo>
                  <a:lnTo>
                    <a:pt x="3763" y="5430"/>
                  </a:lnTo>
                  <a:cubicBezTo>
                    <a:pt x="3763" y="3942"/>
                    <a:pt x="5180" y="2632"/>
                    <a:pt x="6799" y="2632"/>
                  </a:cubicBezTo>
                  <a:lnTo>
                    <a:pt x="7550" y="2632"/>
                  </a:lnTo>
                  <a:lnTo>
                    <a:pt x="7550" y="3894"/>
                  </a:lnTo>
                  <a:lnTo>
                    <a:pt x="6799" y="3894"/>
                  </a:lnTo>
                  <a:cubicBezTo>
                    <a:pt x="6311" y="3894"/>
                    <a:pt x="5883" y="4025"/>
                    <a:pt x="5561" y="4287"/>
                  </a:cubicBezTo>
                  <a:cubicBezTo>
                    <a:pt x="5228" y="4561"/>
                    <a:pt x="5025" y="4966"/>
                    <a:pt x="5025" y="5430"/>
                  </a:cubicBezTo>
                  <a:lnTo>
                    <a:pt x="5025" y="5656"/>
                  </a:lnTo>
                  <a:cubicBezTo>
                    <a:pt x="5025" y="5740"/>
                    <a:pt x="5109" y="5835"/>
                    <a:pt x="5204" y="5835"/>
                  </a:cubicBezTo>
                  <a:lnTo>
                    <a:pt x="5883" y="5835"/>
                  </a:lnTo>
                  <a:cubicBezTo>
                    <a:pt x="5966" y="5835"/>
                    <a:pt x="6061" y="5751"/>
                    <a:pt x="6061" y="5656"/>
                  </a:cubicBezTo>
                  <a:cubicBezTo>
                    <a:pt x="6061" y="5561"/>
                    <a:pt x="5978" y="5478"/>
                    <a:pt x="5883" y="5478"/>
                  </a:cubicBezTo>
                  <a:lnTo>
                    <a:pt x="5371" y="5478"/>
                  </a:lnTo>
                  <a:lnTo>
                    <a:pt x="5371" y="5418"/>
                  </a:lnTo>
                  <a:cubicBezTo>
                    <a:pt x="5371" y="4525"/>
                    <a:pt x="6145" y="4204"/>
                    <a:pt x="6799" y="4204"/>
                  </a:cubicBezTo>
                  <a:lnTo>
                    <a:pt x="7704" y="4204"/>
                  </a:lnTo>
                  <a:cubicBezTo>
                    <a:pt x="7800" y="4204"/>
                    <a:pt x="7883" y="4132"/>
                    <a:pt x="7883" y="4025"/>
                  </a:cubicBezTo>
                  <a:lnTo>
                    <a:pt x="7883" y="2418"/>
                  </a:lnTo>
                  <a:cubicBezTo>
                    <a:pt x="7883" y="2334"/>
                    <a:pt x="7811" y="2239"/>
                    <a:pt x="7704" y="2239"/>
                  </a:cubicBezTo>
                  <a:lnTo>
                    <a:pt x="6799" y="2239"/>
                  </a:lnTo>
                  <a:cubicBezTo>
                    <a:pt x="5966" y="2239"/>
                    <a:pt x="5121" y="2572"/>
                    <a:pt x="4466" y="3156"/>
                  </a:cubicBezTo>
                  <a:cubicBezTo>
                    <a:pt x="3799" y="3763"/>
                    <a:pt x="3418" y="4549"/>
                    <a:pt x="3418" y="5382"/>
                  </a:cubicBezTo>
                  <a:lnTo>
                    <a:pt x="3418" y="5442"/>
                  </a:lnTo>
                  <a:lnTo>
                    <a:pt x="1989" y="5442"/>
                  </a:lnTo>
                  <a:cubicBezTo>
                    <a:pt x="1906" y="5442"/>
                    <a:pt x="1811" y="5513"/>
                    <a:pt x="1811" y="5620"/>
                  </a:cubicBezTo>
                  <a:lnTo>
                    <a:pt x="1811" y="7228"/>
                  </a:lnTo>
                  <a:cubicBezTo>
                    <a:pt x="1811" y="7323"/>
                    <a:pt x="1894" y="7406"/>
                    <a:pt x="1989" y="7406"/>
                  </a:cubicBezTo>
                  <a:lnTo>
                    <a:pt x="3418" y="7406"/>
                  </a:lnTo>
                  <a:lnTo>
                    <a:pt x="3418" y="10085"/>
                  </a:lnTo>
                  <a:cubicBezTo>
                    <a:pt x="1561" y="9300"/>
                    <a:pt x="346" y="7442"/>
                    <a:pt x="346" y="5418"/>
                  </a:cubicBezTo>
                  <a:cubicBezTo>
                    <a:pt x="346" y="2596"/>
                    <a:pt x="2620" y="322"/>
                    <a:pt x="5430" y="322"/>
                  </a:cubicBezTo>
                  <a:cubicBezTo>
                    <a:pt x="8228" y="322"/>
                    <a:pt x="10526" y="2620"/>
                    <a:pt x="10526" y="5418"/>
                  </a:cubicBezTo>
                  <a:cubicBezTo>
                    <a:pt x="10526" y="8228"/>
                    <a:pt x="8240" y="10502"/>
                    <a:pt x="5430" y="10502"/>
                  </a:cubicBezTo>
                  <a:lnTo>
                    <a:pt x="5371" y="10502"/>
                  </a:lnTo>
                  <a:lnTo>
                    <a:pt x="5371" y="7418"/>
                  </a:lnTo>
                  <a:lnTo>
                    <a:pt x="7728" y="7418"/>
                  </a:lnTo>
                  <a:cubicBezTo>
                    <a:pt x="7811" y="7418"/>
                    <a:pt x="7907" y="7347"/>
                    <a:pt x="7907" y="7240"/>
                  </a:cubicBezTo>
                  <a:lnTo>
                    <a:pt x="7907" y="5656"/>
                  </a:lnTo>
                  <a:cubicBezTo>
                    <a:pt x="7907" y="5561"/>
                    <a:pt x="7823" y="5478"/>
                    <a:pt x="7728" y="5478"/>
                  </a:cubicBezTo>
                  <a:lnTo>
                    <a:pt x="6728" y="5478"/>
                  </a:lnTo>
                  <a:cubicBezTo>
                    <a:pt x="6633" y="5478"/>
                    <a:pt x="6549" y="5549"/>
                    <a:pt x="6549" y="5656"/>
                  </a:cubicBezTo>
                  <a:cubicBezTo>
                    <a:pt x="6549" y="5740"/>
                    <a:pt x="6621" y="5835"/>
                    <a:pt x="6728" y="5835"/>
                  </a:cubicBezTo>
                  <a:lnTo>
                    <a:pt x="7561" y="5835"/>
                  </a:lnTo>
                  <a:lnTo>
                    <a:pt x="7561" y="7097"/>
                  </a:lnTo>
                  <a:lnTo>
                    <a:pt x="5204" y="7097"/>
                  </a:lnTo>
                  <a:cubicBezTo>
                    <a:pt x="5121" y="7097"/>
                    <a:pt x="5025" y="7168"/>
                    <a:pt x="5025" y="7275"/>
                  </a:cubicBezTo>
                  <a:lnTo>
                    <a:pt x="5025" y="10693"/>
                  </a:lnTo>
                  <a:cubicBezTo>
                    <a:pt x="5025" y="10788"/>
                    <a:pt x="5109" y="10859"/>
                    <a:pt x="5192" y="10871"/>
                  </a:cubicBezTo>
                  <a:lnTo>
                    <a:pt x="5430" y="10871"/>
                  </a:lnTo>
                  <a:cubicBezTo>
                    <a:pt x="6871" y="10871"/>
                    <a:pt x="8240" y="10312"/>
                    <a:pt x="9276" y="9288"/>
                  </a:cubicBezTo>
                  <a:cubicBezTo>
                    <a:pt x="10300" y="8252"/>
                    <a:pt x="10859" y="6883"/>
                    <a:pt x="10859" y="5442"/>
                  </a:cubicBezTo>
                  <a:cubicBezTo>
                    <a:pt x="10859" y="3989"/>
                    <a:pt x="10300" y="2620"/>
                    <a:pt x="9276" y="1584"/>
                  </a:cubicBezTo>
                  <a:cubicBezTo>
                    <a:pt x="8240" y="560"/>
                    <a:pt x="6871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70"/>
            <p:cNvSpPr/>
            <p:nvPr/>
          </p:nvSpPr>
          <p:spPr>
            <a:xfrm>
              <a:off x="2289878" y="3082512"/>
              <a:ext cx="597900" cy="385800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0" name="Google Shape;2470;p70"/>
          <p:cNvGrpSpPr/>
          <p:nvPr/>
        </p:nvGrpSpPr>
        <p:grpSpPr>
          <a:xfrm>
            <a:off x="2022327" y="2984587"/>
            <a:ext cx="597900" cy="385800"/>
            <a:chOff x="1501577" y="3082512"/>
            <a:chExt cx="597900" cy="385800"/>
          </a:xfrm>
        </p:grpSpPr>
        <p:grpSp>
          <p:nvGrpSpPr>
            <p:cNvPr id="2471" name="Google Shape;2471;p70"/>
            <p:cNvGrpSpPr/>
            <p:nvPr/>
          </p:nvGrpSpPr>
          <p:grpSpPr>
            <a:xfrm>
              <a:off x="1659114" y="3130469"/>
              <a:ext cx="283212" cy="282899"/>
              <a:chOff x="3303268" y="3817349"/>
              <a:chExt cx="346056" cy="345674"/>
            </a:xfrm>
          </p:grpSpPr>
          <p:sp>
            <p:nvSpPr>
              <p:cNvPr id="2472" name="Google Shape;2472;p70"/>
              <p:cNvSpPr/>
              <p:nvPr/>
            </p:nvSpPr>
            <p:spPr>
              <a:xfrm>
                <a:off x="3303268" y="3817349"/>
                <a:ext cx="346056" cy="345674"/>
              </a:xfrm>
              <a:custGeom>
                <a:rect b="b" l="l" r="r" t="t"/>
                <a:pathLst>
                  <a:path extrusionOk="0" h="10860" w="10872">
                    <a:moveTo>
                      <a:pt x="5418" y="334"/>
                    </a:moveTo>
                    <a:cubicBezTo>
                      <a:pt x="8228" y="334"/>
                      <a:pt x="10514" y="2608"/>
                      <a:pt x="10514" y="5430"/>
                    </a:cubicBezTo>
                    <a:cubicBezTo>
                      <a:pt x="10514" y="8240"/>
                      <a:pt x="8228" y="10514"/>
                      <a:pt x="5418" y="10514"/>
                    </a:cubicBezTo>
                    <a:cubicBezTo>
                      <a:pt x="2608" y="10514"/>
                      <a:pt x="334" y="8240"/>
                      <a:pt x="334" y="5430"/>
                    </a:cubicBezTo>
                    <a:cubicBezTo>
                      <a:pt x="334" y="2608"/>
                      <a:pt x="2608" y="334"/>
                      <a:pt x="5418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3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3" y="1"/>
                      <a:pt x="54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3" name="Google Shape;2473;p70"/>
              <p:cNvSpPr/>
              <p:nvPr/>
            </p:nvSpPr>
            <p:spPr>
              <a:xfrm>
                <a:off x="3368074" y="3882537"/>
                <a:ext cx="215298" cy="215298"/>
              </a:xfrm>
              <a:custGeom>
                <a:rect b="b" l="l" r="r" t="t"/>
                <a:pathLst>
                  <a:path extrusionOk="0" h="6764" w="6764">
                    <a:moveTo>
                      <a:pt x="5335" y="346"/>
                    </a:moveTo>
                    <a:cubicBezTo>
                      <a:pt x="5930" y="346"/>
                      <a:pt x="6418" y="834"/>
                      <a:pt x="6418" y="1429"/>
                    </a:cubicBezTo>
                    <a:lnTo>
                      <a:pt x="6418" y="5335"/>
                    </a:lnTo>
                    <a:cubicBezTo>
                      <a:pt x="6418" y="5930"/>
                      <a:pt x="5930" y="6418"/>
                      <a:pt x="5335" y="6418"/>
                    </a:cubicBezTo>
                    <a:lnTo>
                      <a:pt x="1429" y="6418"/>
                    </a:lnTo>
                    <a:cubicBezTo>
                      <a:pt x="834" y="6418"/>
                      <a:pt x="346" y="5930"/>
                      <a:pt x="346" y="5335"/>
                    </a:cubicBezTo>
                    <a:lnTo>
                      <a:pt x="346" y="1429"/>
                    </a:lnTo>
                    <a:cubicBezTo>
                      <a:pt x="346" y="834"/>
                      <a:pt x="834" y="346"/>
                      <a:pt x="1429" y="346"/>
                    </a:cubicBezTo>
                    <a:close/>
                    <a:moveTo>
                      <a:pt x="1429" y="1"/>
                    </a:moveTo>
                    <a:cubicBezTo>
                      <a:pt x="644" y="1"/>
                      <a:pt x="1" y="644"/>
                      <a:pt x="1" y="1429"/>
                    </a:cubicBezTo>
                    <a:lnTo>
                      <a:pt x="1" y="5335"/>
                    </a:lnTo>
                    <a:cubicBezTo>
                      <a:pt x="1" y="6120"/>
                      <a:pt x="644" y="6763"/>
                      <a:pt x="1429" y="6763"/>
                    </a:cubicBezTo>
                    <a:lnTo>
                      <a:pt x="5335" y="6763"/>
                    </a:lnTo>
                    <a:cubicBezTo>
                      <a:pt x="6121" y="6763"/>
                      <a:pt x="6763" y="6120"/>
                      <a:pt x="6763" y="5335"/>
                    </a:cubicBezTo>
                    <a:lnTo>
                      <a:pt x="6763" y="1429"/>
                    </a:lnTo>
                    <a:cubicBezTo>
                      <a:pt x="6763" y="644"/>
                      <a:pt x="6121" y="1"/>
                      <a:pt x="53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4" name="Google Shape;2474;p70"/>
              <p:cNvSpPr/>
              <p:nvPr/>
            </p:nvSpPr>
            <p:spPr>
              <a:xfrm>
                <a:off x="3418143" y="3933656"/>
                <a:ext cx="114811" cy="112742"/>
              </a:xfrm>
              <a:custGeom>
                <a:rect b="b" l="l" r="r" t="t"/>
                <a:pathLst>
                  <a:path extrusionOk="0" h="3542" w="3607">
                    <a:moveTo>
                      <a:pt x="1822" y="0"/>
                    </a:moveTo>
                    <a:cubicBezTo>
                      <a:pt x="812" y="0"/>
                      <a:pt x="1" y="851"/>
                      <a:pt x="59" y="1859"/>
                    </a:cubicBezTo>
                    <a:cubicBezTo>
                      <a:pt x="95" y="2776"/>
                      <a:pt x="833" y="3502"/>
                      <a:pt x="1726" y="3538"/>
                    </a:cubicBezTo>
                    <a:cubicBezTo>
                      <a:pt x="1764" y="3541"/>
                      <a:pt x="1802" y="3542"/>
                      <a:pt x="1840" y="3542"/>
                    </a:cubicBezTo>
                    <a:cubicBezTo>
                      <a:pt x="2178" y="3542"/>
                      <a:pt x="2494" y="3447"/>
                      <a:pt x="2762" y="3276"/>
                    </a:cubicBezTo>
                    <a:cubicBezTo>
                      <a:pt x="2857" y="3217"/>
                      <a:pt x="2869" y="3086"/>
                      <a:pt x="2797" y="3014"/>
                    </a:cubicBezTo>
                    <a:cubicBezTo>
                      <a:pt x="2761" y="2978"/>
                      <a:pt x="2711" y="2964"/>
                      <a:pt x="2664" y="2964"/>
                    </a:cubicBezTo>
                    <a:cubicBezTo>
                      <a:pt x="2634" y="2964"/>
                      <a:pt x="2606" y="2969"/>
                      <a:pt x="2583" y="2979"/>
                    </a:cubicBezTo>
                    <a:cubicBezTo>
                      <a:pt x="2380" y="3096"/>
                      <a:pt x="2149" y="3185"/>
                      <a:pt x="1897" y="3185"/>
                    </a:cubicBezTo>
                    <a:cubicBezTo>
                      <a:pt x="1868" y="3185"/>
                      <a:pt x="1839" y="3183"/>
                      <a:pt x="1809" y="3181"/>
                    </a:cubicBezTo>
                    <a:cubicBezTo>
                      <a:pt x="1023" y="3169"/>
                      <a:pt x="380" y="2514"/>
                      <a:pt x="392" y="1716"/>
                    </a:cubicBezTo>
                    <a:cubicBezTo>
                      <a:pt x="426" y="948"/>
                      <a:pt x="1028" y="330"/>
                      <a:pt x="1792" y="330"/>
                    </a:cubicBezTo>
                    <a:cubicBezTo>
                      <a:pt x="1833" y="330"/>
                      <a:pt x="1874" y="332"/>
                      <a:pt x="1916" y="335"/>
                    </a:cubicBezTo>
                    <a:cubicBezTo>
                      <a:pt x="2619" y="371"/>
                      <a:pt x="3190" y="943"/>
                      <a:pt x="3250" y="1633"/>
                    </a:cubicBezTo>
                    <a:cubicBezTo>
                      <a:pt x="3285" y="1919"/>
                      <a:pt x="3214" y="2193"/>
                      <a:pt x="3095" y="2431"/>
                    </a:cubicBezTo>
                    <a:cubicBezTo>
                      <a:pt x="3059" y="2490"/>
                      <a:pt x="3059" y="2574"/>
                      <a:pt x="3119" y="2633"/>
                    </a:cubicBezTo>
                    <a:cubicBezTo>
                      <a:pt x="3149" y="2663"/>
                      <a:pt x="3191" y="2678"/>
                      <a:pt x="3234" y="2678"/>
                    </a:cubicBezTo>
                    <a:cubicBezTo>
                      <a:pt x="3295" y="2678"/>
                      <a:pt x="3358" y="2648"/>
                      <a:pt x="3393" y="2586"/>
                    </a:cubicBezTo>
                    <a:cubicBezTo>
                      <a:pt x="3536" y="2324"/>
                      <a:pt x="3607" y="2014"/>
                      <a:pt x="3583" y="1669"/>
                    </a:cubicBezTo>
                    <a:cubicBezTo>
                      <a:pt x="3536" y="764"/>
                      <a:pt x="2797" y="50"/>
                      <a:pt x="1904" y="2"/>
                    </a:cubicBezTo>
                    <a:cubicBezTo>
                      <a:pt x="1877" y="1"/>
                      <a:pt x="1849" y="0"/>
                      <a:pt x="18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5" name="Google Shape;2475;p70"/>
              <p:cNvSpPr/>
              <p:nvPr/>
            </p:nvSpPr>
            <p:spPr>
              <a:xfrm>
                <a:off x="3519298" y="3910197"/>
                <a:ext cx="29570" cy="29220"/>
              </a:xfrm>
              <a:custGeom>
                <a:rect b="b" l="l" r="r" t="t"/>
                <a:pathLst>
                  <a:path extrusionOk="0" h="918" w="929">
                    <a:moveTo>
                      <a:pt x="465" y="1"/>
                    </a:moveTo>
                    <a:cubicBezTo>
                      <a:pt x="203" y="1"/>
                      <a:pt x="0" y="203"/>
                      <a:pt x="0" y="453"/>
                    </a:cubicBezTo>
                    <a:cubicBezTo>
                      <a:pt x="0" y="715"/>
                      <a:pt x="203" y="918"/>
                      <a:pt x="465" y="918"/>
                    </a:cubicBezTo>
                    <a:cubicBezTo>
                      <a:pt x="715" y="918"/>
                      <a:pt x="929" y="715"/>
                      <a:pt x="929" y="453"/>
                    </a:cubicBezTo>
                    <a:cubicBezTo>
                      <a:pt x="929" y="203"/>
                      <a:pt x="715" y="1"/>
                      <a:pt x="4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76" name="Google Shape;2476;p70"/>
            <p:cNvSpPr/>
            <p:nvPr/>
          </p:nvSpPr>
          <p:spPr>
            <a:xfrm>
              <a:off x="1501577" y="3082512"/>
              <a:ext cx="597900" cy="385800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7" name="Google Shape;2477;p70"/>
          <p:cNvGrpSpPr/>
          <p:nvPr/>
        </p:nvGrpSpPr>
        <p:grpSpPr>
          <a:xfrm>
            <a:off x="1234025" y="2984587"/>
            <a:ext cx="597900" cy="385800"/>
            <a:chOff x="713275" y="3082512"/>
            <a:chExt cx="597900" cy="385800"/>
          </a:xfrm>
        </p:grpSpPr>
        <p:grpSp>
          <p:nvGrpSpPr>
            <p:cNvPr id="2478" name="Google Shape;2478;p70"/>
            <p:cNvGrpSpPr/>
            <p:nvPr/>
          </p:nvGrpSpPr>
          <p:grpSpPr>
            <a:xfrm>
              <a:off x="870716" y="3133963"/>
              <a:ext cx="283558" cy="283245"/>
              <a:chOff x="3752358" y="3817349"/>
              <a:chExt cx="346056" cy="345674"/>
            </a:xfrm>
          </p:grpSpPr>
          <p:sp>
            <p:nvSpPr>
              <p:cNvPr id="2479" name="Google Shape;2479;p70"/>
              <p:cNvSpPr/>
              <p:nvPr/>
            </p:nvSpPr>
            <p:spPr>
              <a:xfrm>
                <a:off x="3752358" y="3817349"/>
                <a:ext cx="346056" cy="345674"/>
              </a:xfrm>
              <a:custGeom>
                <a:rect b="b" l="l" r="r" t="t"/>
                <a:pathLst>
                  <a:path extrusionOk="0" h="10860" w="10872">
                    <a:moveTo>
                      <a:pt x="5430" y="334"/>
                    </a:moveTo>
                    <a:cubicBezTo>
                      <a:pt x="8252" y="334"/>
                      <a:pt x="10526" y="2608"/>
                      <a:pt x="10526" y="5430"/>
                    </a:cubicBezTo>
                    <a:cubicBezTo>
                      <a:pt x="10526" y="8240"/>
                      <a:pt x="8228" y="10514"/>
                      <a:pt x="5430" y="10514"/>
                    </a:cubicBezTo>
                    <a:cubicBezTo>
                      <a:pt x="2620" y="10514"/>
                      <a:pt x="346" y="8240"/>
                      <a:pt x="346" y="5430"/>
                    </a:cubicBezTo>
                    <a:cubicBezTo>
                      <a:pt x="346" y="2608"/>
                      <a:pt x="2620" y="334"/>
                      <a:pt x="5430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2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2" y="1"/>
                      <a:pt x="54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0" name="Google Shape;2480;p70"/>
              <p:cNvSpPr/>
              <p:nvPr/>
            </p:nvSpPr>
            <p:spPr>
              <a:xfrm>
                <a:off x="3831933" y="3955682"/>
                <a:ext cx="47809" cy="120540"/>
              </a:xfrm>
              <a:custGeom>
                <a:rect b="b" l="l" r="r" t="t"/>
                <a:pathLst>
                  <a:path extrusionOk="0" h="3787" w="1502">
                    <a:moveTo>
                      <a:pt x="1168" y="346"/>
                    </a:moveTo>
                    <a:lnTo>
                      <a:pt x="1168" y="3430"/>
                    </a:lnTo>
                    <a:lnTo>
                      <a:pt x="358" y="3430"/>
                    </a:lnTo>
                    <a:lnTo>
                      <a:pt x="358" y="346"/>
                    </a:lnTo>
                    <a:close/>
                    <a:moveTo>
                      <a:pt x="180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72" y="3787"/>
                      <a:pt x="180" y="3787"/>
                    </a:cubicBezTo>
                    <a:lnTo>
                      <a:pt x="1323" y="3787"/>
                    </a:lnTo>
                    <a:cubicBezTo>
                      <a:pt x="1418" y="3787"/>
                      <a:pt x="1501" y="3715"/>
                      <a:pt x="1501" y="3608"/>
                    </a:cubicBezTo>
                    <a:lnTo>
                      <a:pt x="1501" y="179"/>
                    </a:lnTo>
                    <a:cubicBezTo>
                      <a:pt x="1501" y="72"/>
                      <a:pt x="1430" y="1"/>
                      <a:pt x="132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1" name="Google Shape;2481;p70"/>
              <p:cNvSpPr/>
              <p:nvPr/>
            </p:nvSpPr>
            <p:spPr>
              <a:xfrm>
                <a:off x="3824739" y="3890112"/>
                <a:ext cx="55002" cy="55002"/>
              </a:xfrm>
              <a:custGeom>
                <a:rect b="b" l="l" r="r" t="t"/>
                <a:pathLst>
                  <a:path extrusionOk="0" h="1728" w="1728">
                    <a:moveTo>
                      <a:pt x="870" y="334"/>
                    </a:moveTo>
                    <a:cubicBezTo>
                      <a:pt x="1156" y="334"/>
                      <a:pt x="1394" y="572"/>
                      <a:pt x="1394" y="846"/>
                    </a:cubicBezTo>
                    <a:cubicBezTo>
                      <a:pt x="1394" y="1132"/>
                      <a:pt x="1156" y="1370"/>
                      <a:pt x="870" y="1370"/>
                    </a:cubicBezTo>
                    <a:cubicBezTo>
                      <a:pt x="584" y="1370"/>
                      <a:pt x="346" y="1132"/>
                      <a:pt x="346" y="846"/>
                    </a:cubicBezTo>
                    <a:cubicBezTo>
                      <a:pt x="346" y="572"/>
                      <a:pt x="584" y="334"/>
                      <a:pt x="870" y="334"/>
                    </a:cubicBezTo>
                    <a:close/>
                    <a:moveTo>
                      <a:pt x="870" y="1"/>
                    </a:moveTo>
                    <a:cubicBezTo>
                      <a:pt x="394" y="1"/>
                      <a:pt x="1" y="394"/>
                      <a:pt x="1" y="870"/>
                    </a:cubicBezTo>
                    <a:cubicBezTo>
                      <a:pt x="1" y="1346"/>
                      <a:pt x="394" y="1727"/>
                      <a:pt x="870" y="1727"/>
                    </a:cubicBezTo>
                    <a:cubicBezTo>
                      <a:pt x="1346" y="1727"/>
                      <a:pt x="1727" y="1334"/>
                      <a:pt x="1727" y="870"/>
                    </a:cubicBezTo>
                    <a:cubicBezTo>
                      <a:pt x="1727" y="394"/>
                      <a:pt x="1346" y="1"/>
                      <a:pt x="8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2" name="Google Shape;2482;p70"/>
              <p:cNvSpPr/>
              <p:nvPr/>
            </p:nvSpPr>
            <p:spPr>
              <a:xfrm>
                <a:off x="3904696" y="3955682"/>
                <a:ext cx="128148" cy="120540"/>
              </a:xfrm>
              <a:custGeom>
                <a:rect b="b" l="l" r="r" t="t"/>
                <a:pathLst>
                  <a:path extrusionOk="0" h="3787" w="4026">
                    <a:moveTo>
                      <a:pt x="191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84" y="3787"/>
                      <a:pt x="191" y="3787"/>
                    </a:cubicBezTo>
                    <a:lnTo>
                      <a:pt x="1334" y="3787"/>
                    </a:lnTo>
                    <a:cubicBezTo>
                      <a:pt x="1418" y="3787"/>
                      <a:pt x="1513" y="3715"/>
                      <a:pt x="1513" y="3608"/>
                    </a:cubicBezTo>
                    <a:lnTo>
                      <a:pt x="1513" y="2382"/>
                    </a:lnTo>
                    <a:cubicBezTo>
                      <a:pt x="1513" y="1977"/>
                      <a:pt x="1596" y="1501"/>
                      <a:pt x="2037" y="1501"/>
                    </a:cubicBezTo>
                    <a:cubicBezTo>
                      <a:pt x="2347" y="1501"/>
                      <a:pt x="2477" y="1763"/>
                      <a:pt x="2525" y="2060"/>
                    </a:cubicBezTo>
                    <a:cubicBezTo>
                      <a:pt x="2537" y="2156"/>
                      <a:pt x="2608" y="2215"/>
                      <a:pt x="2692" y="2215"/>
                    </a:cubicBezTo>
                    <a:cubicBezTo>
                      <a:pt x="2787" y="2215"/>
                      <a:pt x="2870" y="2120"/>
                      <a:pt x="2847" y="2025"/>
                    </a:cubicBezTo>
                    <a:cubicBezTo>
                      <a:pt x="2763" y="1465"/>
                      <a:pt x="2477" y="1155"/>
                      <a:pt x="2013" y="1155"/>
                    </a:cubicBezTo>
                    <a:cubicBezTo>
                      <a:pt x="1465" y="1155"/>
                      <a:pt x="1156" y="1608"/>
                      <a:pt x="1156" y="2382"/>
                    </a:cubicBezTo>
                    <a:lnTo>
                      <a:pt x="1156" y="3430"/>
                    </a:lnTo>
                    <a:lnTo>
                      <a:pt x="346" y="3430"/>
                    </a:lnTo>
                    <a:lnTo>
                      <a:pt x="346" y="358"/>
                    </a:lnTo>
                    <a:lnTo>
                      <a:pt x="918" y="358"/>
                    </a:lnTo>
                    <a:lnTo>
                      <a:pt x="918" y="572"/>
                    </a:lnTo>
                    <a:cubicBezTo>
                      <a:pt x="918" y="632"/>
                      <a:pt x="930" y="679"/>
                      <a:pt x="977" y="715"/>
                    </a:cubicBezTo>
                    <a:cubicBezTo>
                      <a:pt x="1007" y="733"/>
                      <a:pt x="1043" y="742"/>
                      <a:pt x="1078" y="742"/>
                    </a:cubicBezTo>
                    <a:cubicBezTo>
                      <a:pt x="1114" y="742"/>
                      <a:pt x="1150" y="733"/>
                      <a:pt x="1180" y="715"/>
                    </a:cubicBezTo>
                    <a:cubicBezTo>
                      <a:pt x="1477" y="477"/>
                      <a:pt x="1835" y="358"/>
                      <a:pt x="2227" y="358"/>
                    </a:cubicBezTo>
                    <a:cubicBezTo>
                      <a:pt x="3204" y="358"/>
                      <a:pt x="3656" y="1191"/>
                      <a:pt x="3656" y="2001"/>
                    </a:cubicBezTo>
                    <a:lnTo>
                      <a:pt x="3656" y="3430"/>
                    </a:lnTo>
                    <a:lnTo>
                      <a:pt x="2847" y="3430"/>
                    </a:lnTo>
                    <a:lnTo>
                      <a:pt x="2847" y="2870"/>
                    </a:lnTo>
                    <a:cubicBezTo>
                      <a:pt x="2847" y="2775"/>
                      <a:pt x="2775" y="2703"/>
                      <a:pt x="2692" y="2703"/>
                    </a:cubicBezTo>
                    <a:cubicBezTo>
                      <a:pt x="2597" y="2703"/>
                      <a:pt x="2525" y="2775"/>
                      <a:pt x="2525" y="2870"/>
                    </a:cubicBezTo>
                    <a:lnTo>
                      <a:pt x="2525" y="3596"/>
                    </a:lnTo>
                    <a:cubicBezTo>
                      <a:pt x="2525" y="3691"/>
                      <a:pt x="2597" y="3775"/>
                      <a:pt x="2704" y="3775"/>
                    </a:cubicBezTo>
                    <a:lnTo>
                      <a:pt x="3847" y="3775"/>
                    </a:lnTo>
                    <a:cubicBezTo>
                      <a:pt x="3942" y="3775"/>
                      <a:pt x="4025" y="3703"/>
                      <a:pt x="4025" y="3596"/>
                    </a:cubicBezTo>
                    <a:lnTo>
                      <a:pt x="4025" y="1989"/>
                    </a:lnTo>
                    <a:cubicBezTo>
                      <a:pt x="4025" y="810"/>
                      <a:pt x="3299" y="1"/>
                      <a:pt x="2239" y="1"/>
                    </a:cubicBezTo>
                    <a:cubicBezTo>
                      <a:pt x="1894" y="1"/>
                      <a:pt x="1573" y="84"/>
                      <a:pt x="1275" y="251"/>
                    </a:cubicBezTo>
                    <a:lnTo>
                      <a:pt x="1275" y="179"/>
                    </a:lnTo>
                    <a:cubicBezTo>
                      <a:pt x="1275" y="84"/>
                      <a:pt x="1204" y="1"/>
                      <a:pt x="10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83" name="Google Shape;2483;p70"/>
            <p:cNvSpPr/>
            <p:nvPr/>
          </p:nvSpPr>
          <p:spPr>
            <a:xfrm>
              <a:off x="713275" y="3082512"/>
              <a:ext cx="597900" cy="385800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4" name="Google Shape;2484;p70"/>
          <p:cNvGrpSpPr/>
          <p:nvPr/>
        </p:nvGrpSpPr>
        <p:grpSpPr>
          <a:xfrm flipH="1" rot="10800000">
            <a:off x="6773992" y="-1205456"/>
            <a:ext cx="4151819" cy="5527900"/>
            <a:chOff x="6309526" y="836950"/>
            <a:chExt cx="3920509" cy="5219925"/>
          </a:xfrm>
        </p:grpSpPr>
        <p:pic>
          <p:nvPicPr>
            <p:cNvPr id="2485" name="Google Shape;2485;p70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6" name="Google Shape;2486;p70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70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70"/>
            <p:cNvSpPr/>
            <p:nvPr/>
          </p:nvSpPr>
          <p:spPr>
            <a:xfrm>
              <a:off x="6309526" y="8369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89" name="Google Shape;2489;p70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2490" name="Google Shape;2490;p7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1" name="Google Shape;2491;p7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2" name="Google Shape;2492;p7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3" name="Google Shape;2493;p7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4" name="Google Shape;2494;p7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5" name="Google Shape;2495;p7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6" name="Google Shape;2496;p7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7" name="Google Shape;2497;p70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2498" name="Google Shape;2498;p7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9" name="Google Shape;2499;p7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00" name="Google Shape;2500;p70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2501" name="Google Shape;2501;p7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2" name="Google Shape;2502;p7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03" name="Google Shape;2503;p70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2504" name="Google Shape;2504;p7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5" name="Google Shape;2505;p7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06" name="Google Shape;2506;p70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07" name="Google Shape;2507;p70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2508" name="Google Shape;2508;p7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9" name="Google Shape;2509;p7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0" name="Google Shape;2510;p7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11" name="Google Shape;2511;p70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2512" name="Google Shape;2512;p7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3" name="Google Shape;2513;p7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4" name="Google Shape;2514;p7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15" name="Google Shape;2515;p70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6" name="Google Shape;2516;p70"/>
          <p:cNvGrpSpPr/>
          <p:nvPr/>
        </p:nvGrpSpPr>
        <p:grpSpPr>
          <a:xfrm>
            <a:off x="1234025" y="4151751"/>
            <a:ext cx="4558967" cy="134100"/>
            <a:chOff x="796100" y="3019701"/>
            <a:chExt cx="4558967" cy="134100"/>
          </a:xfrm>
        </p:grpSpPr>
        <p:sp>
          <p:nvSpPr>
            <p:cNvPr id="2517" name="Google Shape;2517;p70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18" name="Google Shape;2518;p70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19" name="Google Shape;2519;p70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23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4" name="Google Shape;2524;p71"/>
          <p:cNvGrpSpPr/>
          <p:nvPr/>
        </p:nvGrpSpPr>
        <p:grpSpPr>
          <a:xfrm>
            <a:off x="932842" y="1339588"/>
            <a:ext cx="449582" cy="398132"/>
            <a:chOff x="713167" y="740543"/>
            <a:chExt cx="476707" cy="422153"/>
          </a:xfrm>
        </p:grpSpPr>
        <p:sp>
          <p:nvSpPr>
            <p:cNvPr id="2525" name="Google Shape;2525;p71"/>
            <p:cNvSpPr/>
            <p:nvPr/>
          </p:nvSpPr>
          <p:spPr>
            <a:xfrm>
              <a:off x="713167" y="740543"/>
              <a:ext cx="476707" cy="422153"/>
            </a:xfrm>
            <a:custGeom>
              <a:rect b="b" l="l" r="r" t="t"/>
              <a:pathLst>
                <a:path extrusionOk="0" h="11143" w="12583">
                  <a:moveTo>
                    <a:pt x="3671" y="1967"/>
                  </a:moveTo>
                  <a:lnTo>
                    <a:pt x="3671" y="4501"/>
                  </a:lnTo>
                  <a:cubicBezTo>
                    <a:pt x="3671" y="4596"/>
                    <a:pt x="3740" y="4681"/>
                    <a:pt x="3835" y="4691"/>
                  </a:cubicBezTo>
                  <a:cubicBezTo>
                    <a:pt x="3840" y="4691"/>
                    <a:pt x="3846" y="4691"/>
                    <a:pt x="3851" y="4691"/>
                  </a:cubicBezTo>
                  <a:cubicBezTo>
                    <a:pt x="3951" y="4691"/>
                    <a:pt x="4032" y="4609"/>
                    <a:pt x="4032" y="4507"/>
                  </a:cubicBezTo>
                  <a:lnTo>
                    <a:pt x="4032" y="1968"/>
                  </a:lnTo>
                  <a:lnTo>
                    <a:pt x="12223" y="1968"/>
                  </a:lnTo>
                  <a:lnTo>
                    <a:pt x="12223" y="10529"/>
                  </a:lnTo>
                  <a:lnTo>
                    <a:pt x="12222" y="10529"/>
                  </a:lnTo>
                  <a:cubicBezTo>
                    <a:pt x="12222" y="10667"/>
                    <a:pt x="12109" y="10780"/>
                    <a:pt x="11971" y="10780"/>
                  </a:cubicBezTo>
                  <a:lnTo>
                    <a:pt x="4030" y="10780"/>
                  </a:lnTo>
                  <a:lnTo>
                    <a:pt x="4030" y="5342"/>
                  </a:lnTo>
                  <a:cubicBezTo>
                    <a:pt x="4030" y="5254"/>
                    <a:pt x="3973" y="5174"/>
                    <a:pt x="3886" y="5157"/>
                  </a:cubicBezTo>
                  <a:cubicBezTo>
                    <a:pt x="3873" y="5154"/>
                    <a:pt x="3861" y="5153"/>
                    <a:pt x="3849" y="5153"/>
                  </a:cubicBezTo>
                  <a:cubicBezTo>
                    <a:pt x="3750" y="5153"/>
                    <a:pt x="3670" y="5236"/>
                    <a:pt x="3670" y="5337"/>
                  </a:cubicBezTo>
                  <a:lnTo>
                    <a:pt x="3670" y="10780"/>
                  </a:lnTo>
                  <a:lnTo>
                    <a:pt x="614" y="10780"/>
                  </a:lnTo>
                  <a:cubicBezTo>
                    <a:pt x="475" y="10780"/>
                    <a:pt x="362" y="10667"/>
                    <a:pt x="362" y="10529"/>
                  </a:cubicBezTo>
                  <a:lnTo>
                    <a:pt x="362" y="1967"/>
                  </a:lnTo>
                  <a:close/>
                  <a:moveTo>
                    <a:pt x="8476" y="1"/>
                  </a:moveTo>
                  <a:cubicBezTo>
                    <a:pt x="8476" y="1"/>
                    <a:pt x="8475" y="1"/>
                    <a:pt x="8474" y="1"/>
                  </a:cubicBezTo>
                  <a:lnTo>
                    <a:pt x="637" y="1"/>
                  </a:lnTo>
                  <a:cubicBezTo>
                    <a:pt x="295" y="1"/>
                    <a:pt x="16" y="278"/>
                    <a:pt x="0" y="622"/>
                  </a:cubicBezTo>
                  <a:lnTo>
                    <a:pt x="33" y="10521"/>
                  </a:lnTo>
                  <a:cubicBezTo>
                    <a:pt x="33" y="10865"/>
                    <a:pt x="310" y="11142"/>
                    <a:pt x="654" y="11142"/>
                  </a:cubicBezTo>
                  <a:lnTo>
                    <a:pt x="11961" y="11142"/>
                  </a:lnTo>
                  <a:cubicBezTo>
                    <a:pt x="12305" y="11142"/>
                    <a:pt x="12582" y="10865"/>
                    <a:pt x="12582" y="10521"/>
                  </a:cubicBezTo>
                  <a:lnTo>
                    <a:pt x="12582" y="623"/>
                  </a:lnTo>
                  <a:cubicBezTo>
                    <a:pt x="12582" y="278"/>
                    <a:pt x="12305" y="1"/>
                    <a:pt x="11964" y="1"/>
                  </a:cubicBezTo>
                  <a:lnTo>
                    <a:pt x="9348" y="1"/>
                  </a:lnTo>
                  <a:cubicBezTo>
                    <a:pt x="9253" y="1"/>
                    <a:pt x="9168" y="71"/>
                    <a:pt x="9159" y="165"/>
                  </a:cubicBezTo>
                  <a:cubicBezTo>
                    <a:pt x="9150" y="272"/>
                    <a:pt x="9234" y="361"/>
                    <a:pt x="9339" y="361"/>
                  </a:cubicBezTo>
                  <a:lnTo>
                    <a:pt x="11969" y="361"/>
                  </a:lnTo>
                  <a:cubicBezTo>
                    <a:pt x="12108" y="361"/>
                    <a:pt x="12221" y="474"/>
                    <a:pt x="12221" y="612"/>
                  </a:cubicBezTo>
                  <a:lnTo>
                    <a:pt x="12221" y="1574"/>
                  </a:lnTo>
                  <a:lnTo>
                    <a:pt x="360" y="1571"/>
                  </a:lnTo>
                  <a:lnTo>
                    <a:pt x="360" y="612"/>
                  </a:lnTo>
                  <a:cubicBezTo>
                    <a:pt x="360" y="474"/>
                    <a:pt x="472" y="361"/>
                    <a:pt x="611" y="361"/>
                  </a:cubicBezTo>
                  <a:lnTo>
                    <a:pt x="8474" y="361"/>
                  </a:lnTo>
                  <a:cubicBezTo>
                    <a:pt x="8474" y="361"/>
                    <a:pt x="8660" y="287"/>
                    <a:pt x="8660" y="184"/>
                  </a:cubicBezTo>
                  <a:cubicBezTo>
                    <a:pt x="8660" y="83"/>
                    <a:pt x="8578" y="1"/>
                    <a:pt x="84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71"/>
            <p:cNvSpPr/>
            <p:nvPr/>
          </p:nvSpPr>
          <p:spPr>
            <a:xfrm>
              <a:off x="756621" y="834914"/>
              <a:ext cx="37468" cy="13676"/>
            </a:xfrm>
            <a:custGeom>
              <a:rect b="b" l="l" r="r" t="t"/>
              <a:pathLst>
                <a:path extrusionOk="0" h="361" w="989">
                  <a:moveTo>
                    <a:pt x="198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1" y="361"/>
                  </a:lnTo>
                  <a:cubicBezTo>
                    <a:pt x="886" y="361"/>
                    <a:pt x="972" y="290"/>
                    <a:pt x="979" y="196"/>
                  </a:cubicBezTo>
                  <a:cubicBezTo>
                    <a:pt x="989" y="89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71"/>
            <p:cNvSpPr/>
            <p:nvPr/>
          </p:nvSpPr>
          <p:spPr>
            <a:xfrm>
              <a:off x="756583" y="869617"/>
              <a:ext cx="37506" cy="13714"/>
            </a:xfrm>
            <a:custGeom>
              <a:rect b="b" l="l" r="r" t="t"/>
              <a:pathLst>
                <a:path extrusionOk="0" h="362" w="99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2" y="361"/>
                  </a:lnTo>
                  <a:cubicBezTo>
                    <a:pt x="887" y="361"/>
                    <a:pt x="973" y="291"/>
                    <a:pt x="980" y="197"/>
                  </a:cubicBezTo>
                  <a:cubicBezTo>
                    <a:pt x="990" y="91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71"/>
            <p:cNvSpPr/>
            <p:nvPr/>
          </p:nvSpPr>
          <p:spPr>
            <a:xfrm>
              <a:off x="756583" y="904395"/>
              <a:ext cx="37506" cy="13676"/>
            </a:xfrm>
            <a:custGeom>
              <a:rect b="b" l="l" r="r" t="t"/>
              <a:pathLst>
                <a:path extrusionOk="0" h="361" w="990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2" y="360"/>
                  </a:lnTo>
                  <a:cubicBezTo>
                    <a:pt x="887" y="360"/>
                    <a:pt x="973" y="290"/>
                    <a:pt x="980" y="196"/>
                  </a:cubicBezTo>
                  <a:cubicBezTo>
                    <a:pt x="990" y="90"/>
                    <a:pt x="906" y="0"/>
                    <a:pt x="8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71"/>
            <p:cNvSpPr/>
            <p:nvPr/>
          </p:nvSpPr>
          <p:spPr>
            <a:xfrm>
              <a:off x="756621" y="939136"/>
              <a:ext cx="37468" cy="13676"/>
            </a:xfrm>
            <a:custGeom>
              <a:rect b="b" l="l" r="r" t="t"/>
              <a:pathLst>
                <a:path extrusionOk="0" h="361" w="989">
                  <a:moveTo>
                    <a:pt x="198" y="1"/>
                  </a:moveTo>
                  <a:cubicBezTo>
                    <a:pt x="103" y="1"/>
                    <a:pt x="17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1" y="361"/>
                  </a:lnTo>
                  <a:cubicBezTo>
                    <a:pt x="886" y="361"/>
                    <a:pt x="972" y="292"/>
                    <a:pt x="979" y="198"/>
                  </a:cubicBezTo>
                  <a:cubicBezTo>
                    <a:pt x="989" y="90"/>
                    <a:pt x="905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71"/>
            <p:cNvSpPr/>
            <p:nvPr/>
          </p:nvSpPr>
          <p:spPr>
            <a:xfrm>
              <a:off x="756583" y="975164"/>
              <a:ext cx="37506" cy="13676"/>
            </a:xfrm>
            <a:custGeom>
              <a:rect b="b" l="l" r="r" t="t"/>
              <a:pathLst>
                <a:path extrusionOk="0" h="361" w="99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2" y="361"/>
                  </a:lnTo>
                  <a:cubicBezTo>
                    <a:pt x="887" y="361"/>
                    <a:pt x="973" y="291"/>
                    <a:pt x="980" y="195"/>
                  </a:cubicBezTo>
                  <a:cubicBezTo>
                    <a:pt x="990" y="90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71"/>
            <p:cNvSpPr/>
            <p:nvPr/>
          </p:nvSpPr>
          <p:spPr>
            <a:xfrm>
              <a:off x="756621" y="1009905"/>
              <a:ext cx="37468" cy="13676"/>
            </a:xfrm>
            <a:custGeom>
              <a:rect b="b" l="l" r="r" t="t"/>
              <a:pathLst>
                <a:path extrusionOk="0" h="361" w="989">
                  <a:moveTo>
                    <a:pt x="198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0"/>
                    <a:pt x="979" y="196"/>
                  </a:cubicBezTo>
                  <a:cubicBezTo>
                    <a:pt x="989" y="90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71"/>
            <p:cNvSpPr/>
            <p:nvPr/>
          </p:nvSpPr>
          <p:spPr>
            <a:xfrm>
              <a:off x="756583" y="1044645"/>
              <a:ext cx="37506" cy="13714"/>
            </a:xfrm>
            <a:custGeom>
              <a:rect b="b" l="l" r="r" t="t"/>
              <a:pathLst>
                <a:path extrusionOk="0" h="362" w="990">
                  <a:moveTo>
                    <a:pt x="198" y="1"/>
                  </a:moveTo>
                  <a:cubicBezTo>
                    <a:pt x="102" y="1"/>
                    <a:pt x="17" y="70"/>
                    <a:pt x="10" y="166"/>
                  </a:cubicBezTo>
                  <a:cubicBezTo>
                    <a:pt x="0" y="273"/>
                    <a:pt x="84" y="362"/>
                    <a:pt x="189" y="362"/>
                  </a:cubicBezTo>
                  <a:lnTo>
                    <a:pt x="792" y="362"/>
                  </a:lnTo>
                  <a:cubicBezTo>
                    <a:pt x="887" y="362"/>
                    <a:pt x="973" y="293"/>
                    <a:pt x="980" y="199"/>
                  </a:cubicBezTo>
                  <a:cubicBezTo>
                    <a:pt x="990" y="91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71"/>
            <p:cNvSpPr/>
            <p:nvPr/>
          </p:nvSpPr>
          <p:spPr>
            <a:xfrm>
              <a:off x="756621" y="1079424"/>
              <a:ext cx="37468" cy="13676"/>
            </a:xfrm>
            <a:custGeom>
              <a:rect b="b" l="l" r="r" t="t"/>
              <a:pathLst>
                <a:path extrusionOk="0" h="361" w="989">
                  <a:moveTo>
                    <a:pt x="198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1"/>
                    <a:pt x="979" y="197"/>
                  </a:cubicBezTo>
                  <a:cubicBezTo>
                    <a:pt x="989" y="89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71"/>
            <p:cNvSpPr/>
            <p:nvPr/>
          </p:nvSpPr>
          <p:spPr>
            <a:xfrm>
              <a:off x="756621" y="1114202"/>
              <a:ext cx="37468" cy="13639"/>
            </a:xfrm>
            <a:custGeom>
              <a:rect b="b" l="l" r="r" t="t"/>
              <a:pathLst>
                <a:path extrusionOk="0" h="360" w="989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1"/>
                    <a:pt x="979" y="196"/>
                  </a:cubicBezTo>
                  <a:cubicBezTo>
                    <a:pt x="989" y="90"/>
                    <a:pt x="905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71"/>
            <p:cNvSpPr/>
            <p:nvPr/>
          </p:nvSpPr>
          <p:spPr>
            <a:xfrm>
              <a:off x="931309" y="834497"/>
              <a:ext cx="43681" cy="84029"/>
            </a:xfrm>
            <a:custGeom>
              <a:rect b="b" l="l" r="r" t="t"/>
              <a:pathLst>
                <a:path extrusionOk="0" h="2218" w="1153">
                  <a:moveTo>
                    <a:pt x="944" y="0"/>
                  </a:moveTo>
                  <a:cubicBezTo>
                    <a:pt x="870" y="0"/>
                    <a:pt x="800" y="45"/>
                    <a:pt x="772" y="117"/>
                  </a:cubicBezTo>
                  <a:lnTo>
                    <a:pt x="37" y="1965"/>
                  </a:lnTo>
                  <a:cubicBezTo>
                    <a:pt x="1" y="2059"/>
                    <a:pt x="46" y="2166"/>
                    <a:pt x="140" y="2204"/>
                  </a:cubicBezTo>
                  <a:cubicBezTo>
                    <a:pt x="163" y="2213"/>
                    <a:pt x="186" y="2217"/>
                    <a:pt x="208" y="2217"/>
                  </a:cubicBezTo>
                  <a:cubicBezTo>
                    <a:pt x="281" y="2217"/>
                    <a:pt x="352" y="2173"/>
                    <a:pt x="380" y="2101"/>
                  </a:cubicBezTo>
                  <a:lnTo>
                    <a:pt x="1114" y="253"/>
                  </a:lnTo>
                  <a:cubicBezTo>
                    <a:pt x="1153" y="159"/>
                    <a:pt x="1106" y="52"/>
                    <a:pt x="1011" y="13"/>
                  </a:cubicBezTo>
                  <a:cubicBezTo>
                    <a:pt x="989" y="5"/>
                    <a:pt x="966" y="0"/>
                    <a:pt x="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71"/>
            <p:cNvSpPr/>
            <p:nvPr/>
          </p:nvSpPr>
          <p:spPr>
            <a:xfrm>
              <a:off x="985598" y="837869"/>
              <a:ext cx="34097" cy="77248"/>
            </a:xfrm>
            <a:custGeom>
              <a:rect b="b" l="l" r="r" t="t"/>
              <a:pathLst>
                <a:path extrusionOk="0" h="2039" w="900">
                  <a:moveTo>
                    <a:pt x="212" y="0"/>
                  </a:moveTo>
                  <a:cubicBezTo>
                    <a:pt x="180" y="0"/>
                    <a:pt x="147" y="9"/>
                    <a:pt x="118" y="27"/>
                  </a:cubicBezTo>
                  <a:cubicBezTo>
                    <a:pt x="30" y="79"/>
                    <a:pt x="3" y="193"/>
                    <a:pt x="55" y="279"/>
                  </a:cubicBezTo>
                  <a:lnTo>
                    <a:pt x="492" y="1004"/>
                  </a:lnTo>
                  <a:lnTo>
                    <a:pt x="53" y="1762"/>
                  </a:lnTo>
                  <a:cubicBezTo>
                    <a:pt x="0" y="1850"/>
                    <a:pt x="31" y="1964"/>
                    <a:pt x="119" y="2014"/>
                  </a:cubicBezTo>
                  <a:cubicBezTo>
                    <a:pt x="147" y="2032"/>
                    <a:pt x="181" y="2039"/>
                    <a:pt x="212" y="2039"/>
                  </a:cubicBezTo>
                  <a:cubicBezTo>
                    <a:pt x="276" y="2039"/>
                    <a:pt x="338" y="2007"/>
                    <a:pt x="371" y="1948"/>
                  </a:cubicBezTo>
                  <a:lnTo>
                    <a:pt x="865" y="1095"/>
                  </a:lnTo>
                  <a:cubicBezTo>
                    <a:pt x="899" y="1038"/>
                    <a:pt x="898" y="965"/>
                    <a:pt x="863" y="908"/>
                  </a:cubicBezTo>
                  <a:lnTo>
                    <a:pt x="370" y="90"/>
                  </a:lnTo>
                  <a:cubicBezTo>
                    <a:pt x="336" y="32"/>
                    <a:pt x="275" y="0"/>
                    <a:pt x="2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71"/>
            <p:cNvSpPr/>
            <p:nvPr/>
          </p:nvSpPr>
          <p:spPr>
            <a:xfrm>
              <a:off x="886605" y="837869"/>
              <a:ext cx="34021" cy="77248"/>
            </a:xfrm>
            <a:custGeom>
              <a:rect b="b" l="l" r="r" t="t"/>
              <a:pathLst>
                <a:path extrusionOk="0" h="2039" w="898">
                  <a:moveTo>
                    <a:pt x="687" y="0"/>
                  </a:moveTo>
                  <a:cubicBezTo>
                    <a:pt x="624" y="0"/>
                    <a:pt x="564" y="32"/>
                    <a:pt x="529" y="90"/>
                  </a:cubicBezTo>
                  <a:lnTo>
                    <a:pt x="36" y="908"/>
                  </a:lnTo>
                  <a:cubicBezTo>
                    <a:pt x="2" y="965"/>
                    <a:pt x="0" y="1038"/>
                    <a:pt x="35" y="1095"/>
                  </a:cubicBezTo>
                  <a:lnTo>
                    <a:pt x="528" y="1948"/>
                  </a:lnTo>
                  <a:cubicBezTo>
                    <a:pt x="563" y="2007"/>
                    <a:pt x="623" y="2039"/>
                    <a:pt x="688" y="2039"/>
                  </a:cubicBezTo>
                  <a:cubicBezTo>
                    <a:pt x="720" y="2039"/>
                    <a:pt x="751" y="2031"/>
                    <a:pt x="780" y="2014"/>
                  </a:cubicBezTo>
                  <a:cubicBezTo>
                    <a:pt x="868" y="1964"/>
                    <a:pt x="898" y="1850"/>
                    <a:pt x="847" y="1762"/>
                  </a:cubicBezTo>
                  <a:lnTo>
                    <a:pt x="408" y="1005"/>
                  </a:lnTo>
                  <a:lnTo>
                    <a:pt x="846" y="279"/>
                  </a:lnTo>
                  <a:cubicBezTo>
                    <a:pt x="898" y="191"/>
                    <a:pt x="870" y="79"/>
                    <a:pt x="783" y="27"/>
                  </a:cubicBezTo>
                  <a:cubicBezTo>
                    <a:pt x="753" y="9"/>
                    <a:pt x="719" y="0"/>
                    <a:pt x="6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71"/>
            <p:cNvSpPr/>
            <p:nvPr/>
          </p:nvSpPr>
          <p:spPr>
            <a:xfrm>
              <a:off x="886643" y="939136"/>
              <a:ext cx="173097" cy="13676"/>
            </a:xfrm>
            <a:custGeom>
              <a:rect b="b" l="l" r="r" t="t"/>
              <a:pathLst>
                <a:path extrusionOk="0" h="361" w="4569">
                  <a:moveTo>
                    <a:pt x="200" y="1"/>
                  </a:moveTo>
                  <a:cubicBezTo>
                    <a:pt x="104" y="1"/>
                    <a:pt x="19" y="71"/>
                    <a:pt x="10" y="165"/>
                  </a:cubicBezTo>
                  <a:cubicBezTo>
                    <a:pt x="0" y="272"/>
                    <a:pt x="87" y="361"/>
                    <a:pt x="193" y="361"/>
                  </a:cubicBezTo>
                  <a:lnTo>
                    <a:pt x="4370" y="361"/>
                  </a:lnTo>
                  <a:cubicBezTo>
                    <a:pt x="4465" y="361"/>
                    <a:pt x="4550" y="292"/>
                    <a:pt x="4559" y="198"/>
                  </a:cubicBezTo>
                  <a:cubicBezTo>
                    <a:pt x="4569" y="90"/>
                    <a:pt x="4484" y="1"/>
                    <a:pt x="4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71"/>
            <p:cNvSpPr/>
            <p:nvPr/>
          </p:nvSpPr>
          <p:spPr>
            <a:xfrm>
              <a:off x="887135" y="975126"/>
              <a:ext cx="44629" cy="13714"/>
            </a:xfrm>
            <a:custGeom>
              <a:rect b="b" l="l" r="r" t="t"/>
              <a:pathLst>
                <a:path extrusionOk="0" h="362" w="1178">
                  <a:moveTo>
                    <a:pt x="199" y="1"/>
                  </a:moveTo>
                  <a:cubicBezTo>
                    <a:pt x="104" y="1"/>
                    <a:pt x="18" y="70"/>
                    <a:pt x="10" y="164"/>
                  </a:cubicBezTo>
                  <a:cubicBezTo>
                    <a:pt x="1" y="273"/>
                    <a:pt x="85" y="362"/>
                    <a:pt x="190" y="362"/>
                  </a:cubicBezTo>
                  <a:lnTo>
                    <a:pt x="979" y="362"/>
                  </a:lnTo>
                  <a:cubicBezTo>
                    <a:pt x="1075" y="362"/>
                    <a:pt x="1159" y="292"/>
                    <a:pt x="1168" y="196"/>
                  </a:cubicBezTo>
                  <a:cubicBezTo>
                    <a:pt x="1177" y="90"/>
                    <a:pt x="1093" y="1"/>
                    <a:pt x="9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71"/>
            <p:cNvSpPr/>
            <p:nvPr/>
          </p:nvSpPr>
          <p:spPr>
            <a:xfrm>
              <a:off x="954608" y="975164"/>
              <a:ext cx="44591" cy="13676"/>
            </a:xfrm>
            <a:custGeom>
              <a:rect b="b" l="l" r="r" t="t"/>
              <a:pathLst>
                <a:path extrusionOk="0" h="361" w="1177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979" y="361"/>
                  </a:lnTo>
                  <a:cubicBezTo>
                    <a:pt x="1074" y="361"/>
                    <a:pt x="1159" y="291"/>
                    <a:pt x="1167" y="195"/>
                  </a:cubicBezTo>
                  <a:cubicBezTo>
                    <a:pt x="1177" y="90"/>
                    <a:pt x="1093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71"/>
            <p:cNvSpPr/>
            <p:nvPr/>
          </p:nvSpPr>
          <p:spPr>
            <a:xfrm>
              <a:off x="999199" y="1009943"/>
              <a:ext cx="44553" cy="13676"/>
            </a:xfrm>
            <a:custGeom>
              <a:rect b="b" l="l" r="r" t="t"/>
              <a:pathLst>
                <a:path extrusionOk="0" h="361" w="1176">
                  <a:moveTo>
                    <a:pt x="199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0"/>
                    <a:pt x="84" y="360"/>
                    <a:pt x="189" y="360"/>
                  </a:cubicBezTo>
                  <a:lnTo>
                    <a:pt x="979" y="360"/>
                  </a:lnTo>
                  <a:cubicBezTo>
                    <a:pt x="1074" y="360"/>
                    <a:pt x="1159" y="290"/>
                    <a:pt x="1167" y="197"/>
                  </a:cubicBezTo>
                  <a:cubicBezTo>
                    <a:pt x="1176" y="89"/>
                    <a:pt x="1092" y="0"/>
                    <a:pt x="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71"/>
            <p:cNvSpPr/>
            <p:nvPr/>
          </p:nvSpPr>
          <p:spPr>
            <a:xfrm>
              <a:off x="999199" y="1079424"/>
              <a:ext cx="44553" cy="13676"/>
            </a:xfrm>
            <a:custGeom>
              <a:rect b="b" l="l" r="r" t="t"/>
              <a:pathLst>
                <a:path extrusionOk="0" h="361" w="1176">
                  <a:moveTo>
                    <a:pt x="199" y="0"/>
                  </a:moveTo>
                  <a:cubicBezTo>
                    <a:pt x="102" y="0"/>
                    <a:pt x="17" y="70"/>
                    <a:pt x="10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979" y="360"/>
                  </a:lnTo>
                  <a:cubicBezTo>
                    <a:pt x="1074" y="360"/>
                    <a:pt x="1159" y="291"/>
                    <a:pt x="1167" y="197"/>
                  </a:cubicBezTo>
                  <a:cubicBezTo>
                    <a:pt x="1176" y="89"/>
                    <a:pt x="1092" y="0"/>
                    <a:pt x="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71"/>
            <p:cNvSpPr/>
            <p:nvPr/>
          </p:nvSpPr>
          <p:spPr>
            <a:xfrm>
              <a:off x="887741" y="1114202"/>
              <a:ext cx="95432" cy="13639"/>
            </a:xfrm>
            <a:custGeom>
              <a:rect b="b" l="l" r="r" t="t"/>
              <a:pathLst>
                <a:path extrusionOk="0" h="360" w="2519">
                  <a:moveTo>
                    <a:pt x="199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2321" y="360"/>
                  </a:lnTo>
                  <a:cubicBezTo>
                    <a:pt x="2416" y="360"/>
                    <a:pt x="2502" y="291"/>
                    <a:pt x="2509" y="196"/>
                  </a:cubicBezTo>
                  <a:cubicBezTo>
                    <a:pt x="2519" y="90"/>
                    <a:pt x="2435" y="1"/>
                    <a:pt x="2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71"/>
            <p:cNvSpPr/>
            <p:nvPr/>
          </p:nvSpPr>
          <p:spPr>
            <a:xfrm>
              <a:off x="887741" y="1009943"/>
              <a:ext cx="95394" cy="13676"/>
            </a:xfrm>
            <a:custGeom>
              <a:rect b="b" l="l" r="r" t="t"/>
              <a:pathLst>
                <a:path extrusionOk="0" h="361" w="2518">
                  <a:moveTo>
                    <a:pt x="199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1" y="270"/>
                    <a:pt x="84" y="360"/>
                    <a:pt x="189" y="360"/>
                  </a:cubicBezTo>
                  <a:lnTo>
                    <a:pt x="2320" y="360"/>
                  </a:lnTo>
                  <a:cubicBezTo>
                    <a:pt x="2415" y="360"/>
                    <a:pt x="2500" y="290"/>
                    <a:pt x="2508" y="197"/>
                  </a:cubicBezTo>
                  <a:cubicBezTo>
                    <a:pt x="2517" y="89"/>
                    <a:pt x="2433" y="0"/>
                    <a:pt x="23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71"/>
            <p:cNvSpPr/>
            <p:nvPr/>
          </p:nvSpPr>
          <p:spPr>
            <a:xfrm>
              <a:off x="1059777" y="1009943"/>
              <a:ext cx="95432" cy="13676"/>
            </a:xfrm>
            <a:custGeom>
              <a:rect b="b" l="l" r="r" t="t"/>
              <a:pathLst>
                <a:path extrusionOk="0" h="361" w="2519">
                  <a:moveTo>
                    <a:pt x="200" y="0"/>
                  </a:moveTo>
                  <a:cubicBezTo>
                    <a:pt x="105" y="0"/>
                    <a:pt x="20" y="69"/>
                    <a:pt x="11" y="164"/>
                  </a:cubicBezTo>
                  <a:cubicBezTo>
                    <a:pt x="1" y="270"/>
                    <a:pt x="87" y="360"/>
                    <a:pt x="192" y="360"/>
                  </a:cubicBezTo>
                  <a:lnTo>
                    <a:pt x="2321" y="360"/>
                  </a:lnTo>
                  <a:cubicBezTo>
                    <a:pt x="2416" y="360"/>
                    <a:pt x="2502" y="290"/>
                    <a:pt x="2509" y="197"/>
                  </a:cubicBezTo>
                  <a:cubicBezTo>
                    <a:pt x="2519" y="89"/>
                    <a:pt x="2435" y="0"/>
                    <a:pt x="23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71"/>
            <p:cNvSpPr/>
            <p:nvPr/>
          </p:nvSpPr>
          <p:spPr>
            <a:xfrm>
              <a:off x="886984" y="1044645"/>
              <a:ext cx="32695" cy="13714"/>
            </a:xfrm>
            <a:custGeom>
              <a:rect b="b" l="l" r="r" t="t"/>
              <a:pathLst>
                <a:path extrusionOk="0" h="362" w="863">
                  <a:moveTo>
                    <a:pt x="202" y="1"/>
                  </a:moveTo>
                  <a:cubicBezTo>
                    <a:pt x="106" y="1"/>
                    <a:pt x="21" y="70"/>
                    <a:pt x="13" y="164"/>
                  </a:cubicBezTo>
                  <a:cubicBezTo>
                    <a:pt x="1" y="272"/>
                    <a:pt x="85" y="362"/>
                    <a:pt x="191" y="362"/>
                  </a:cubicBezTo>
                  <a:lnTo>
                    <a:pt x="665" y="362"/>
                  </a:lnTo>
                  <a:cubicBezTo>
                    <a:pt x="760" y="362"/>
                    <a:pt x="846" y="293"/>
                    <a:pt x="853" y="197"/>
                  </a:cubicBezTo>
                  <a:cubicBezTo>
                    <a:pt x="863" y="90"/>
                    <a:pt x="779" y="1"/>
                    <a:pt x="6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71"/>
            <p:cNvSpPr/>
            <p:nvPr/>
          </p:nvSpPr>
          <p:spPr>
            <a:xfrm>
              <a:off x="935325" y="1044645"/>
              <a:ext cx="161996" cy="13714"/>
            </a:xfrm>
            <a:custGeom>
              <a:rect b="b" l="l" r="r" t="t"/>
              <a:pathLst>
                <a:path extrusionOk="0" h="362" w="4276">
                  <a:moveTo>
                    <a:pt x="198" y="1"/>
                  </a:moveTo>
                  <a:cubicBezTo>
                    <a:pt x="102" y="1"/>
                    <a:pt x="17" y="70"/>
                    <a:pt x="10" y="166"/>
                  </a:cubicBezTo>
                  <a:cubicBezTo>
                    <a:pt x="0" y="273"/>
                    <a:pt x="84" y="362"/>
                    <a:pt x="189" y="362"/>
                  </a:cubicBezTo>
                  <a:lnTo>
                    <a:pt x="4077" y="362"/>
                  </a:lnTo>
                  <a:cubicBezTo>
                    <a:pt x="4173" y="362"/>
                    <a:pt x="4258" y="293"/>
                    <a:pt x="4265" y="199"/>
                  </a:cubicBezTo>
                  <a:cubicBezTo>
                    <a:pt x="4276" y="91"/>
                    <a:pt x="4191" y="1"/>
                    <a:pt x="40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71"/>
            <p:cNvSpPr/>
            <p:nvPr/>
          </p:nvSpPr>
          <p:spPr>
            <a:xfrm>
              <a:off x="887741" y="1079424"/>
              <a:ext cx="95394" cy="13676"/>
            </a:xfrm>
            <a:custGeom>
              <a:rect b="b" l="l" r="r" t="t"/>
              <a:pathLst>
                <a:path extrusionOk="0" h="361" w="2518">
                  <a:moveTo>
                    <a:pt x="199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2320" y="360"/>
                  </a:lnTo>
                  <a:cubicBezTo>
                    <a:pt x="2415" y="360"/>
                    <a:pt x="2500" y="291"/>
                    <a:pt x="2508" y="197"/>
                  </a:cubicBezTo>
                  <a:cubicBezTo>
                    <a:pt x="2517" y="89"/>
                    <a:pt x="2433" y="0"/>
                    <a:pt x="23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9" name="Google Shape;2549;p71"/>
          <p:cNvGrpSpPr/>
          <p:nvPr/>
        </p:nvGrpSpPr>
        <p:grpSpPr>
          <a:xfrm>
            <a:off x="7067391" y="4158991"/>
            <a:ext cx="346539" cy="449439"/>
            <a:chOff x="7217832" y="3730048"/>
            <a:chExt cx="367447" cy="476555"/>
          </a:xfrm>
        </p:grpSpPr>
        <p:sp>
          <p:nvSpPr>
            <p:cNvPr id="2550" name="Google Shape;2550;p71"/>
            <p:cNvSpPr/>
            <p:nvPr/>
          </p:nvSpPr>
          <p:spPr>
            <a:xfrm>
              <a:off x="7217832" y="3730048"/>
              <a:ext cx="367447" cy="476555"/>
            </a:xfrm>
            <a:custGeom>
              <a:rect b="b" l="l" r="r" t="t"/>
              <a:pathLst>
                <a:path extrusionOk="0" h="12579" w="9699">
                  <a:moveTo>
                    <a:pt x="7274" y="362"/>
                  </a:moveTo>
                  <a:lnTo>
                    <a:pt x="7274" y="2551"/>
                  </a:lnTo>
                  <a:cubicBezTo>
                    <a:pt x="7274" y="2551"/>
                    <a:pt x="7359" y="2734"/>
                    <a:pt x="7459" y="2753"/>
                  </a:cubicBezTo>
                  <a:lnTo>
                    <a:pt x="7940" y="2753"/>
                  </a:lnTo>
                  <a:cubicBezTo>
                    <a:pt x="8042" y="2735"/>
                    <a:pt x="8123" y="2652"/>
                    <a:pt x="8123" y="2551"/>
                  </a:cubicBezTo>
                  <a:cubicBezTo>
                    <a:pt x="8123" y="2448"/>
                    <a:pt x="8041" y="2367"/>
                    <a:pt x="7940" y="2359"/>
                  </a:cubicBezTo>
                  <a:lnTo>
                    <a:pt x="7632" y="2359"/>
                  </a:lnTo>
                  <a:lnTo>
                    <a:pt x="7632" y="674"/>
                  </a:lnTo>
                  <a:lnTo>
                    <a:pt x="9119" y="2359"/>
                  </a:lnTo>
                  <a:lnTo>
                    <a:pt x="8798" y="2359"/>
                  </a:lnTo>
                  <a:cubicBezTo>
                    <a:pt x="8695" y="2365"/>
                    <a:pt x="8615" y="2448"/>
                    <a:pt x="8615" y="2551"/>
                  </a:cubicBezTo>
                  <a:cubicBezTo>
                    <a:pt x="8615" y="2652"/>
                    <a:pt x="8798" y="2753"/>
                    <a:pt x="8798" y="2753"/>
                  </a:cubicBezTo>
                  <a:lnTo>
                    <a:pt x="9337" y="2753"/>
                  </a:lnTo>
                  <a:lnTo>
                    <a:pt x="9337" y="12221"/>
                  </a:lnTo>
                  <a:lnTo>
                    <a:pt x="1081" y="12221"/>
                  </a:lnTo>
                  <a:lnTo>
                    <a:pt x="1081" y="10419"/>
                  </a:lnTo>
                  <a:lnTo>
                    <a:pt x="7450" y="10419"/>
                  </a:lnTo>
                  <a:cubicBezTo>
                    <a:pt x="7553" y="10419"/>
                    <a:pt x="7633" y="10338"/>
                    <a:pt x="7633" y="10236"/>
                  </a:cubicBezTo>
                  <a:lnTo>
                    <a:pt x="7633" y="6637"/>
                  </a:lnTo>
                  <a:cubicBezTo>
                    <a:pt x="7633" y="6537"/>
                    <a:pt x="7553" y="6455"/>
                    <a:pt x="7452" y="6455"/>
                  </a:cubicBezTo>
                  <a:lnTo>
                    <a:pt x="3196" y="6455"/>
                  </a:lnTo>
                  <a:cubicBezTo>
                    <a:pt x="3100" y="6455"/>
                    <a:pt x="3014" y="6525"/>
                    <a:pt x="3007" y="6620"/>
                  </a:cubicBezTo>
                  <a:cubicBezTo>
                    <a:pt x="2998" y="6726"/>
                    <a:pt x="3081" y="6815"/>
                    <a:pt x="3186" y="6815"/>
                  </a:cubicBezTo>
                  <a:lnTo>
                    <a:pt x="7274" y="6815"/>
                  </a:lnTo>
                  <a:lnTo>
                    <a:pt x="7274" y="10060"/>
                  </a:lnTo>
                  <a:lnTo>
                    <a:pt x="359" y="10060"/>
                  </a:lnTo>
                  <a:lnTo>
                    <a:pt x="359" y="6815"/>
                  </a:lnTo>
                  <a:lnTo>
                    <a:pt x="2227" y="6815"/>
                  </a:lnTo>
                  <a:cubicBezTo>
                    <a:pt x="2310" y="6815"/>
                    <a:pt x="2386" y="6763"/>
                    <a:pt x="2410" y="6683"/>
                  </a:cubicBezTo>
                  <a:cubicBezTo>
                    <a:pt x="2451" y="6547"/>
                    <a:pt x="2357" y="6423"/>
                    <a:pt x="2236" y="6423"/>
                  </a:cubicBezTo>
                  <a:lnTo>
                    <a:pt x="1081" y="6423"/>
                  </a:lnTo>
                  <a:lnTo>
                    <a:pt x="1081" y="362"/>
                  </a:lnTo>
                  <a:close/>
                  <a:moveTo>
                    <a:pt x="904" y="0"/>
                  </a:moveTo>
                  <a:cubicBezTo>
                    <a:pt x="802" y="0"/>
                    <a:pt x="720" y="82"/>
                    <a:pt x="720" y="184"/>
                  </a:cubicBezTo>
                  <a:lnTo>
                    <a:pt x="720" y="6454"/>
                  </a:lnTo>
                  <a:lnTo>
                    <a:pt x="183" y="6454"/>
                  </a:lnTo>
                  <a:cubicBezTo>
                    <a:pt x="81" y="6454"/>
                    <a:pt x="0" y="6537"/>
                    <a:pt x="0" y="6637"/>
                  </a:cubicBezTo>
                  <a:lnTo>
                    <a:pt x="0" y="10234"/>
                  </a:lnTo>
                  <a:cubicBezTo>
                    <a:pt x="0" y="10336"/>
                    <a:pt x="82" y="10417"/>
                    <a:pt x="183" y="10417"/>
                  </a:cubicBezTo>
                  <a:lnTo>
                    <a:pt x="720" y="10417"/>
                  </a:lnTo>
                  <a:lnTo>
                    <a:pt x="720" y="12396"/>
                  </a:lnTo>
                  <a:cubicBezTo>
                    <a:pt x="720" y="12497"/>
                    <a:pt x="802" y="12579"/>
                    <a:pt x="903" y="12579"/>
                  </a:cubicBezTo>
                  <a:lnTo>
                    <a:pt x="9512" y="12579"/>
                  </a:lnTo>
                  <a:cubicBezTo>
                    <a:pt x="9615" y="12579"/>
                    <a:pt x="9695" y="12496"/>
                    <a:pt x="9695" y="12396"/>
                  </a:cubicBezTo>
                  <a:lnTo>
                    <a:pt x="9695" y="2547"/>
                  </a:lnTo>
                  <a:cubicBezTo>
                    <a:pt x="9699" y="2505"/>
                    <a:pt x="9683" y="2462"/>
                    <a:pt x="9654" y="2428"/>
                  </a:cubicBezTo>
                  <a:lnTo>
                    <a:pt x="7588" y="63"/>
                  </a:lnTo>
                  <a:cubicBezTo>
                    <a:pt x="7553" y="22"/>
                    <a:pt x="7502" y="0"/>
                    <a:pt x="74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71"/>
            <p:cNvSpPr/>
            <p:nvPr/>
          </p:nvSpPr>
          <p:spPr>
            <a:xfrm>
              <a:off x="7362136" y="4018315"/>
              <a:ext cx="66905" cy="63041"/>
            </a:xfrm>
            <a:custGeom>
              <a:rect b="b" l="l" r="r" t="t"/>
              <a:pathLst>
                <a:path extrusionOk="0" h="1664" w="1766">
                  <a:moveTo>
                    <a:pt x="455" y="1"/>
                  </a:moveTo>
                  <a:cubicBezTo>
                    <a:pt x="451" y="1"/>
                    <a:pt x="446" y="1"/>
                    <a:pt x="441" y="1"/>
                  </a:cubicBezTo>
                  <a:cubicBezTo>
                    <a:pt x="345" y="8"/>
                    <a:pt x="265" y="79"/>
                    <a:pt x="246" y="175"/>
                  </a:cubicBezTo>
                  <a:lnTo>
                    <a:pt x="19" y="1438"/>
                  </a:lnTo>
                  <a:cubicBezTo>
                    <a:pt x="0" y="1537"/>
                    <a:pt x="67" y="1632"/>
                    <a:pt x="167" y="1650"/>
                  </a:cubicBezTo>
                  <a:cubicBezTo>
                    <a:pt x="178" y="1652"/>
                    <a:pt x="188" y="1653"/>
                    <a:pt x="199" y="1653"/>
                  </a:cubicBezTo>
                  <a:cubicBezTo>
                    <a:pt x="286" y="1653"/>
                    <a:pt x="364" y="1590"/>
                    <a:pt x="380" y="1501"/>
                  </a:cubicBezTo>
                  <a:lnTo>
                    <a:pt x="493" y="881"/>
                  </a:lnTo>
                  <a:lnTo>
                    <a:pt x="679" y="1512"/>
                  </a:lnTo>
                  <a:cubicBezTo>
                    <a:pt x="679" y="1515"/>
                    <a:pt x="680" y="1516"/>
                    <a:pt x="681" y="1519"/>
                  </a:cubicBezTo>
                  <a:cubicBezTo>
                    <a:pt x="710" y="1606"/>
                    <a:pt x="791" y="1663"/>
                    <a:pt x="883" y="1663"/>
                  </a:cubicBezTo>
                  <a:lnTo>
                    <a:pt x="884" y="1663"/>
                  </a:lnTo>
                  <a:cubicBezTo>
                    <a:pt x="979" y="1663"/>
                    <a:pt x="1063" y="1603"/>
                    <a:pt x="1088" y="1511"/>
                  </a:cubicBezTo>
                  <a:lnTo>
                    <a:pt x="1267" y="881"/>
                  </a:lnTo>
                  <a:lnTo>
                    <a:pt x="1386" y="1505"/>
                  </a:lnTo>
                  <a:cubicBezTo>
                    <a:pt x="1403" y="1593"/>
                    <a:pt x="1480" y="1655"/>
                    <a:pt x="1567" y="1655"/>
                  </a:cubicBezTo>
                  <a:cubicBezTo>
                    <a:pt x="1578" y="1655"/>
                    <a:pt x="1589" y="1654"/>
                    <a:pt x="1601" y="1652"/>
                  </a:cubicBezTo>
                  <a:cubicBezTo>
                    <a:pt x="1700" y="1632"/>
                    <a:pt x="1765" y="1537"/>
                    <a:pt x="1747" y="1437"/>
                  </a:cubicBezTo>
                  <a:lnTo>
                    <a:pt x="1504" y="171"/>
                  </a:lnTo>
                  <a:cubicBezTo>
                    <a:pt x="1486" y="77"/>
                    <a:pt x="1404" y="7"/>
                    <a:pt x="1309" y="1"/>
                  </a:cubicBezTo>
                  <a:cubicBezTo>
                    <a:pt x="1305" y="1"/>
                    <a:pt x="1301" y="1"/>
                    <a:pt x="1297" y="1"/>
                  </a:cubicBezTo>
                  <a:cubicBezTo>
                    <a:pt x="1204" y="1"/>
                    <a:pt x="1123" y="60"/>
                    <a:pt x="1094" y="148"/>
                  </a:cubicBezTo>
                  <a:cubicBezTo>
                    <a:pt x="1093" y="150"/>
                    <a:pt x="1093" y="152"/>
                    <a:pt x="1093" y="154"/>
                  </a:cubicBezTo>
                  <a:lnTo>
                    <a:pt x="880" y="898"/>
                  </a:lnTo>
                  <a:lnTo>
                    <a:pt x="660" y="153"/>
                  </a:lnTo>
                  <a:cubicBezTo>
                    <a:pt x="660" y="150"/>
                    <a:pt x="659" y="149"/>
                    <a:pt x="658" y="147"/>
                  </a:cubicBezTo>
                  <a:cubicBezTo>
                    <a:pt x="629" y="59"/>
                    <a:pt x="547" y="1"/>
                    <a:pt x="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71"/>
            <p:cNvSpPr/>
            <p:nvPr/>
          </p:nvSpPr>
          <p:spPr>
            <a:xfrm>
              <a:off x="7442452" y="4017292"/>
              <a:ext cx="32013" cy="63116"/>
            </a:xfrm>
            <a:custGeom>
              <a:rect b="b" l="l" r="r" t="t"/>
              <a:pathLst>
                <a:path extrusionOk="0" h="1666" w="845">
                  <a:moveTo>
                    <a:pt x="180" y="0"/>
                  </a:moveTo>
                  <a:cubicBezTo>
                    <a:pt x="80" y="0"/>
                    <a:pt x="0" y="82"/>
                    <a:pt x="0" y="184"/>
                  </a:cubicBezTo>
                  <a:lnTo>
                    <a:pt x="0" y="1480"/>
                  </a:lnTo>
                  <a:cubicBezTo>
                    <a:pt x="1" y="1570"/>
                    <a:pt x="64" y="1647"/>
                    <a:pt x="151" y="1662"/>
                  </a:cubicBezTo>
                  <a:cubicBezTo>
                    <a:pt x="160" y="1664"/>
                    <a:pt x="322" y="1665"/>
                    <a:pt x="467" y="1665"/>
                  </a:cubicBezTo>
                  <a:cubicBezTo>
                    <a:pt x="527" y="1665"/>
                    <a:pt x="585" y="1665"/>
                    <a:pt x="628" y="1664"/>
                  </a:cubicBezTo>
                  <a:cubicBezTo>
                    <a:pt x="750" y="1663"/>
                    <a:pt x="844" y="1538"/>
                    <a:pt x="791" y="1405"/>
                  </a:cubicBezTo>
                  <a:cubicBezTo>
                    <a:pt x="765" y="1338"/>
                    <a:pt x="697" y="1297"/>
                    <a:pt x="624" y="1297"/>
                  </a:cubicBezTo>
                  <a:cubicBezTo>
                    <a:pt x="545" y="1297"/>
                    <a:pt x="444" y="1298"/>
                    <a:pt x="359" y="1298"/>
                  </a:cubicBezTo>
                  <a:lnTo>
                    <a:pt x="359" y="191"/>
                  </a:lnTo>
                  <a:cubicBezTo>
                    <a:pt x="359" y="95"/>
                    <a:pt x="290" y="9"/>
                    <a:pt x="196" y="1"/>
                  </a:cubicBezTo>
                  <a:cubicBezTo>
                    <a:pt x="191" y="1"/>
                    <a:pt x="185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71"/>
            <p:cNvSpPr/>
            <p:nvPr/>
          </p:nvSpPr>
          <p:spPr>
            <a:xfrm>
              <a:off x="7251360" y="4018353"/>
              <a:ext cx="48417" cy="61828"/>
            </a:xfrm>
            <a:custGeom>
              <a:rect b="b" l="l" r="r" t="t"/>
              <a:pathLst>
                <a:path extrusionOk="0" h="1632" w="1278">
                  <a:moveTo>
                    <a:pt x="1097" y="0"/>
                  </a:moveTo>
                  <a:cubicBezTo>
                    <a:pt x="997" y="0"/>
                    <a:pt x="917" y="81"/>
                    <a:pt x="917" y="180"/>
                  </a:cubicBezTo>
                  <a:lnTo>
                    <a:pt x="917" y="614"/>
                  </a:lnTo>
                  <a:lnTo>
                    <a:pt x="359" y="614"/>
                  </a:lnTo>
                  <a:lnTo>
                    <a:pt x="359" y="190"/>
                  </a:lnTo>
                  <a:cubicBezTo>
                    <a:pt x="359" y="95"/>
                    <a:pt x="290" y="10"/>
                    <a:pt x="196" y="1"/>
                  </a:cubicBezTo>
                  <a:cubicBezTo>
                    <a:pt x="191" y="1"/>
                    <a:pt x="185" y="1"/>
                    <a:pt x="180" y="1"/>
                  </a:cubicBezTo>
                  <a:cubicBezTo>
                    <a:pt x="80" y="1"/>
                    <a:pt x="0" y="81"/>
                    <a:pt x="0" y="180"/>
                  </a:cubicBezTo>
                  <a:lnTo>
                    <a:pt x="0" y="1443"/>
                  </a:lnTo>
                  <a:cubicBezTo>
                    <a:pt x="0" y="1539"/>
                    <a:pt x="69" y="1624"/>
                    <a:pt x="164" y="1631"/>
                  </a:cubicBezTo>
                  <a:cubicBezTo>
                    <a:pt x="169" y="1632"/>
                    <a:pt x="175" y="1632"/>
                    <a:pt x="180" y="1632"/>
                  </a:cubicBezTo>
                  <a:cubicBezTo>
                    <a:pt x="279" y="1632"/>
                    <a:pt x="359" y="1551"/>
                    <a:pt x="359" y="1452"/>
                  </a:cubicBezTo>
                  <a:lnTo>
                    <a:pt x="359" y="974"/>
                  </a:lnTo>
                  <a:lnTo>
                    <a:pt x="917" y="974"/>
                  </a:lnTo>
                  <a:lnTo>
                    <a:pt x="917" y="1442"/>
                  </a:lnTo>
                  <a:cubicBezTo>
                    <a:pt x="917" y="1537"/>
                    <a:pt x="986" y="1623"/>
                    <a:pt x="1080" y="1630"/>
                  </a:cubicBezTo>
                  <a:cubicBezTo>
                    <a:pt x="1086" y="1631"/>
                    <a:pt x="1091" y="1631"/>
                    <a:pt x="1096" y="1631"/>
                  </a:cubicBezTo>
                  <a:cubicBezTo>
                    <a:pt x="1196" y="1631"/>
                    <a:pt x="1276" y="1550"/>
                    <a:pt x="1276" y="1451"/>
                  </a:cubicBezTo>
                  <a:lnTo>
                    <a:pt x="1276" y="179"/>
                  </a:lnTo>
                  <a:cubicBezTo>
                    <a:pt x="1278" y="80"/>
                    <a:pt x="1196" y="0"/>
                    <a:pt x="10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71"/>
            <p:cNvSpPr/>
            <p:nvPr/>
          </p:nvSpPr>
          <p:spPr>
            <a:xfrm>
              <a:off x="7313833" y="4018012"/>
              <a:ext cx="40575" cy="61904"/>
            </a:xfrm>
            <a:custGeom>
              <a:rect b="b" l="l" r="r" t="t"/>
              <a:pathLst>
                <a:path extrusionOk="0" h="1634" w="1071">
                  <a:moveTo>
                    <a:pt x="178" y="1"/>
                  </a:moveTo>
                  <a:cubicBezTo>
                    <a:pt x="79" y="1"/>
                    <a:pt x="1" y="82"/>
                    <a:pt x="1" y="181"/>
                  </a:cubicBezTo>
                  <a:cubicBezTo>
                    <a:pt x="1" y="281"/>
                    <a:pt x="81" y="361"/>
                    <a:pt x="181" y="361"/>
                  </a:cubicBezTo>
                  <a:lnTo>
                    <a:pt x="350" y="361"/>
                  </a:lnTo>
                  <a:lnTo>
                    <a:pt x="350" y="1444"/>
                  </a:lnTo>
                  <a:cubicBezTo>
                    <a:pt x="350" y="1540"/>
                    <a:pt x="420" y="1624"/>
                    <a:pt x="514" y="1633"/>
                  </a:cubicBezTo>
                  <a:cubicBezTo>
                    <a:pt x="519" y="1633"/>
                    <a:pt x="525" y="1633"/>
                    <a:pt x="530" y="1633"/>
                  </a:cubicBezTo>
                  <a:cubicBezTo>
                    <a:pt x="630" y="1633"/>
                    <a:pt x="710" y="1552"/>
                    <a:pt x="710" y="1453"/>
                  </a:cubicBezTo>
                  <a:lnTo>
                    <a:pt x="710" y="361"/>
                  </a:lnTo>
                  <a:lnTo>
                    <a:pt x="872" y="361"/>
                  </a:lnTo>
                  <a:cubicBezTo>
                    <a:pt x="967" y="361"/>
                    <a:pt x="1052" y="292"/>
                    <a:pt x="1061" y="198"/>
                  </a:cubicBezTo>
                  <a:cubicBezTo>
                    <a:pt x="1070" y="90"/>
                    <a:pt x="986" y="1"/>
                    <a:pt x="882" y="1"/>
                  </a:cubicBezTo>
                  <a:lnTo>
                    <a:pt x="180" y="1"/>
                  </a:lnTo>
                  <a:cubicBezTo>
                    <a:pt x="179" y="1"/>
                    <a:pt x="179" y="1"/>
                    <a:pt x="1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55" name="Google Shape;2555;p71"/>
          <p:cNvSpPr/>
          <p:nvPr/>
        </p:nvSpPr>
        <p:spPr>
          <a:xfrm>
            <a:off x="7760889" y="4158832"/>
            <a:ext cx="448452" cy="449595"/>
          </a:xfrm>
          <a:custGeom>
            <a:rect b="b" l="l" r="r" t="t"/>
            <a:pathLst>
              <a:path extrusionOk="0" h="12584" w="12552">
                <a:moveTo>
                  <a:pt x="6958" y="362"/>
                </a:moveTo>
                <a:cubicBezTo>
                  <a:pt x="7113" y="362"/>
                  <a:pt x="7276" y="485"/>
                  <a:pt x="7305" y="639"/>
                </a:cubicBezTo>
                <a:cubicBezTo>
                  <a:pt x="7346" y="854"/>
                  <a:pt x="7207" y="1066"/>
                  <a:pt x="6986" y="1082"/>
                </a:cubicBezTo>
                <a:cubicBezTo>
                  <a:pt x="6976" y="1083"/>
                  <a:pt x="6969" y="1083"/>
                  <a:pt x="6959" y="1083"/>
                </a:cubicBezTo>
                <a:lnTo>
                  <a:pt x="5486" y="1083"/>
                </a:lnTo>
                <a:cubicBezTo>
                  <a:pt x="5477" y="1083"/>
                  <a:pt x="5470" y="1083"/>
                  <a:pt x="5463" y="1082"/>
                </a:cubicBezTo>
                <a:cubicBezTo>
                  <a:pt x="5268" y="1068"/>
                  <a:pt x="5135" y="903"/>
                  <a:pt x="5135" y="714"/>
                </a:cubicBezTo>
                <a:cubicBezTo>
                  <a:pt x="5135" y="521"/>
                  <a:pt x="5293" y="362"/>
                  <a:pt x="5487" y="362"/>
                </a:cubicBezTo>
                <a:close/>
                <a:moveTo>
                  <a:pt x="7666" y="2852"/>
                </a:moveTo>
                <a:lnTo>
                  <a:pt x="7666" y="3540"/>
                </a:lnTo>
                <a:lnTo>
                  <a:pt x="4784" y="3540"/>
                </a:lnTo>
                <a:lnTo>
                  <a:pt x="4784" y="2852"/>
                </a:lnTo>
                <a:close/>
                <a:moveTo>
                  <a:pt x="3242" y="7012"/>
                </a:moveTo>
                <a:lnTo>
                  <a:pt x="3242" y="7701"/>
                </a:lnTo>
                <a:lnTo>
                  <a:pt x="360" y="7701"/>
                </a:lnTo>
                <a:lnTo>
                  <a:pt x="360" y="7012"/>
                </a:lnTo>
                <a:close/>
                <a:moveTo>
                  <a:pt x="12189" y="7012"/>
                </a:moveTo>
                <a:lnTo>
                  <a:pt x="12189" y="7701"/>
                </a:lnTo>
                <a:lnTo>
                  <a:pt x="9306" y="7701"/>
                </a:lnTo>
                <a:lnTo>
                  <a:pt x="9306" y="7012"/>
                </a:lnTo>
                <a:close/>
                <a:moveTo>
                  <a:pt x="3242" y="9273"/>
                </a:moveTo>
                <a:lnTo>
                  <a:pt x="3242" y="9963"/>
                </a:lnTo>
                <a:lnTo>
                  <a:pt x="360" y="9963"/>
                </a:lnTo>
                <a:lnTo>
                  <a:pt x="360" y="9273"/>
                </a:lnTo>
                <a:close/>
                <a:moveTo>
                  <a:pt x="2553" y="11502"/>
                </a:moveTo>
                <a:cubicBezTo>
                  <a:pt x="2651" y="11502"/>
                  <a:pt x="2747" y="11544"/>
                  <a:pt x="2813" y="11616"/>
                </a:cubicBezTo>
                <a:cubicBezTo>
                  <a:pt x="2960" y="11778"/>
                  <a:pt x="2923" y="12049"/>
                  <a:pt x="2742" y="12166"/>
                </a:cubicBezTo>
                <a:cubicBezTo>
                  <a:pt x="2685" y="12203"/>
                  <a:pt x="2619" y="12222"/>
                  <a:pt x="2554" y="12222"/>
                </a:cubicBezTo>
                <a:lnTo>
                  <a:pt x="1080" y="12222"/>
                </a:lnTo>
                <a:cubicBezTo>
                  <a:pt x="852" y="12222"/>
                  <a:pt x="696" y="12009"/>
                  <a:pt x="734" y="11787"/>
                </a:cubicBezTo>
                <a:cubicBezTo>
                  <a:pt x="762" y="11621"/>
                  <a:pt x="912" y="11502"/>
                  <a:pt x="1082" y="11502"/>
                </a:cubicBezTo>
                <a:close/>
                <a:moveTo>
                  <a:pt x="5505" y="0"/>
                </a:moveTo>
                <a:cubicBezTo>
                  <a:pt x="5331" y="0"/>
                  <a:pt x="5159" y="68"/>
                  <a:pt x="5031" y="191"/>
                </a:cubicBezTo>
                <a:cubicBezTo>
                  <a:pt x="4902" y="312"/>
                  <a:pt x="4823" y="480"/>
                  <a:pt x="4809" y="658"/>
                </a:cubicBezTo>
                <a:cubicBezTo>
                  <a:pt x="4796" y="843"/>
                  <a:pt x="4846" y="1029"/>
                  <a:pt x="4961" y="1175"/>
                </a:cubicBezTo>
                <a:cubicBezTo>
                  <a:pt x="5070" y="1314"/>
                  <a:pt x="5230" y="1408"/>
                  <a:pt x="5402" y="1434"/>
                </a:cubicBezTo>
                <a:cubicBezTo>
                  <a:pt x="5436" y="1439"/>
                  <a:pt x="5470" y="1442"/>
                  <a:pt x="5505" y="1442"/>
                </a:cubicBezTo>
                <a:lnTo>
                  <a:pt x="6030" y="1442"/>
                </a:lnTo>
                <a:lnTo>
                  <a:pt x="6030" y="2491"/>
                </a:lnTo>
                <a:lnTo>
                  <a:pt x="4577" y="2491"/>
                </a:lnTo>
                <a:cubicBezTo>
                  <a:pt x="4475" y="2491"/>
                  <a:pt x="4392" y="2574"/>
                  <a:pt x="4392" y="2675"/>
                </a:cubicBezTo>
                <a:lnTo>
                  <a:pt x="4392" y="3748"/>
                </a:lnTo>
                <a:cubicBezTo>
                  <a:pt x="4392" y="3849"/>
                  <a:pt x="4474" y="3932"/>
                  <a:pt x="4577" y="3932"/>
                </a:cubicBezTo>
                <a:lnTo>
                  <a:pt x="6030" y="3932"/>
                </a:lnTo>
                <a:lnTo>
                  <a:pt x="6030" y="4753"/>
                </a:lnTo>
                <a:lnTo>
                  <a:pt x="3368" y="5570"/>
                </a:lnTo>
                <a:lnTo>
                  <a:pt x="1823" y="5570"/>
                </a:lnTo>
                <a:cubicBezTo>
                  <a:pt x="1722" y="5570"/>
                  <a:pt x="1639" y="5653"/>
                  <a:pt x="1639" y="5754"/>
                </a:cubicBezTo>
                <a:lnTo>
                  <a:pt x="1639" y="6651"/>
                </a:lnTo>
                <a:lnTo>
                  <a:pt x="186" y="6651"/>
                </a:lnTo>
                <a:cubicBezTo>
                  <a:pt x="84" y="6651"/>
                  <a:pt x="1" y="6734"/>
                  <a:pt x="1" y="6836"/>
                </a:cubicBezTo>
                <a:lnTo>
                  <a:pt x="1" y="7908"/>
                </a:lnTo>
                <a:cubicBezTo>
                  <a:pt x="1" y="8010"/>
                  <a:pt x="84" y="8093"/>
                  <a:pt x="186" y="8093"/>
                </a:cubicBezTo>
                <a:lnTo>
                  <a:pt x="1639" y="8093"/>
                </a:lnTo>
                <a:lnTo>
                  <a:pt x="1639" y="8880"/>
                </a:lnTo>
                <a:lnTo>
                  <a:pt x="186" y="8880"/>
                </a:lnTo>
                <a:cubicBezTo>
                  <a:pt x="84" y="8880"/>
                  <a:pt x="1" y="8962"/>
                  <a:pt x="1" y="9064"/>
                </a:cubicBezTo>
                <a:lnTo>
                  <a:pt x="1" y="10136"/>
                </a:lnTo>
                <a:cubicBezTo>
                  <a:pt x="1" y="10238"/>
                  <a:pt x="84" y="10321"/>
                  <a:pt x="186" y="10321"/>
                </a:cubicBezTo>
                <a:lnTo>
                  <a:pt x="1639" y="10321"/>
                </a:lnTo>
                <a:lnTo>
                  <a:pt x="1639" y="11141"/>
                </a:lnTo>
                <a:lnTo>
                  <a:pt x="1041" y="11141"/>
                </a:lnTo>
                <a:cubicBezTo>
                  <a:pt x="834" y="11141"/>
                  <a:pt x="588" y="11291"/>
                  <a:pt x="503" y="11478"/>
                </a:cubicBezTo>
                <a:cubicBezTo>
                  <a:pt x="351" y="11802"/>
                  <a:pt x="403" y="12170"/>
                  <a:pt x="644" y="12396"/>
                </a:cubicBezTo>
                <a:cubicBezTo>
                  <a:pt x="772" y="12515"/>
                  <a:pt x="941" y="12583"/>
                  <a:pt x="1114" y="12583"/>
                </a:cubicBezTo>
                <a:lnTo>
                  <a:pt x="2537" y="12583"/>
                </a:lnTo>
                <a:cubicBezTo>
                  <a:pt x="2605" y="12583"/>
                  <a:pt x="2673" y="12574"/>
                  <a:pt x="2739" y="12551"/>
                </a:cubicBezTo>
                <a:cubicBezTo>
                  <a:pt x="3202" y="12385"/>
                  <a:pt x="3340" y="11865"/>
                  <a:pt x="3121" y="11451"/>
                </a:cubicBezTo>
                <a:cubicBezTo>
                  <a:pt x="3031" y="11279"/>
                  <a:pt x="2792" y="11142"/>
                  <a:pt x="2598" y="11142"/>
                </a:cubicBezTo>
                <a:lnTo>
                  <a:pt x="2000" y="11142"/>
                </a:lnTo>
                <a:lnTo>
                  <a:pt x="2000" y="10322"/>
                </a:lnTo>
                <a:lnTo>
                  <a:pt x="3453" y="10322"/>
                </a:lnTo>
                <a:cubicBezTo>
                  <a:pt x="3556" y="10322"/>
                  <a:pt x="3638" y="10240"/>
                  <a:pt x="3638" y="10138"/>
                </a:cubicBezTo>
                <a:lnTo>
                  <a:pt x="3638" y="9065"/>
                </a:lnTo>
                <a:cubicBezTo>
                  <a:pt x="3638" y="8963"/>
                  <a:pt x="3556" y="8881"/>
                  <a:pt x="3453" y="8881"/>
                </a:cubicBezTo>
                <a:lnTo>
                  <a:pt x="2000" y="8881"/>
                </a:lnTo>
                <a:lnTo>
                  <a:pt x="2000" y="8094"/>
                </a:lnTo>
                <a:lnTo>
                  <a:pt x="3453" y="8094"/>
                </a:lnTo>
                <a:cubicBezTo>
                  <a:pt x="3556" y="8094"/>
                  <a:pt x="3638" y="8011"/>
                  <a:pt x="3638" y="7910"/>
                </a:cubicBezTo>
                <a:lnTo>
                  <a:pt x="3638" y="6837"/>
                </a:lnTo>
                <a:cubicBezTo>
                  <a:pt x="3638" y="6735"/>
                  <a:pt x="3556" y="6653"/>
                  <a:pt x="3453" y="6653"/>
                </a:cubicBezTo>
                <a:lnTo>
                  <a:pt x="2000" y="6653"/>
                </a:lnTo>
                <a:lnTo>
                  <a:pt x="2000" y="5931"/>
                </a:lnTo>
                <a:lnTo>
                  <a:pt x="3367" y="5931"/>
                </a:lnTo>
                <a:lnTo>
                  <a:pt x="4567" y="6313"/>
                </a:lnTo>
                <a:cubicBezTo>
                  <a:pt x="4585" y="6318"/>
                  <a:pt x="4604" y="6321"/>
                  <a:pt x="4622" y="6321"/>
                </a:cubicBezTo>
                <a:cubicBezTo>
                  <a:pt x="4719" y="6321"/>
                  <a:pt x="4808" y="6241"/>
                  <a:pt x="4807" y="6126"/>
                </a:cubicBezTo>
                <a:cubicBezTo>
                  <a:pt x="4807" y="6044"/>
                  <a:pt x="4751" y="5975"/>
                  <a:pt x="4673" y="5951"/>
                </a:cubicBezTo>
                <a:lnTo>
                  <a:pt x="4016" y="5743"/>
                </a:lnTo>
                <a:lnTo>
                  <a:pt x="6221" y="5043"/>
                </a:lnTo>
                <a:lnTo>
                  <a:pt x="8426" y="5743"/>
                </a:lnTo>
                <a:lnTo>
                  <a:pt x="6221" y="6441"/>
                </a:lnTo>
                <a:lnTo>
                  <a:pt x="5498" y="6213"/>
                </a:lnTo>
                <a:cubicBezTo>
                  <a:pt x="5480" y="6207"/>
                  <a:pt x="5461" y="6204"/>
                  <a:pt x="5443" y="6204"/>
                </a:cubicBezTo>
                <a:cubicBezTo>
                  <a:pt x="5365" y="6204"/>
                  <a:pt x="5293" y="6256"/>
                  <a:pt x="5268" y="6337"/>
                </a:cubicBezTo>
                <a:cubicBezTo>
                  <a:pt x="5238" y="6436"/>
                  <a:pt x="5291" y="6543"/>
                  <a:pt x="5389" y="6572"/>
                </a:cubicBezTo>
                <a:lnTo>
                  <a:pt x="6166" y="6818"/>
                </a:lnTo>
                <a:cubicBezTo>
                  <a:pt x="6184" y="6824"/>
                  <a:pt x="6203" y="6827"/>
                  <a:pt x="6221" y="6827"/>
                </a:cubicBezTo>
                <a:cubicBezTo>
                  <a:pt x="6240" y="6827"/>
                  <a:pt x="6258" y="6824"/>
                  <a:pt x="6276" y="6818"/>
                </a:cubicBezTo>
                <a:lnTo>
                  <a:pt x="9076" y="5931"/>
                </a:lnTo>
                <a:lnTo>
                  <a:pt x="10553" y="5931"/>
                </a:lnTo>
                <a:lnTo>
                  <a:pt x="10553" y="6653"/>
                </a:lnTo>
                <a:lnTo>
                  <a:pt x="9100" y="6653"/>
                </a:lnTo>
                <a:cubicBezTo>
                  <a:pt x="8998" y="6653"/>
                  <a:pt x="8915" y="6735"/>
                  <a:pt x="8915" y="6837"/>
                </a:cubicBezTo>
                <a:lnTo>
                  <a:pt x="8915" y="7910"/>
                </a:lnTo>
                <a:cubicBezTo>
                  <a:pt x="8915" y="8011"/>
                  <a:pt x="8998" y="8094"/>
                  <a:pt x="9100" y="8094"/>
                </a:cubicBezTo>
                <a:lnTo>
                  <a:pt x="10553" y="8094"/>
                </a:lnTo>
                <a:lnTo>
                  <a:pt x="10553" y="8881"/>
                </a:lnTo>
                <a:lnTo>
                  <a:pt x="10017" y="8881"/>
                </a:lnTo>
                <a:cubicBezTo>
                  <a:pt x="9795" y="8881"/>
                  <a:pt x="9582" y="8986"/>
                  <a:pt x="9448" y="9165"/>
                </a:cubicBezTo>
                <a:cubicBezTo>
                  <a:pt x="9400" y="9229"/>
                  <a:pt x="9362" y="9303"/>
                  <a:pt x="9337" y="9379"/>
                </a:cubicBezTo>
                <a:cubicBezTo>
                  <a:pt x="9264" y="9613"/>
                  <a:pt x="9312" y="9879"/>
                  <a:pt x="9469" y="10065"/>
                </a:cubicBezTo>
                <a:cubicBezTo>
                  <a:pt x="9604" y="10227"/>
                  <a:pt x="9807" y="10324"/>
                  <a:pt x="10017" y="10324"/>
                </a:cubicBezTo>
                <a:lnTo>
                  <a:pt x="10103" y="10324"/>
                </a:lnTo>
                <a:cubicBezTo>
                  <a:pt x="10198" y="10324"/>
                  <a:pt x="10284" y="10254"/>
                  <a:pt x="10291" y="10160"/>
                </a:cubicBezTo>
                <a:cubicBezTo>
                  <a:pt x="10301" y="10053"/>
                  <a:pt x="10217" y="9964"/>
                  <a:pt x="10112" y="9964"/>
                </a:cubicBezTo>
                <a:lnTo>
                  <a:pt x="10004" y="9964"/>
                </a:lnTo>
                <a:cubicBezTo>
                  <a:pt x="9756" y="9964"/>
                  <a:pt x="9593" y="9706"/>
                  <a:pt x="9673" y="9477"/>
                </a:cubicBezTo>
                <a:cubicBezTo>
                  <a:pt x="9721" y="9342"/>
                  <a:pt x="9861" y="9242"/>
                  <a:pt x="10004" y="9242"/>
                </a:cubicBezTo>
                <a:lnTo>
                  <a:pt x="11479" y="9242"/>
                </a:lnTo>
                <a:cubicBezTo>
                  <a:pt x="11673" y="9242"/>
                  <a:pt x="11831" y="9399"/>
                  <a:pt x="11831" y="9594"/>
                </a:cubicBezTo>
                <a:cubicBezTo>
                  <a:pt x="11831" y="9792"/>
                  <a:pt x="11684" y="9964"/>
                  <a:pt x="11479" y="9964"/>
                </a:cubicBezTo>
                <a:lnTo>
                  <a:pt x="10977" y="9964"/>
                </a:lnTo>
                <a:cubicBezTo>
                  <a:pt x="10882" y="9964"/>
                  <a:pt x="10797" y="10033"/>
                  <a:pt x="10789" y="10127"/>
                </a:cubicBezTo>
                <a:cubicBezTo>
                  <a:pt x="10779" y="10235"/>
                  <a:pt x="10863" y="10324"/>
                  <a:pt x="10968" y="10324"/>
                </a:cubicBezTo>
                <a:lnTo>
                  <a:pt x="11449" y="10324"/>
                </a:lnTo>
                <a:cubicBezTo>
                  <a:pt x="11610" y="10324"/>
                  <a:pt x="11767" y="10268"/>
                  <a:pt x="11891" y="10169"/>
                </a:cubicBezTo>
                <a:cubicBezTo>
                  <a:pt x="12067" y="10029"/>
                  <a:pt x="12161" y="9817"/>
                  <a:pt x="12162" y="9593"/>
                </a:cubicBezTo>
                <a:cubicBezTo>
                  <a:pt x="12162" y="9200"/>
                  <a:pt x="11842" y="8881"/>
                  <a:pt x="11449" y="8881"/>
                </a:cubicBezTo>
                <a:lnTo>
                  <a:pt x="10913" y="8881"/>
                </a:lnTo>
                <a:lnTo>
                  <a:pt x="10913" y="8094"/>
                </a:lnTo>
                <a:lnTo>
                  <a:pt x="12366" y="8094"/>
                </a:lnTo>
                <a:cubicBezTo>
                  <a:pt x="12469" y="8094"/>
                  <a:pt x="12551" y="8011"/>
                  <a:pt x="12551" y="7910"/>
                </a:cubicBezTo>
                <a:lnTo>
                  <a:pt x="12551" y="6837"/>
                </a:lnTo>
                <a:cubicBezTo>
                  <a:pt x="12548" y="6737"/>
                  <a:pt x="12466" y="6653"/>
                  <a:pt x="12364" y="6653"/>
                </a:cubicBezTo>
                <a:lnTo>
                  <a:pt x="10911" y="6653"/>
                </a:lnTo>
                <a:lnTo>
                  <a:pt x="10911" y="5755"/>
                </a:lnTo>
                <a:cubicBezTo>
                  <a:pt x="10911" y="5654"/>
                  <a:pt x="10828" y="5571"/>
                  <a:pt x="10726" y="5571"/>
                </a:cubicBezTo>
                <a:lnTo>
                  <a:pt x="9064" y="5571"/>
                </a:lnTo>
                <a:lnTo>
                  <a:pt x="6390" y="4737"/>
                </a:lnTo>
                <a:lnTo>
                  <a:pt x="6390" y="3933"/>
                </a:lnTo>
                <a:lnTo>
                  <a:pt x="7843" y="3933"/>
                </a:lnTo>
                <a:cubicBezTo>
                  <a:pt x="7945" y="3933"/>
                  <a:pt x="8028" y="3851"/>
                  <a:pt x="8028" y="3749"/>
                </a:cubicBezTo>
                <a:lnTo>
                  <a:pt x="8028" y="2676"/>
                </a:lnTo>
                <a:cubicBezTo>
                  <a:pt x="8028" y="2575"/>
                  <a:pt x="7945" y="2492"/>
                  <a:pt x="7843" y="2492"/>
                </a:cubicBezTo>
                <a:lnTo>
                  <a:pt x="6390" y="2492"/>
                </a:lnTo>
                <a:lnTo>
                  <a:pt x="6390" y="1443"/>
                </a:lnTo>
                <a:lnTo>
                  <a:pt x="6915" y="1443"/>
                </a:lnTo>
                <a:cubicBezTo>
                  <a:pt x="6937" y="1443"/>
                  <a:pt x="6961" y="1441"/>
                  <a:pt x="6984" y="1439"/>
                </a:cubicBezTo>
                <a:cubicBezTo>
                  <a:pt x="7157" y="1422"/>
                  <a:pt x="7320" y="1336"/>
                  <a:pt x="7436" y="1203"/>
                </a:cubicBezTo>
                <a:cubicBezTo>
                  <a:pt x="7554" y="1066"/>
                  <a:pt x="7613" y="894"/>
                  <a:pt x="7612" y="712"/>
                </a:cubicBezTo>
                <a:cubicBezTo>
                  <a:pt x="7612" y="320"/>
                  <a:pt x="7299" y="0"/>
                  <a:pt x="691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56" name="Google Shape;2556;p71"/>
          <p:cNvGrpSpPr/>
          <p:nvPr/>
        </p:nvGrpSpPr>
        <p:grpSpPr>
          <a:xfrm>
            <a:off x="6263017" y="4168745"/>
            <a:ext cx="449475" cy="429645"/>
            <a:chOff x="6364927" y="3740390"/>
            <a:chExt cx="476593" cy="455567"/>
          </a:xfrm>
        </p:grpSpPr>
        <p:sp>
          <p:nvSpPr>
            <p:cNvPr id="2557" name="Google Shape;2557;p71"/>
            <p:cNvSpPr/>
            <p:nvPr/>
          </p:nvSpPr>
          <p:spPr>
            <a:xfrm>
              <a:off x="6465929" y="4095562"/>
              <a:ext cx="27201" cy="13676"/>
            </a:xfrm>
            <a:custGeom>
              <a:rect b="b" l="l" r="r" t="t"/>
              <a:pathLst>
                <a:path extrusionOk="0" h="361" w="718">
                  <a:moveTo>
                    <a:pt x="197" y="0"/>
                  </a:moveTo>
                  <a:cubicBezTo>
                    <a:pt x="102" y="0"/>
                    <a:pt x="17" y="70"/>
                    <a:pt x="8" y="164"/>
                  </a:cubicBezTo>
                  <a:cubicBezTo>
                    <a:pt x="1" y="272"/>
                    <a:pt x="85" y="361"/>
                    <a:pt x="190" y="361"/>
                  </a:cubicBezTo>
                  <a:lnTo>
                    <a:pt x="519" y="361"/>
                  </a:lnTo>
                  <a:cubicBezTo>
                    <a:pt x="615" y="361"/>
                    <a:pt x="700" y="292"/>
                    <a:pt x="708" y="197"/>
                  </a:cubicBezTo>
                  <a:cubicBezTo>
                    <a:pt x="717" y="90"/>
                    <a:pt x="634" y="0"/>
                    <a:pt x="5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71"/>
            <p:cNvSpPr/>
            <p:nvPr/>
          </p:nvSpPr>
          <p:spPr>
            <a:xfrm>
              <a:off x="6713090" y="4148980"/>
              <a:ext cx="27239" cy="13676"/>
            </a:xfrm>
            <a:custGeom>
              <a:rect b="b" l="l" r="r" t="t"/>
              <a:pathLst>
                <a:path extrusionOk="0" h="361" w="719">
                  <a:moveTo>
                    <a:pt x="198" y="0"/>
                  </a:moveTo>
                  <a:cubicBezTo>
                    <a:pt x="103" y="0"/>
                    <a:pt x="18" y="70"/>
                    <a:pt x="9" y="165"/>
                  </a:cubicBezTo>
                  <a:cubicBezTo>
                    <a:pt x="1" y="270"/>
                    <a:pt x="85" y="361"/>
                    <a:pt x="189" y="361"/>
                  </a:cubicBezTo>
                  <a:lnTo>
                    <a:pt x="520" y="361"/>
                  </a:lnTo>
                  <a:cubicBezTo>
                    <a:pt x="616" y="361"/>
                    <a:pt x="701" y="291"/>
                    <a:pt x="709" y="197"/>
                  </a:cubicBezTo>
                  <a:cubicBezTo>
                    <a:pt x="718" y="89"/>
                    <a:pt x="634" y="0"/>
                    <a:pt x="5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71"/>
            <p:cNvSpPr/>
            <p:nvPr/>
          </p:nvSpPr>
          <p:spPr>
            <a:xfrm>
              <a:off x="6364927" y="3740390"/>
              <a:ext cx="476593" cy="455567"/>
            </a:xfrm>
            <a:custGeom>
              <a:rect b="b" l="l" r="r" t="t"/>
              <a:pathLst>
                <a:path extrusionOk="0" h="12025" w="12580">
                  <a:moveTo>
                    <a:pt x="7995" y="2735"/>
                  </a:moveTo>
                  <a:cubicBezTo>
                    <a:pt x="8050" y="2735"/>
                    <a:pt x="8105" y="2753"/>
                    <a:pt x="8151" y="2791"/>
                  </a:cubicBezTo>
                  <a:lnTo>
                    <a:pt x="9383" y="3794"/>
                  </a:lnTo>
                  <a:cubicBezTo>
                    <a:pt x="9472" y="3867"/>
                    <a:pt x="9502" y="3995"/>
                    <a:pt x="9442" y="4108"/>
                  </a:cubicBezTo>
                  <a:cubicBezTo>
                    <a:pt x="9429" y="4132"/>
                    <a:pt x="9411" y="4153"/>
                    <a:pt x="9390" y="4170"/>
                  </a:cubicBezTo>
                  <a:lnTo>
                    <a:pt x="8149" y="5156"/>
                  </a:lnTo>
                  <a:cubicBezTo>
                    <a:pt x="8104" y="5191"/>
                    <a:pt x="8051" y="5209"/>
                    <a:pt x="7995" y="5209"/>
                  </a:cubicBezTo>
                  <a:cubicBezTo>
                    <a:pt x="7968" y="5209"/>
                    <a:pt x="7941" y="5205"/>
                    <a:pt x="7914" y="5197"/>
                  </a:cubicBezTo>
                  <a:cubicBezTo>
                    <a:pt x="7903" y="5192"/>
                    <a:pt x="7890" y="5187"/>
                    <a:pt x="7879" y="5181"/>
                  </a:cubicBezTo>
                  <a:cubicBezTo>
                    <a:pt x="7785" y="5127"/>
                    <a:pt x="7740" y="5033"/>
                    <a:pt x="7752" y="4936"/>
                  </a:cubicBezTo>
                  <a:cubicBezTo>
                    <a:pt x="7759" y="4871"/>
                    <a:pt x="7791" y="4812"/>
                    <a:pt x="7843" y="4771"/>
                  </a:cubicBezTo>
                  <a:lnTo>
                    <a:pt x="8110" y="4559"/>
                  </a:lnTo>
                  <a:cubicBezTo>
                    <a:pt x="8200" y="4486"/>
                    <a:pt x="8210" y="4342"/>
                    <a:pt x="8099" y="4259"/>
                  </a:cubicBezTo>
                  <a:cubicBezTo>
                    <a:pt x="8072" y="4239"/>
                    <a:pt x="8041" y="4230"/>
                    <a:pt x="8008" y="4230"/>
                  </a:cubicBezTo>
                  <a:lnTo>
                    <a:pt x="5386" y="4230"/>
                  </a:lnTo>
                  <a:cubicBezTo>
                    <a:pt x="5322" y="4230"/>
                    <a:pt x="5260" y="4202"/>
                    <a:pt x="5224" y="4148"/>
                  </a:cubicBezTo>
                  <a:cubicBezTo>
                    <a:pt x="5088" y="3950"/>
                    <a:pt x="5228" y="3740"/>
                    <a:pt x="5416" y="3740"/>
                  </a:cubicBezTo>
                  <a:lnTo>
                    <a:pt x="8034" y="3740"/>
                  </a:lnTo>
                  <a:cubicBezTo>
                    <a:pt x="8066" y="3740"/>
                    <a:pt x="8097" y="3730"/>
                    <a:pt x="8124" y="3710"/>
                  </a:cubicBezTo>
                  <a:cubicBezTo>
                    <a:pt x="8234" y="3629"/>
                    <a:pt x="8225" y="3484"/>
                    <a:pt x="8136" y="3412"/>
                  </a:cubicBezTo>
                  <a:lnTo>
                    <a:pt x="7841" y="3171"/>
                  </a:lnTo>
                  <a:cubicBezTo>
                    <a:pt x="7736" y="3086"/>
                    <a:pt x="7720" y="2930"/>
                    <a:pt x="7805" y="2825"/>
                  </a:cubicBezTo>
                  <a:cubicBezTo>
                    <a:pt x="7853" y="2766"/>
                    <a:pt x="7924" y="2735"/>
                    <a:pt x="7995" y="2735"/>
                  </a:cubicBezTo>
                  <a:close/>
                  <a:moveTo>
                    <a:pt x="6517" y="4592"/>
                  </a:moveTo>
                  <a:lnTo>
                    <a:pt x="6517" y="5739"/>
                  </a:lnTo>
                  <a:lnTo>
                    <a:pt x="6059" y="5739"/>
                  </a:lnTo>
                  <a:lnTo>
                    <a:pt x="6059" y="4592"/>
                  </a:lnTo>
                  <a:close/>
                  <a:moveTo>
                    <a:pt x="5224" y="366"/>
                  </a:moveTo>
                  <a:cubicBezTo>
                    <a:pt x="5465" y="366"/>
                    <a:pt x="5662" y="562"/>
                    <a:pt x="5662" y="804"/>
                  </a:cubicBezTo>
                  <a:lnTo>
                    <a:pt x="5662" y="3380"/>
                  </a:lnTo>
                  <a:lnTo>
                    <a:pt x="5413" y="3380"/>
                  </a:lnTo>
                  <a:cubicBezTo>
                    <a:pt x="5085" y="3380"/>
                    <a:pt x="4804" y="3636"/>
                    <a:pt x="4792" y="3965"/>
                  </a:cubicBezTo>
                  <a:cubicBezTo>
                    <a:pt x="4779" y="4309"/>
                    <a:pt x="5056" y="4593"/>
                    <a:pt x="5397" y="4593"/>
                  </a:cubicBezTo>
                  <a:lnTo>
                    <a:pt x="5662" y="4593"/>
                  </a:lnTo>
                  <a:lnTo>
                    <a:pt x="5662" y="5740"/>
                  </a:lnTo>
                  <a:lnTo>
                    <a:pt x="5044" y="5740"/>
                  </a:lnTo>
                  <a:cubicBezTo>
                    <a:pt x="5119" y="5650"/>
                    <a:pt x="5165" y="5538"/>
                    <a:pt x="5177" y="5420"/>
                  </a:cubicBezTo>
                  <a:cubicBezTo>
                    <a:pt x="5193" y="5259"/>
                    <a:pt x="5148" y="5103"/>
                    <a:pt x="5046" y="4980"/>
                  </a:cubicBezTo>
                  <a:cubicBezTo>
                    <a:pt x="4927" y="4834"/>
                    <a:pt x="4753" y="4758"/>
                    <a:pt x="4578" y="4758"/>
                  </a:cubicBezTo>
                  <a:cubicBezTo>
                    <a:pt x="4445" y="4758"/>
                    <a:pt x="4311" y="4802"/>
                    <a:pt x="4200" y="4893"/>
                  </a:cubicBezTo>
                  <a:lnTo>
                    <a:pt x="3892" y="5143"/>
                  </a:lnTo>
                  <a:cubicBezTo>
                    <a:pt x="3811" y="5210"/>
                    <a:pt x="3802" y="5332"/>
                    <a:pt x="3878" y="5409"/>
                  </a:cubicBezTo>
                  <a:cubicBezTo>
                    <a:pt x="3912" y="5444"/>
                    <a:pt x="3958" y="5461"/>
                    <a:pt x="4004" y="5461"/>
                  </a:cubicBezTo>
                  <a:cubicBezTo>
                    <a:pt x="4048" y="5461"/>
                    <a:pt x="4092" y="5446"/>
                    <a:pt x="4128" y="5417"/>
                  </a:cubicBezTo>
                  <a:lnTo>
                    <a:pt x="4428" y="5171"/>
                  </a:lnTo>
                  <a:cubicBezTo>
                    <a:pt x="4472" y="5135"/>
                    <a:pt x="4525" y="5118"/>
                    <a:pt x="4578" y="5118"/>
                  </a:cubicBezTo>
                  <a:cubicBezTo>
                    <a:pt x="4657" y="5118"/>
                    <a:pt x="4736" y="5157"/>
                    <a:pt x="4783" y="5231"/>
                  </a:cubicBezTo>
                  <a:cubicBezTo>
                    <a:pt x="4848" y="5336"/>
                    <a:pt x="4818" y="5473"/>
                    <a:pt x="4722" y="5552"/>
                  </a:cubicBezTo>
                  <a:lnTo>
                    <a:pt x="4442" y="5781"/>
                  </a:lnTo>
                  <a:cubicBezTo>
                    <a:pt x="4373" y="5836"/>
                    <a:pt x="4354" y="5936"/>
                    <a:pt x="4402" y="6017"/>
                  </a:cubicBezTo>
                  <a:cubicBezTo>
                    <a:pt x="4437" y="6071"/>
                    <a:pt x="4500" y="6101"/>
                    <a:pt x="4564" y="6101"/>
                  </a:cubicBezTo>
                  <a:lnTo>
                    <a:pt x="7156" y="6101"/>
                  </a:lnTo>
                  <a:cubicBezTo>
                    <a:pt x="7272" y="6101"/>
                    <a:pt x="7379" y="6179"/>
                    <a:pt x="7403" y="6292"/>
                  </a:cubicBezTo>
                  <a:cubicBezTo>
                    <a:pt x="7439" y="6452"/>
                    <a:pt x="7317" y="6594"/>
                    <a:pt x="7164" y="6594"/>
                  </a:cubicBezTo>
                  <a:lnTo>
                    <a:pt x="4579" y="6594"/>
                  </a:lnTo>
                  <a:lnTo>
                    <a:pt x="4579" y="6591"/>
                  </a:lnTo>
                  <a:cubicBezTo>
                    <a:pt x="4501" y="6606"/>
                    <a:pt x="4432" y="6657"/>
                    <a:pt x="4406" y="6731"/>
                  </a:cubicBezTo>
                  <a:cubicBezTo>
                    <a:pt x="4379" y="6805"/>
                    <a:pt x="4402" y="6887"/>
                    <a:pt x="4464" y="6936"/>
                  </a:cubicBezTo>
                  <a:lnTo>
                    <a:pt x="4731" y="7149"/>
                  </a:lnTo>
                  <a:cubicBezTo>
                    <a:pt x="4837" y="7233"/>
                    <a:pt x="4855" y="7389"/>
                    <a:pt x="4771" y="7494"/>
                  </a:cubicBezTo>
                  <a:cubicBezTo>
                    <a:pt x="4724" y="7553"/>
                    <a:pt x="4654" y="7588"/>
                    <a:pt x="4578" y="7588"/>
                  </a:cubicBezTo>
                  <a:cubicBezTo>
                    <a:pt x="4522" y="7588"/>
                    <a:pt x="4469" y="7569"/>
                    <a:pt x="4424" y="7533"/>
                  </a:cubicBezTo>
                  <a:lnTo>
                    <a:pt x="3193" y="6554"/>
                  </a:lnTo>
                  <a:cubicBezTo>
                    <a:pt x="3134" y="6509"/>
                    <a:pt x="3100" y="6438"/>
                    <a:pt x="3100" y="6363"/>
                  </a:cubicBezTo>
                  <a:cubicBezTo>
                    <a:pt x="3100" y="6289"/>
                    <a:pt x="3133" y="6219"/>
                    <a:pt x="3191" y="6171"/>
                  </a:cubicBezTo>
                  <a:lnTo>
                    <a:pt x="3447" y="5961"/>
                  </a:lnTo>
                  <a:cubicBezTo>
                    <a:pt x="3526" y="5897"/>
                    <a:pt x="3537" y="5781"/>
                    <a:pt x="3473" y="5702"/>
                  </a:cubicBezTo>
                  <a:cubicBezTo>
                    <a:pt x="3437" y="5658"/>
                    <a:pt x="3383" y="5635"/>
                    <a:pt x="3330" y="5635"/>
                  </a:cubicBezTo>
                  <a:cubicBezTo>
                    <a:pt x="3289" y="5635"/>
                    <a:pt x="3248" y="5648"/>
                    <a:pt x="3214" y="5676"/>
                  </a:cubicBezTo>
                  <a:lnTo>
                    <a:pt x="2956" y="5886"/>
                  </a:lnTo>
                  <a:cubicBezTo>
                    <a:pt x="2810" y="6003"/>
                    <a:pt x="2728" y="6179"/>
                    <a:pt x="2730" y="6365"/>
                  </a:cubicBezTo>
                  <a:cubicBezTo>
                    <a:pt x="2731" y="6553"/>
                    <a:pt x="2815" y="6726"/>
                    <a:pt x="2961" y="6842"/>
                  </a:cubicBezTo>
                  <a:lnTo>
                    <a:pt x="4193" y="7821"/>
                  </a:lnTo>
                  <a:cubicBezTo>
                    <a:pt x="4302" y="7908"/>
                    <a:pt x="4437" y="7955"/>
                    <a:pt x="4575" y="7955"/>
                  </a:cubicBezTo>
                  <a:cubicBezTo>
                    <a:pt x="4764" y="7955"/>
                    <a:pt x="4940" y="7870"/>
                    <a:pt x="5056" y="7724"/>
                  </a:cubicBezTo>
                  <a:cubicBezTo>
                    <a:pt x="5233" y="7502"/>
                    <a:pt x="5230" y="7195"/>
                    <a:pt x="5070" y="6985"/>
                  </a:cubicBezTo>
                  <a:lnTo>
                    <a:pt x="5661" y="6985"/>
                  </a:lnTo>
                  <a:lnTo>
                    <a:pt x="5661" y="8525"/>
                  </a:lnTo>
                  <a:lnTo>
                    <a:pt x="353" y="8525"/>
                  </a:lnTo>
                  <a:lnTo>
                    <a:pt x="353" y="804"/>
                  </a:lnTo>
                  <a:cubicBezTo>
                    <a:pt x="353" y="562"/>
                    <a:pt x="550" y="366"/>
                    <a:pt x="792" y="366"/>
                  </a:cubicBezTo>
                  <a:close/>
                  <a:moveTo>
                    <a:pt x="5663" y="8884"/>
                  </a:moveTo>
                  <a:lnTo>
                    <a:pt x="5663" y="9789"/>
                  </a:lnTo>
                  <a:cubicBezTo>
                    <a:pt x="5664" y="10031"/>
                    <a:pt x="5469" y="10228"/>
                    <a:pt x="5227" y="10228"/>
                  </a:cubicBezTo>
                  <a:lnTo>
                    <a:pt x="794" y="10228"/>
                  </a:lnTo>
                  <a:cubicBezTo>
                    <a:pt x="552" y="10228"/>
                    <a:pt x="357" y="10031"/>
                    <a:pt x="357" y="9789"/>
                  </a:cubicBezTo>
                  <a:lnTo>
                    <a:pt x="357" y="8884"/>
                  </a:lnTo>
                  <a:close/>
                  <a:moveTo>
                    <a:pt x="12218" y="10293"/>
                  </a:moveTo>
                  <a:lnTo>
                    <a:pt x="12218" y="11198"/>
                  </a:lnTo>
                  <a:cubicBezTo>
                    <a:pt x="12218" y="11440"/>
                    <a:pt x="12022" y="11637"/>
                    <a:pt x="11780" y="11637"/>
                  </a:cubicBezTo>
                  <a:lnTo>
                    <a:pt x="7349" y="11637"/>
                  </a:lnTo>
                  <a:cubicBezTo>
                    <a:pt x="7107" y="11637"/>
                    <a:pt x="6910" y="11440"/>
                    <a:pt x="6910" y="11198"/>
                  </a:cubicBezTo>
                  <a:lnTo>
                    <a:pt x="6910" y="10293"/>
                  </a:lnTo>
                  <a:close/>
                  <a:moveTo>
                    <a:pt x="807" y="1"/>
                  </a:moveTo>
                  <a:cubicBezTo>
                    <a:pt x="362" y="1"/>
                    <a:pt x="0" y="362"/>
                    <a:pt x="0" y="807"/>
                  </a:cubicBezTo>
                  <a:lnTo>
                    <a:pt x="0" y="9776"/>
                  </a:lnTo>
                  <a:cubicBezTo>
                    <a:pt x="0" y="10221"/>
                    <a:pt x="362" y="10582"/>
                    <a:pt x="807" y="10582"/>
                  </a:cubicBezTo>
                  <a:lnTo>
                    <a:pt x="5254" y="10582"/>
                  </a:lnTo>
                  <a:cubicBezTo>
                    <a:pt x="5699" y="10582"/>
                    <a:pt x="6060" y="10221"/>
                    <a:pt x="6060" y="9776"/>
                  </a:cubicBezTo>
                  <a:lnTo>
                    <a:pt x="6060" y="6978"/>
                  </a:lnTo>
                  <a:lnTo>
                    <a:pt x="6518" y="6978"/>
                  </a:lnTo>
                  <a:lnTo>
                    <a:pt x="6518" y="11218"/>
                  </a:lnTo>
                  <a:cubicBezTo>
                    <a:pt x="6518" y="11663"/>
                    <a:pt x="6879" y="12024"/>
                    <a:pt x="7325" y="12024"/>
                  </a:cubicBezTo>
                  <a:lnTo>
                    <a:pt x="11773" y="12024"/>
                  </a:lnTo>
                  <a:cubicBezTo>
                    <a:pt x="12218" y="12024"/>
                    <a:pt x="12579" y="11663"/>
                    <a:pt x="12579" y="11218"/>
                  </a:cubicBezTo>
                  <a:lnTo>
                    <a:pt x="12579" y="2248"/>
                  </a:lnTo>
                  <a:cubicBezTo>
                    <a:pt x="12579" y="1808"/>
                    <a:pt x="12216" y="1447"/>
                    <a:pt x="11771" y="1447"/>
                  </a:cubicBezTo>
                  <a:lnTo>
                    <a:pt x="11318" y="1447"/>
                  </a:lnTo>
                  <a:cubicBezTo>
                    <a:pt x="11223" y="1447"/>
                    <a:pt x="11137" y="1516"/>
                    <a:pt x="11130" y="1610"/>
                  </a:cubicBezTo>
                  <a:cubicBezTo>
                    <a:pt x="11120" y="1718"/>
                    <a:pt x="11204" y="1807"/>
                    <a:pt x="11309" y="1807"/>
                  </a:cubicBezTo>
                  <a:lnTo>
                    <a:pt x="11780" y="1807"/>
                  </a:lnTo>
                  <a:cubicBezTo>
                    <a:pt x="12022" y="1807"/>
                    <a:pt x="12219" y="2003"/>
                    <a:pt x="12219" y="2246"/>
                  </a:cubicBezTo>
                  <a:lnTo>
                    <a:pt x="12219" y="9966"/>
                  </a:lnTo>
                  <a:lnTo>
                    <a:pt x="6911" y="9966"/>
                  </a:lnTo>
                  <a:lnTo>
                    <a:pt x="6911" y="6952"/>
                  </a:lnTo>
                  <a:lnTo>
                    <a:pt x="7170" y="6952"/>
                  </a:lnTo>
                  <a:cubicBezTo>
                    <a:pt x="7497" y="6952"/>
                    <a:pt x="7779" y="6697"/>
                    <a:pt x="7791" y="6369"/>
                  </a:cubicBezTo>
                  <a:cubicBezTo>
                    <a:pt x="7803" y="6024"/>
                    <a:pt x="7527" y="5740"/>
                    <a:pt x="7185" y="5740"/>
                  </a:cubicBezTo>
                  <a:lnTo>
                    <a:pt x="6910" y="5740"/>
                  </a:lnTo>
                  <a:lnTo>
                    <a:pt x="6910" y="4593"/>
                  </a:lnTo>
                  <a:lnTo>
                    <a:pt x="7513" y="4593"/>
                  </a:lnTo>
                  <a:cubicBezTo>
                    <a:pt x="7428" y="4708"/>
                    <a:pt x="7385" y="4852"/>
                    <a:pt x="7397" y="5004"/>
                  </a:cubicBezTo>
                  <a:cubicBezTo>
                    <a:pt x="7402" y="5075"/>
                    <a:pt x="7421" y="5145"/>
                    <a:pt x="7452" y="5210"/>
                  </a:cubicBezTo>
                  <a:cubicBezTo>
                    <a:pt x="7557" y="5429"/>
                    <a:pt x="7770" y="5559"/>
                    <a:pt x="8002" y="5559"/>
                  </a:cubicBezTo>
                  <a:cubicBezTo>
                    <a:pt x="8138" y="5559"/>
                    <a:pt x="8271" y="5512"/>
                    <a:pt x="8379" y="5427"/>
                  </a:cubicBezTo>
                  <a:lnTo>
                    <a:pt x="9594" y="4461"/>
                  </a:lnTo>
                  <a:cubicBezTo>
                    <a:pt x="9738" y="4346"/>
                    <a:pt x="9821" y="4174"/>
                    <a:pt x="9822" y="3990"/>
                  </a:cubicBezTo>
                  <a:cubicBezTo>
                    <a:pt x="9825" y="3805"/>
                    <a:pt x="9743" y="3632"/>
                    <a:pt x="9600" y="3516"/>
                  </a:cubicBezTo>
                  <a:lnTo>
                    <a:pt x="8386" y="2525"/>
                  </a:lnTo>
                  <a:cubicBezTo>
                    <a:pt x="8273" y="2433"/>
                    <a:pt x="8137" y="2388"/>
                    <a:pt x="8002" y="2388"/>
                  </a:cubicBezTo>
                  <a:cubicBezTo>
                    <a:pt x="7826" y="2388"/>
                    <a:pt x="7652" y="2464"/>
                    <a:pt x="7533" y="2611"/>
                  </a:cubicBezTo>
                  <a:cubicBezTo>
                    <a:pt x="7431" y="2736"/>
                    <a:pt x="7384" y="2893"/>
                    <a:pt x="7400" y="3055"/>
                  </a:cubicBezTo>
                  <a:cubicBezTo>
                    <a:pt x="7411" y="3175"/>
                    <a:pt x="7459" y="3286"/>
                    <a:pt x="7534" y="3378"/>
                  </a:cubicBezTo>
                  <a:lnTo>
                    <a:pt x="6911" y="3378"/>
                  </a:lnTo>
                  <a:lnTo>
                    <a:pt x="6911" y="1996"/>
                  </a:lnTo>
                  <a:cubicBezTo>
                    <a:pt x="6911" y="1891"/>
                    <a:pt x="6997" y="1804"/>
                    <a:pt x="7103" y="1804"/>
                  </a:cubicBezTo>
                  <a:lnTo>
                    <a:pt x="10469" y="1804"/>
                  </a:lnTo>
                  <a:cubicBezTo>
                    <a:pt x="10492" y="1804"/>
                    <a:pt x="10514" y="1795"/>
                    <a:pt x="10529" y="1777"/>
                  </a:cubicBezTo>
                  <a:cubicBezTo>
                    <a:pt x="10670" y="1623"/>
                    <a:pt x="10564" y="1443"/>
                    <a:pt x="10414" y="1443"/>
                  </a:cubicBezTo>
                  <a:lnTo>
                    <a:pt x="7325" y="1443"/>
                  </a:lnTo>
                  <a:cubicBezTo>
                    <a:pt x="6879" y="1443"/>
                    <a:pt x="6518" y="1804"/>
                    <a:pt x="6518" y="2249"/>
                  </a:cubicBezTo>
                  <a:lnTo>
                    <a:pt x="6518" y="3375"/>
                  </a:lnTo>
                  <a:lnTo>
                    <a:pt x="6060" y="3375"/>
                  </a:lnTo>
                  <a:lnTo>
                    <a:pt x="6060" y="807"/>
                  </a:lnTo>
                  <a:cubicBezTo>
                    <a:pt x="6060" y="362"/>
                    <a:pt x="5699" y="1"/>
                    <a:pt x="52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71"/>
            <p:cNvSpPr/>
            <p:nvPr/>
          </p:nvSpPr>
          <p:spPr>
            <a:xfrm>
              <a:off x="6681646" y="3953456"/>
              <a:ext cx="18677" cy="18715"/>
            </a:xfrm>
            <a:custGeom>
              <a:rect b="b" l="l" r="r" t="t"/>
              <a:pathLst>
                <a:path extrusionOk="0" h="494" w="493">
                  <a:moveTo>
                    <a:pt x="246" y="1"/>
                  </a:moveTo>
                  <a:cubicBezTo>
                    <a:pt x="110" y="1"/>
                    <a:pt x="0" y="111"/>
                    <a:pt x="0" y="247"/>
                  </a:cubicBezTo>
                  <a:cubicBezTo>
                    <a:pt x="0" y="383"/>
                    <a:pt x="110" y="493"/>
                    <a:pt x="246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71"/>
            <p:cNvSpPr/>
            <p:nvPr/>
          </p:nvSpPr>
          <p:spPr>
            <a:xfrm>
              <a:off x="6717334" y="3953456"/>
              <a:ext cx="18715" cy="18715"/>
            </a:xfrm>
            <a:custGeom>
              <a:rect b="b" l="l" r="r" t="t"/>
              <a:pathLst>
                <a:path extrusionOk="0" h="494" w="494">
                  <a:moveTo>
                    <a:pt x="247" y="1"/>
                  </a:moveTo>
                  <a:cubicBezTo>
                    <a:pt x="111" y="1"/>
                    <a:pt x="1" y="111"/>
                    <a:pt x="1" y="247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71"/>
            <p:cNvSpPr/>
            <p:nvPr/>
          </p:nvSpPr>
          <p:spPr>
            <a:xfrm>
              <a:off x="6753059" y="3953456"/>
              <a:ext cx="18677" cy="18715"/>
            </a:xfrm>
            <a:custGeom>
              <a:rect b="b" l="l" r="r" t="t"/>
              <a:pathLst>
                <a:path extrusionOk="0" h="494" w="493">
                  <a:moveTo>
                    <a:pt x="247" y="1"/>
                  </a:moveTo>
                  <a:cubicBezTo>
                    <a:pt x="112" y="1"/>
                    <a:pt x="1" y="111"/>
                    <a:pt x="1" y="247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63" name="Google Shape;2563;p71"/>
          <p:cNvGrpSpPr/>
          <p:nvPr/>
        </p:nvGrpSpPr>
        <p:grpSpPr>
          <a:xfrm>
            <a:off x="5498302" y="4197007"/>
            <a:ext cx="449547" cy="373372"/>
            <a:chOff x="5554075" y="3770358"/>
            <a:chExt cx="476669" cy="395898"/>
          </a:xfrm>
        </p:grpSpPr>
        <p:sp>
          <p:nvSpPr>
            <p:cNvPr id="2564" name="Google Shape;2564;p71"/>
            <p:cNvSpPr/>
            <p:nvPr/>
          </p:nvSpPr>
          <p:spPr>
            <a:xfrm>
              <a:off x="5554075" y="3770358"/>
              <a:ext cx="476669" cy="395898"/>
            </a:xfrm>
            <a:custGeom>
              <a:rect b="b" l="l" r="r" t="t"/>
              <a:pathLst>
                <a:path extrusionOk="0" h="10450" w="12582">
                  <a:moveTo>
                    <a:pt x="11938" y="360"/>
                  </a:moveTo>
                  <a:cubicBezTo>
                    <a:pt x="12096" y="360"/>
                    <a:pt x="12224" y="488"/>
                    <a:pt x="12224" y="647"/>
                  </a:cubicBezTo>
                  <a:lnTo>
                    <a:pt x="12224" y="7111"/>
                  </a:lnTo>
                  <a:lnTo>
                    <a:pt x="11764" y="7111"/>
                  </a:lnTo>
                  <a:lnTo>
                    <a:pt x="11764" y="1043"/>
                  </a:lnTo>
                  <a:cubicBezTo>
                    <a:pt x="11764" y="938"/>
                    <a:pt x="11679" y="851"/>
                    <a:pt x="11572" y="851"/>
                  </a:cubicBezTo>
                  <a:lnTo>
                    <a:pt x="9914" y="851"/>
                  </a:lnTo>
                  <a:cubicBezTo>
                    <a:pt x="9890" y="851"/>
                    <a:pt x="9867" y="860"/>
                    <a:pt x="9851" y="879"/>
                  </a:cubicBezTo>
                  <a:cubicBezTo>
                    <a:pt x="9711" y="1032"/>
                    <a:pt x="9817" y="1211"/>
                    <a:pt x="9966" y="1211"/>
                  </a:cubicBezTo>
                  <a:lnTo>
                    <a:pt x="11307" y="1211"/>
                  </a:lnTo>
                  <a:cubicBezTo>
                    <a:pt x="11342" y="1211"/>
                    <a:pt x="11371" y="1240"/>
                    <a:pt x="11371" y="1275"/>
                  </a:cubicBezTo>
                  <a:lnTo>
                    <a:pt x="11371" y="7109"/>
                  </a:lnTo>
                  <a:lnTo>
                    <a:pt x="1181" y="7109"/>
                  </a:lnTo>
                  <a:lnTo>
                    <a:pt x="1181" y="1280"/>
                  </a:lnTo>
                  <a:cubicBezTo>
                    <a:pt x="1181" y="1280"/>
                    <a:pt x="1228" y="1216"/>
                    <a:pt x="1264" y="1212"/>
                  </a:cubicBezTo>
                  <a:lnTo>
                    <a:pt x="9053" y="1212"/>
                  </a:lnTo>
                  <a:cubicBezTo>
                    <a:pt x="9056" y="1212"/>
                    <a:pt x="9058" y="1212"/>
                    <a:pt x="9061" y="1212"/>
                  </a:cubicBezTo>
                  <a:cubicBezTo>
                    <a:pt x="9160" y="1212"/>
                    <a:pt x="9238" y="1131"/>
                    <a:pt x="9238" y="1033"/>
                  </a:cubicBezTo>
                  <a:cubicBezTo>
                    <a:pt x="9238" y="932"/>
                    <a:pt x="9159" y="852"/>
                    <a:pt x="9059" y="852"/>
                  </a:cubicBezTo>
                  <a:cubicBezTo>
                    <a:pt x="9057" y="852"/>
                    <a:pt x="9055" y="852"/>
                    <a:pt x="9053" y="852"/>
                  </a:cubicBezTo>
                  <a:lnTo>
                    <a:pt x="1264" y="852"/>
                  </a:lnTo>
                  <a:cubicBezTo>
                    <a:pt x="1263" y="852"/>
                    <a:pt x="1262" y="852"/>
                    <a:pt x="1261" y="852"/>
                  </a:cubicBezTo>
                  <a:cubicBezTo>
                    <a:pt x="1024" y="852"/>
                    <a:pt x="820" y="1281"/>
                    <a:pt x="820" y="1281"/>
                  </a:cubicBezTo>
                  <a:lnTo>
                    <a:pt x="820" y="7110"/>
                  </a:lnTo>
                  <a:lnTo>
                    <a:pt x="361" y="7110"/>
                  </a:lnTo>
                  <a:lnTo>
                    <a:pt x="361" y="647"/>
                  </a:lnTo>
                  <a:cubicBezTo>
                    <a:pt x="361" y="488"/>
                    <a:pt x="490" y="360"/>
                    <a:pt x="648" y="360"/>
                  </a:cubicBezTo>
                  <a:close/>
                  <a:moveTo>
                    <a:pt x="12220" y="7470"/>
                  </a:moveTo>
                  <a:lnTo>
                    <a:pt x="12220" y="8036"/>
                  </a:lnTo>
                  <a:cubicBezTo>
                    <a:pt x="12221" y="8195"/>
                    <a:pt x="12094" y="8323"/>
                    <a:pt x="11935" y="8323"/>
                  </a:cubicBezTo>
                  <a:lnTo>
                    <a:pt x="646" y="8323"/>
                  </a:lnTo>
                  <a:cubicBezTo>
                    <a:pt x="488" y="8323"/>
                    <a:pt x="359" y="8195"/>
                    <a:pt x="359" y="8036"/>
                  </a:cubicBezTo>
                  <a:lnTo>
                    <a:pt x="359" y="7470"/>
                  </a:lnTo>
                  <a:close/>
                  <a:moveTo>
                    <a:pt x="655" y="0"/>
                  </a:moveTo>
                  <a:cubicBezTo>
                    <a:pt x="294" y="0"/>
                    <a:pt x="1" y="294"/>
                    <a:pt x="1" y="655"/>
                  </a:cubicBezTo>
                  <a:lnTo>
                    <a:pt x="1" y="8028"/>
                  </a:lnTo>
                  <a:cubicBezTo>
                    <a:pt x="1" y="8390"/>
                    <a:pt x="294" y="8683"/>
                    <a:pt x="655" y="8683"/>
                  </a:cubicBezTo>
                  <a:lnTo>
                    <a:pt x="5172" y="8683"/>
                  </a:lnTo>
                  <a:cubicBezTo>
                    <a:pt x="5160" y="8752"/>
                    <a:pt x="5144" y="8836"/>
                    <a:pt x="5125" y="8928"/>
                  </a:cubicBezTo>
                  <a:cubicBezTo>
                    <a:pt x="5104" y="9028"/>
                    <a:pt x="5167" y="9124"/>
                    <a:pt x="5267" y="9145"/>
                  </a:cubicBezTo>
                  <a:cubicBezTo>
                    <a:pt x="5280" y="9148"/>
                    <a:pt x="5292" y="9149"/>
                    <a:pt x="5305" y="9149"/>
                  </a:cubicBezTo>
                  <a:cubicBezTo>
                    <a:pt x="5390" y="9149"/>
                    <a:pt x="5467" y="9089"/>
                    <a:pt x="5485" y="9002"/>
                  </a:cubicBezTo>
                  <a:cubicBezTo>
                    <a:pt x="5511" y="8876"/>
                    <a:pt x="5531" y="8766"/>
                    <a:pt x="5545" y="8683"/>
                  </a:cubicBezTo>
                  <a:lnTo>
                    <a:pt x="7019" y="8683"/>
                  </a:lnTo>
                  <a:cubicBezTo>
                    <a:pt x="7067" y="8973"/>
                    <a:pt x="7189" y="9601"/>
                    <a:pt x="7400" y="10092"/>
                  </a:cubicBezTo>
                  <a:lnTo>
                    <a:pt x="5171" y="10092"/>
                  </a:lnTo>
                  <a:cubicBezTo>
                    <a:pt x="5201" y="10023"/>
                    <a:pt x="5230" y="9947"/>
                    <a:pt x="5260" y="9868"/>
                  </a:cubicBezTo>
                  <a:cubicBezTo>
                    <a:pt x="5293" y="9773"/>
                    <a:pt x="5244" y="9672"/>
                    <a:pt x="5147" y="9637"/>
                  </a:cubicBezTo>
                  <a:cubicBezTo>
                    <a:pt x="5126" y="9630"/>
                    <a:pt x="5106" y="9627"/>
                    <a:pt x="5086" y="9627"/>
                  </a:cubicBezTo>
                  <a:cubicBezTo>
                    <a:pt x="5010" y="9627"/>
                    <a:pt x="4938" y="9673"/>
                    <a:pt x="4911" y="9747"/>
                  </a:cubicBezTo>
                  <a:cubicBezTo>
                    <a:pt x="4864" y="9879"/>
                    <a:pt x="4813" y="9994"/>
                    <a:pt x="4762" y="10091"/>
                  </a:cubicBezTo>
                  <a:lnTo>
                    <a:pt x="3743" y="10091"/>
                  </a:lnTo>
                  <a:cubicBezTo>
                    <a:pt x="3648" y="10091"/>
                    <a:pt x="3563" y="10160"/>
                    <a:pt x="3553" y="10254"/>
                  </a:cubicBezTo>
                  <a:cubicBezTo>
                    <a:pt x="3544" y="10361"/>
                    <a:pt x="3630" y="10450"/>
                    <a:pt x="3737" y="10450"/>
                  </a:cubicBezTo>
                  <a:lnTo>
                    <a:pt x="8833" y="10450"/>
                  </a:lnTo>
                  <a:cubicBezTo>
                    <a:pt x="8930" y="10450"/>
                    <a:pt x="9014" y="10381"/>
                    <a:pt x="9024" y="10286"/>
                  </a:cubicBezTo>
                  <a:cubicBezTo>
                    <a:pt x="9032" y="10180"/>
                    <a:pt x="8947" y="10091"/>
                    <a:pt x="8841" y="10091"/>
                  </a:cubicBezTo>
                  <a:lnTo>
                    <a:pt x="7816" y="10091"/>
                  </a:lnTo>
                  <a:cubicBezTo>
                    <a:pt x="7596" y="9667"/>
                    <a:pt x="7460" y="9014"/>
                    <a:pt x="7402" y="8682"/>
                  </a:cubicBezTo>
                  <a:lnTo>
                    <a:pt x="11926" y="8682"/>
                  </a:lnTo>
                  <a:cubicBezTo>
                    <a:pt x="12287" y="8682"/>
                    <a:pt x="12581" y="8389"/>
                    <a:pt x="12581" y="8027"/>
                  </a:cubicBezTo>
                  <a:lnTo>
                    <a:pt x="12581" y="654"/>
                  </a:lnTo>
                  <a:cubicBezTo>
                    <a:pt x="12582" y="294"/>
                    <a:pt x="12288" y="0"/>
                    <a:pt x="119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71"/>
            <p:cNvSpPr/>
            <p:nvPr/>
          </p:nvSpPr>
          <p:spPr>
            <a:xfrm>
              <a:off x="5674359" y="3901932"/>
              <a:ext cx="22466" cy="53153"/>
            </a:xfrm>
            <a:custGeom>
              <a:rect b="b" l="l" r="r" t="t"/>
              <a:pathLst>
                <a:path extrusionOk="0" h="1403" w="593">
                  <a:moveTo>
                    <a:pt x="197" y="0"/>
                  </a:moveTo>
                  <a:cubicBezTo>
                    <a:pt x="102" y="0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232" y="361"/>
                  </a:lnTo>
                  <a:lnTo>
                    <a:pt x="232" y="1213"/>
                  </a:lnTo>
                  <a:cubicBezTo>
                    <a:pt x="232" y="1309"/>
                    <a:pt x="301" y="1393"/>
                    <a:pt x="395" y="1402"/>
                  </a:cubicBezTo>
                  <a:cubicBezTo>
                    <a:pt x="400" y="1402"/>
                    <a:pt x="405" y="1402"/>
                    <a:pt x="410" y="1402"/>
                  </a:cubicBezTo>
                  <a:cubicBezTo>
                    <a:pt x="511" y="1402"/>
                    <a:pt x="592" y="1322"/>
                    <a:pt x="592" y="1222"/>
                  </a:cubicBezTo>
                  <a:lnTo>
                    <a:pt x="592" y="183"/>
                  </a:lnTo>
                  <a:cubicBezTo>
                    <a:pt x="592" y="82"/>
                    <a:pt x="510" y="0"/>
                    <a:pt x="4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71"/>
            <p:cNvSpPr/>
            <p:nvPr/>
          </p:nvSpPr>
          <p:spPr>
            <a:xfrm>
              <a:off x="5725315" y="3971413"/>
              <a:ext cx="22428" cy="53153"/>
            </a:xfrm>
            <a:custGeom>
              <a:rect b="b" l="l" r="r" t="t"/>
              <a:pathLst>
                <a:path extrusionOk="0" h="1403" w="592">
                  <a:moveTo>
                    <a:pt x="197" y="0"/>
                  </a:moveTo>
                  <a:cubicBezTo>
                    <a:pt x="102" y="0"/>
                    <a:pt x="17" y="71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231" y="361"/>
                  </a:lnTo>
                  <a:lnTo>
                    <a:pt x="231" y="1213"/>
                  </a:lnTo>
                  <a:cubicBezTo>
                    <a:pt x="231" y="1308"/>
                    <a:pt x="300" y="1393"/>
                    <a:pt x="394" y="1402"/>
                  </a:cubicBezTo>
                  <a:cubicBezTo>
                    <a:pt x="400" y="1402"/>
                    <a:pt x="405" y="1402"/>
                    <a:pt x="410" y="1402"/>
                  </a:cubicBezTo>
                  <a:cubicBezTo>
                    <a:pt x="510" y="1402"/>
                    <a:pt x="590" y="1322"/>
                    <a:pt x="590" y="1223"/>
                  </a:cubicBezTo>
                  <a:lnTo>
                    <a:pt x="590" y="180"/>
                  </a:lnTo>
                  <a:cubicBezTo>
                    <a:pt x="592" y="82"/>
                    <a:pt x="510" y="0"/>
                    <a:pt x="4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71"/>
            <p:cNvSpPr/>
            <p:nvPr/>
          </p:nvSpPr>
          <p:spPr>
            <a:xfrm>
              <a:off x="5809685" y="3971413"/>
              <a:ext cx="22466" cy="53153"/>
            </a:xfrm>
            <a:custGeom>
              <a:rect b="b" l="l" r="r" t="t"/>
              <a:pathLst>
                <a:path extrusionOk="0" h="1403" w="593">
                  <a:moveTo>
                    <a:pt x="199" y="0"/>
                  </a:moveTo>
                  <a:cubicBezTo>
                    <a:pt x="104" y="0"/>
                    <a:pt x="18" y="71"/>
                    <a:pt x="10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231" y="361"/>
                  </a:lnTo>
                  <a:lnTo>
                    <a:pt x="231" y="1213"/>
                  </a:lnTo>
                  <a:cubicBezTo>
                    <a:pt x="231" y="1308"/>
                    <a:pt x="300" y="1393"/>
                    <a:pt x="395" y="1402"/>
                  </a:cubicBezTo>
                  <a:cubicBezTo>
                    <a:pt x="400" y="1402"/>
                    <a:pt x="406" y="1402"/>
                    <a:pt x="411" y="1402"/>
                  </a:cubicBezTo>
                  <a:cubicBezTo>
                    <a:pt x="512" y="1402"/>
                    <a:pt x="592" y="1322"/>
                    <a:pt x="592" y="1223"/>
                  </a:cubicBezTo>
                  <a:lnTo>
                    <a:pt x="592" y="180"/>
                  </a:lnTo>
                  <a:cubicBezTo>
                    <a:pt x="593" y="82"/>
                    <a:pt x="512" y="0"/>
                    <a:pt x="4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71"/>
            <p:cNvSpPr/>
            <p:nvPr/>
          </p:nvSpPr>
          <p:spPr>
            <a:xfrm>
              <a:off x="5848176" y="3971413"/>
              <a:ext cx="22428" cy="53153"/>
            </a:xfrm>
            <a:custGeom>
              <a:rect b="b" l="l" r="r" t="t"/>
              <a:pathLst>
                <a:path extrusionOk="0" h="1403" w="592">
                  <a:moveTo>
                    <a:pt x="199" y="0"/>
                  </a:moveTo>
                  <a:cubicBezTo>
                    <a:pt x="103" y="0"/>
                    <a:pt x="18" y="71"/>
                    <a:pt x="10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231" y="361"/>
                  </a:lnTo>
                  <a:lnTo>
                    <a:pt x="231" y="1213"/>
                  </a:lnTo>
                  <a:cubicBezTo>
                    <a:pt x="231" y="1308"/>
                    <a:pt x="300" y="1393"/>
                    <a:pt x="395" y="1402"/>
                  </a:cubicBezTo>
                  <a:cubicBezTo>
                    <a:pt x="400" y="1402"/>
                    <a:pt x="406" y="1402"/>
                    <a:pt x="411" y="1402"/>
                  </a:cubicBezTo>
                  <a:cubicBezTo>
                    <a:pt x="511" y="1402"/>
                    <a:pt x="592" y="1322"/>
                    <a:pt x="592" y="1223"/>
                  </a:cubicBezTo>
                  <a:lnTo>
                    <a:pt x="592" y="180"/>
                  </a:lnTo>
                  <a:cubicBezTo>
                    <a:pt x="592" y="82"/>
                    <a:pt x="512" y="0"/>
                    <a:pt x="4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71"/>
            <p:cNvSpPr/>
            <p:nvPr/>
          </p:nvSpPr>
          <p:spPr>
            <a:xfrm>
              <a:off x="5760055" y="3901932"/>
              <a:ext cx="22466" cy="53153"/>
            </a:xfrm>
            <a:custGeom>
              <a:rect b="b" l="l" r="r" t="t"/>
              <a:pathLst>
                <a:path extrusionOk="0" h="1403" w="593">
                  <a:moveTo>
                    <a:pt x="198" y="0"/>
                  </a:moveTo>
                  <a:cubicBezTo>
                    <a:pt x="102" y="0"/>
                    <a:pt x="17" y="70"/>
                    <a:pt x="9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231" y="361"/>
                  </a:lnTo>
                  <a:lnTo>
                    <a:pt x="231" y="1222"/>
                  </a:lnTo>
                  <a:cubicBezTo>
                    <a:pt x="231" y="1321"/>
                    <a:pt x="312" y="1403"/>
                    <a:pt x="411" y="1403"/>
                  </a:cubicBezTo>
                  <a:cubicBezTo>
                    <a:pt x="511" y="1403"/>
                    <a:pt x="592" y="1321"/>
                    <a:pt x="592" y="1222"/>
                  </a:cubicBezTo>
                  <a:lnTo>
                    <a:pt x="592" y="183"/>
                  </a:lnTo>
                  <a:cubicBezTo>
                    <a:pt x="592" y="82"/>
                    <a:pt x="511" y="0"/>
                    <a:pt x="4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71"/>
            <p:cNvSpPr/>
            <p:nvPr/>
          </p:nvSpPr>
          <p:spPr>
            <a:xfrm>
              <a:off x="5628557" y="3900796"/>
              <a:ext cx="37317" cy="55880"/>
            </a:xfrm>
            <a:custGeom>
              <a:rect b="b" l="l" r="r" t="t"/>
              <a:pathLst>
                <a:path extrusionOk="0" h="1475" w="985">
                  <a:moveTo>
                    <a:pt x="493" y="345"/>
                  </a:moveTo>
                  <a:cubicBezTo>
                    <a:pt x="565" y="345"/>
                    <a:pt x="623" y="404"/>
                    <a:pt x="623" y="476"/>
                  </a:cubicBezTo>
                  <a:lnTo>
                    <a:pt x="623" y="998"/>
                  </a:lnTo>
                  <a:cubicBezTo>
                    <a:pt x="623" y="1070"/>
                    <a:pt x="564" y="1129"/>
                    <a:pt x="493" y="1129"/>
                  </a:cubicBezTo>
                  <a:cubicBezTo>
                    <a:pt x="473" y="1129"/>
                    <a:pt x="453" y="1125"/>
                    <a:pt x="433" y="1115"/>
                  </a:cubicBezTo>
                  <a:cubicBezTo>
                    <a:pt x="388" y="1097"/>
                    <a:pt x="361" y="1049"/>
                    <a:pt x="361" y="1000"/>
                  </a:cubicBezTo>
                  <a:lnTo>
                    <a:pt x="361" y="473"/>
                  </a:lnTo>
                  <a:cubicBezTo>
                    <a:pt x="361" y="424"/>
                    <a:pt x="388" y="377"/>
                    <a:pt x="433" y="358"/>
                  </a:cubicBezTo>
                  <a:cubicBezTo>
                    <a:pt x="454" y="349"/>
                    <a:pt x="474" y="345"/>
                    <a:pt x="493" y="345"/>
                  </a:cubicBezTo>
                  <a:close/>
                  <a:moveTo>
                    <a:pt x="492" y="0"/>
                  </a:moveTo>
                  <a:cubicBezTo>
                    <a:pt x="221" y="0"/>
                    <a:pt x="1" y="220"/>
                    <a:pt x="1" y="491"/>
                  </a:cubicBezTo>
                  <a:lnTo>
                    <a:pt x="1" y="969"/>
                  </a:lnTo>
                  <a:cubicBezTo>
                    <a:pt x="1" y="1222"/>
                    <a:pt x="185" y="1443"/>
                    <a:pt x="435" y="1472"/>
                  </a:cubicBezTo>
                  <a:cubicBezTo>
                    <a:pt x="455" y="1474"/>
                    <a:pt x="474" y="1475"/>
                    <a:pt x="492" y="1475"/>
                  </a:cubicBezTo>
                  <a:cubicBezTo>
                    <a:pt x="763" y="1475"/>
                    <a:pt x="984" y="1254"/>
                    <a:pt x="984" y="984"/>
                  </a:cubicBezTo>
                  <a:lnTo>
                    <a:pt x="984" y="491"/>
                  </a:lnTo>
                  <a:cubicBezTo>
                    <a:pt x="983" y="220"/>
                    <a:pt x="763" y="0"/>
                    <a:pt x="4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71"/>
            <p:cNvSpPr/>
            <p:nvPr/>
          </p:nvSpPr>
          <p:spPr>
            <a:xfrm>
              <a:off x="5628557" y="3970315"/>
              <a:ext cx="37317" cy="55880"/>
            </a:xfrm>
            <a:custGeom>
              <a:rect b="b" l="l" r="r" t="t"/>
              <a:pathLst>
                <a:path extrusionOk="0" h="1475" w="985">
                  <a:moveTo>
                    <a:pt x="493" y="344"/>
                  </a:moveTo>
                  <a:cubicBezTo>
                    <a:pt x="565" y="344"/>
                    <a:pt x="623" y="402"/>
                    <a:pt x="623" y="474"/>
                  </a:cubicBezTo>
                  <a:lnTo>
                    <a:pt x="623" y="997"/>
                  </a:lnTo>
                  <a:cubicBezTo>
                    <a:pt x="623" y="1070"/>
                    <a:pt x="564" y="1128"/>
                    <a:pt x="492" y="1128"/>
                  </a:cubicBezTo>
                  <a:cubicBezTo>
                    <a:pt x="473" y="1128"/>
                    <a:pt x="453" y="1124"/>
                    <a:pt x="433" y="1115"/>
                  </a:cubicBezTo>
                  <a:cubicBezTo>
                    <a:pt x="388" y="1096"/>
                    <a:pt x="361" y="1048"/>
                    <a:pt x="361" y="1000"/>
                  </a:cubicBezTo>
                  <a:lnTo>
                    <a:pt x="361" y="472"/>
                  </a:lnTo>
                  <a:cubicBezTo>
                    <a:pt x="361" y="424"/>
                    <a:pt x="388" y="377"/>
                    <a:pt x="433" y="357"/>
                  </a:cubicBezTo>
                  <a:cubicBezTo>
                    <a:pt x="453" y="348"/>
                    <a:pt x="473" y="344"/>
                    <a:pt x="493" y="344"/>
                  </a:cubicBezTo>
                  <a:close/>
                  <a:moveTo>
                    <a:pt x="492" y="0"/>
                  </a:moveTo>
                  <a:cubicBezTo>
                    <a:pt x="221" y="0"/>
                    <a:pt x="1" y="219"/>
                    <a:pt x="1" y="490"/>
                  </a:cubicBezTo>
                  <a:lnTo>
                    <a:pt x="1" y="969"/>
                  </a:lnTo>
                  <a:cubicBezTo>
                    <a:pt x="1" y="1221"/>
                    <a:pt x="185" y="1442"/>
                    <a:pt x="435" y="1472"/>
                  </a:cubicBezTo>
                  <a:cubicBezTo>
                    <a:pt x="454" y="1474"/>
                    <a:pt x="472" y="1475"/>
                    <a:pt x="491" y="1475"/>
                  </a:cubicBezTo>
                  <a:cubicBezTo>
                    <a:pt x="763" y="1475"/>
                    <a:pt x="984" y="1253"/>
                    <a:pt x="984" y="982"/>
                  </a:cubicBezTo>
                  <a:lnTo>
                    <a:pt x="984" y="490"/>
                  </a:lnTo>
                  <a:cubicBezTo>
                    <a:pt x="983" y="220"/>
                    <a:pt x="763" y="0"/>
                    <a:pt x="4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71"/>
            <p:cNvSpPr/>
            <p:nvPr/>
          </p:nvSpPr>
          <p:spPr>
            <a:xfrm>
              <a:off x="5678186" y="3970315"/>
              <a:ext cx="37279" cy="55880"/>
            </a:xfrm>
            <a:custGeom>
              <a:rect b="b" l="l" r="r" t="t"/>
              <a:pathLst>
                <a:path extrusionOk="0" h="1475" w="984">
                  <a:moveTo>
                    <a:pt x="493" y="344"/>
                  </a:moveTo>
                  <a:cubicBezTo>
                    <a:pt x="565" y="344"/>
                    <a:pt x="623" y="402"/>
                    <a:pt x="623" y="474"/>
                  </a:cubicBezTo>
                  <a:lnTo>
                    <a:pt x="623" y="997"/>
                  </a:lnTo>
                  <a:cubicBezTo>
                    <a:pt x="623" y="1070"/>
                    <a:pt x="564" y="1128"/>
                    <a:pt x="492" y="1128"/>
                  </a:cubicBezTo>
                  <a:cubicBezTo>
                    <a:pt x="473" y="1128"/>
                    <a:pt x="453" y="1124"/>
                    <a:pt x="434" y="1115"/>
                  </a:cubicBezTo>
                  <a:cubicBezTo>
                    <a:pt x="389" y="1096"/>
                    <a:pt x="361" y="1048"/>
                    <a:pt x="361" y="1000"/>
                  </a:cubicBezTo>
                  <a:lnTo>
                    <a:pt x="361" y="472"/>
                  </a:lnTo>
                  <a:cubicBezTo>
                    <a:pt x="361" y="424"/>
                    <a:pt x="389" y="377"/>
                    <a:pt x="434" y="357"/>
                  </a:cubicBezTo>
                  <a:cubicBezTo>
                    <a:pt x="454" y="348"/>
                    <a:pt x="474" y="344"/>
                    <a:pt x="493" y="344"/>
                  </a:cubicBezTo>
                  <a:close/>
                  <a:moveTo>
                    <a:pt x="492" y="0"/>
                  </a:moveTo>
                  <a:cubicBezTo>
                    <a:pt x="221" y="0"/>
                    <a:pt x="1" y="219"/>
                    <a:pt x="1" y="490"/>
                  </a:cubicBezTo>
                  <a:lnTo>
                    <a:pt x="1" y="969"/>
                  </a:lnTo>
                  <a:cubicBezTo>
                    <a:pt x="1" y="1221"/>
                    <a:pt x="186" y="1442"/>
                    <a:pt x="436" y="1472"/>
                  </a:cubicBezTo>
                  <a:cubicBezTo>
                    <a:pt x="454" y="1474"/>
                    <a:pt x="473" y="1475"/>
                    <a:pt x="491" y="1475"/>
                  </a:cubicBezTo>
                  <a:cubicBezTo>
                    <a:pt x="763" y="1475"/>
                    <a:pt x="983" y="1253"/>
                    <a:pt x="983" y="982"/>
                  </a:cubicBezTo>
                  <a:lnTo>
                    <a:pt x="983" y="490"/>
                  </a:lnTo>
                  <a:cubicBezTo>
                    <a:pt x="983" y="220"/>
                    <a:pt x="763" y="0"/>
                    <a:pt x="4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71"/>
            <p:cNvSpPr/>
            <p:nvPr/>
          </p:nvSpPr>
          <p:spPr>
            <a:xfrm>
              <a:off x="5761343" y="3970315"/>
              <a:ext cx="37279" cy="55880"/>
            </a:xfrm>
            <a:custGeom>
              <a:rect b="b" l="l" r="r" t="t"/>
              <a:pathLst>
                <a:path extrusionOk="0" h="1475" w="984">
                  <a:moveTo>
                    <a:pt x="493" y="344"/>
                  </a:moveTo>
                  <a:cubicBezTo>
                    <a:pt x="566" y="344"/>
                    <a:pt x="623" y="402"/>
                    <a:pt x="623" y="474"/>
                  </a:cubicBezTo>
                  <a:lnTo>
                    <a:pt x="623" y="997"/>
                  </a:lnTo>
                  <a:cubicBezTo>
                    <a:pt x="623" y="1070"/>
                    <a:pt x="564" y="1128"/>
                    <a:pt x="493" y="1128"/>
                  </a:cubicBezTo>
                  <a:cubicBezTo>
                    <a:pt x="474" y="1128"/>
                    <a:pt x="454" y="1124"/>
                    <a:pt x="434" y="1115"/>
                  </a:cubicBezTo>
                  <a:cubicBezTo>
                    <a:pt x="390" y="1096"/>
                    <a:pt x="362" y="1048"/>
                    <a:pt x="362" y="1000"/>
                  </a:cubicBezTo>
                  <a:lnTo>
                    <a:pt x="362" y="472"/>
                  </a:lnTo>
                  <a:cubicBezTo>
                    <a:pt x="362" y="424"/>
                    <a:pt x="390" y="377"/>
                    <a:pt x="434" y="357"/>
                  </a:cubicBezTo>
                  <a:cubicBezTo>
                    <a:pt x="454" y="348"/>
                    <a:pt x="474" y="344"/>
                    <a:pt x="493" y="344"/>
                  </a:cubicBezTo>
                  <a:close/>
                  <a:moveTo>
                    <a:pt x="491" y="0"/>
                  </a:moveTo>
                  <a:cubicBezTo>
                    <a:pt x="220" y="0"/>
                    <a:pt x="0" y="219"/>
                    <a:pt x="0" y="490"/>
                  </a:cubicBezTo>
                  <a:lnTo>
                    <a:pt x="0" y="969"/>
                  </a:lnTo>
                  <a:cubicBezTo>
                    <a:pt x="0" y="1221"/>
                    <a:pt x="186" y="1442"/>
                    <a:pt x="435" y="1472"/>
                  </a:cubicBezTo>
                  <a:cubicBezTo>
                    <a:pt x="453" y="1474"/>
                    <a:pt x="472" y="1475"/>
                    <a:pt x="490" y="1475"/>
                  </a:cubicBezTo>
                  <a:cubicBezTo>
                    <a:pt x="762" y="1475"/>
                    <a:pt x="983" y="1253"/>
                    <a:pt x="983" y="982"/>
                  </a:cubicBezTo>
                  <a:lnTo>
                    <a:pt x="983" y="490"/>
                  </a:lnTo>
                  <a:cubicBezTo>
                    <a:pt x="984" y="220"/>
                    <a:pt x="763" y="0"/>
                    <a:pt x="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71"/>
            <p:cNvSpPr/>
            <p:nvPr/>
          </p:nvSpPr>
          <p:spPr>
            <a:xfrm>
              <a:off x="5933834" y="3971413"/>
              <a:ext cx="22428" cy="53191"/>
            </a:xfrm>
            <a:custGeom>
              <a:rect b="b" l="l" r="r" t="t"/>
              <a:pathLst>
                <a:path extrusionOk="0" h="1404" w="592">
                  <a:moveTo>
                    <a:pt x="197" y="0"/>
                  </a:moveTo>
                  <a:cubicBezTo>
                    <a:pt x="102" y="0"/>
                    <a:pt x="17" y="71"/>
                    <a:pt x="8" y="165"/>
                  </a:cubicBezTo>
                  <a:cubicBezTo>
                    <a:pt x="0" y="272"/>
                    <a:pt x="84" y="362"/>
                    <a:pt x="190" y="362"/>
                  </a:cubicBezTo>
                  <a:lnTo>
                    <a:pt x="231" y="362"/>
                  </a:lnTo>
                  <a:lnTo>
                    <a:pt x="231" y="1214"/>
                  </a:lnTo>
                  <a:cubicBezTo>
                    <a:pt x="231" y="1310"/>
                    <a:pt x="301" y="1395"/>
                    <a:pt x="395" y="1403"/>
                  </a:cubicBezTo>
                  <a:cubicBezTo>
                    <a:pt x="400" y="1403"/>
                    <a:pt x="406" y="1403"/>
                    <a:pt x="411" y="1403"/>
                  </a:cubicBezTo>
                  <a:cubicBezTo>
                    <a:pt x="512" y="1403"/>
                    <a:pt x="592" y="1323"/>
                    <a:pt x="592" y="1224"/>
                  </a:cubicBezTo>
                  <a:lnTo>
                    <a:pt x="592" y="183"/>
                  </a:lnTo>
                  <a:cubicBezTo>
                    <a:pt x="592" y="82"/>
                    <a:pt x="510" y="0"/>
                    <a:pt x="4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71"/>
            <p:cNvSpPr/>
            <p:nvPr/>
          </p:nvSpPr>
          <p:spPr>
            <a:xfrm>
              <a:off x="5887993" y="3970315"/>
              <a:ext cx="37241" cy="55880"/>
            </a:xfrm>
            <a:custGeom>
              <a:rect b="b" l="l" r="r" t="t"/>
              <a:pathLst>
                <a:path extrusionOk="0" h="1475" w="983">
                  <a:moveTo>
                    <a:pt x="491" y="344"/>
                  </a:moveTo>
                  <a:cubicBezTo>
                    <a:pt x="564" y="344"/>
                    <a:pt x="621" y="402"/>
                    <a:pt x="621" y="474"/>
                  </a:cubicBezTo>
                  <a:lnTo>
                    <a:pt x="621" y="997"/>
                  </a:lnTo>
                  <a:cubicBezTo>
                    <a:pt x="621" y="1070"/>
                    <a:pt x="562" y="1128"/>
                    <a:pt x="491" y="1128"/>
                  </a:cubicBezTo>
                  <a:cubicBezTo>
                    <a:pt x="472" y="1128"/>
                    <a:pt x="452" y="1124"/>
                    <a:pt x="432" y="1115"/>
                  </a:cubicBezTo>
                  <a:cubicBezTo>
                    <a:pt x="388" y="1096"/>
                    <a:pt x="360" y="1048"/>
                    <a:pt x="360" y="1000"/>
                  </a:cubicBezTo>
                  <a:lnTo>
                    <a:pt x="360" y="472"/>
                  </a:lnTo>
                  <a:cubicBezTo>
                    <a:pt x="360" y="424"/>
                    <a:pt x="388" y="377"/>
                    <a:pt x="432" y="357"/>
                  </a:cubicBezTo>
                  <a:cubicBezTo>
                    <a:pt x="452" y="348"/>
                    <a:pt x="472" y="344"/>
                    <a:pt x="491" y="344"/>
                  </a:cubicBezTo>
                  <a:close/>
                  <a:moveTo>
                    <a:pt x="490" y="0"/>
                  </a:moveTo>
                  <a:cubicBezTo>
                    <a:pt x="220" y="0"/>
                    <a:pt x="0" y="219"/>
                    <a:pt x="0" y="490"/>
                  </a:cubicBezTo>
                  <a:lnTo>
                    <a:pt x="0" y="969"/>
                  </a:lnTo>
                  <a:cubicBezTo>
                    <a:pt x="0" y="1221"/>
                    <a:pt x="185" y="1442"/>
                    <a:pt x="435" y="1472"/>
                  </a:cubicBezTo>
                  <a:cubicBezTo>
                    <a:pt x="454" y="1474"/>
                    <a:pt x="472" y="1475"/>
                    <a:pt x="490" y="1475"/>
                  </a:cubicBezTo>
                  <a:cubicBezTo>
                    <a:pt x="761" y="1475"/>
                    <a:pt x="982" y="1253"/>
                    <a:pt x="982" y="982"/>
                  </a:cubicBezTo>
                  <a:lnTo>
                    <a:pt x="982" y="490"/>
                  </a:lnTo>
                  <a:cubicBezTo>
                    <a:pt x="983" y="220"/>
                    <a:pt x="762" y="0"/>
                    <a:pt x="4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71"/>
            <p:cNvSpPr/>
            <p:nvPr/>
          </p:nvSpPr>
          <p:spPr>
            <a:xfrm>
              <a:off x="5725315" y="3831125"/>
              <a:ext cx="22428" cy="53153"/>
            </a:xfrm>
            <a:custGeom>
              <a:rect b="b" l="l" r="r" t="t"/>
              <a:pathLst>
                <a:path extrusionOk="0" h="1403" w="592">
                  <a:moveTo>
                    <a:pt x="197" y="1"/>
                  </a:moveTo>
                  <a:cubicBezTo>
                    <a:pt x="102" y="1"/>
                    <a:pt x="17" y="70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231" y="361"/>
                  </a:lnTo>
                  <a:lnTo>
                    <a:pt x="231" y="1214"/>
                  </a:lnTo>
                  <a:cubicBezTo>
                    <a:pt x="231" y="1309"/>
                    <a:pt x="300" y="1394"/>
                    <a:pt x="394" y="1402"/>
                  </a:cubicBezTo>
                  <a:cubicBezTo>
                    <a:pt x="399" y="1403"/>
                    <a:pt x="405" y="1403"/>
                    <a:pt x="410" y="1403"/>
                  </a:cubicBezTo>
                  <a:cubicBezTo>
                    <a:pt x="510" y="1403"/>
                    <a:pt x="590" y="1322"/>
                    <a:pt x="590" y="1222"/>
                  </a:cubicBezTo>
                  <a:lnTo>
                    <a:pt x="590" y="180"/>
                  </a:lnTo>
                  <a:cubicBezTo>
                    <a:pt x="592" y="83"/>
                    <a:pt x="510" y="1"/>
                    <a:pt x="4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71"/>
            <p:cNvSpPr/>
            <p:nvPr/>
          </p:nvSpPr>
          <p:spPr>
            <a:xfrm>
              <a:off x="5809685" y="3831239"/>
              <a:ext cx="22428" cy="53115"/>
            </a:xfrm>
            <a:custGeom>
              <a:rect b="b" l="l" r="r" t="t"/>
              <a:pathLst>
                <a:path extrusionOk="0" h="1402" w="592">
                  <a:moveTo>
                    <a:pt x="198" y="0"/>
                  </a:moveTo>
                  <a:cubicBezTo>
                    <a:pt x="101" y="0"/>
                    <a:pt x="17" y="69"/>
                    <a:pt x="9" y="163"/>
                  </a:cubicBezTo>
                  <a:cubicBezTo>
                    <a:pt x="1" y="269"/>
                    <a:pt x="85" y="359"/>
                    <a:pt x="189" y="359"/>
                  </a:cubicBezTo>
                  <a:lnTo>
                    <a:pt x="231" y="359"/>
                  </a:lnTo>
                  <a:lnTo>
                    <a:pt x="231" y="1212"/>
                  </a:lnTo>
                  <a:cubicBezTo>
                    <a:pt x="231" y="1307"/>
                    <a:pt x="300" y="1393"/>
                    <a:pt x="395" y="1400"/>
                  </a:cubicBezTo>
                  <a:cubicBezTo>
                    <a:pt x="400" y="1401"/>
                    <a:pt x="406" y="1401"/>
                    <a:pt x="411" y="1401"/>
                  </a:cubicBezTo>
                  <a:cubicBezTo>
                    <a:pt x="512" y="1401"/>
                    <a:pt x="592" y="1321"/>
                    <a:pt x="592" y="1221"/>
                  </a:cubicBezTo>
                  <a:lnTo>
                    <a:pt x="592" y="181"/>
                  </a:lnTo>
                  <a:cubicBezTo>
                    <a:pt x="592" y="81"/>
                    <a:pt x="510" y="0"/>
                    <a:pt x="4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71"/>
            <p:cNvSpPr/>
            <p:nvPr/>
          </p:nvSpPr>
          <p:spPr>
            <a:xfrm>
              <a:off x="5848176" y="3831239"/>
              <a:ext cx="22428" cy="53115"/>
            </a:xfrm>
            <a:custGeom>
              <a:rect b="b" l="l" r="r" t="t"/>
              <a:pathLst>
                <a:path extrusionOk="0" h="1402" w="592">
                  <a:moveTo>
                    <a:pt x="198" y="0"/>
                  </a:moveTo>
                  <a:cubicBezTo>
                    <a:pt x="101" y="0"/>
                    <a:pt x="17" y="69"/>
                    <a:pt x="9" y="163"/>
                  </a:cubicBezTo>
                  <a:cubicBezTo>
                    <a:pt x="1" y="269"/>
                    <a:pt x="85" y="359"/>
                    <a:pt x="189" y="359"/>
                  </a:cubicBezTo>
                  <a:lnTo>
                    <a:pt x="231" y="359"/>
                  </a:lnTo>
                  <a:lnTo>
                    <a:pt x="231" y="1212"/>
                  </a:lnTo>
                  <a:cubicBezTo>
                    <a:pt x="231" y="1307"/>
                    <a:pt x="300" y="1393"/>
                    <a:pt x="395" y="1400"/>
                  </a:cubicBezTo>
                  <a:cubicBezTo>
                    <a:pt x="400" y="1401"/>
                    <a:pt x="406" y="1401"/>
                    <a:pt x="411" y="1401"/>
                  </a:cubicBezTo>
                  <a:cubicBezTo>
                    <a:pt x="511" y="1401"/>
                    <a:pt x="592" y="1321"/>
                    <a:pt x="592" y="1221"/>
                  </a:cubicBezTo>
                  <a:lnTo>
                    <a:pt x="592" y="181"/>
                  </a:lnTo>
                  <a:cubicBezTo>
                    <a:pt x="592" y="81"/>
                    <a:pt x="510" y="0"/>
                    <a:pt x="4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71"/>
            <p:cNvSpPr/>
            <p:nvPr/>
          </p:nvSpPr>
          <p:spPr>
            <a:xfrm>
              <a:off x="5628557" y="3829875"/>
              <a:ext cx="37317" cy="55880"/>
            </a:xfrm>
            <a:custGeom>
              <a:rect b="b" l="l" r="r" t="t"/>
              <a:pathLst>
                <a:path extrusionOk="0" h="1475" w="985">
                  <a:moveTo>
                    <a:pt x="492" y="346"/>
                  </a:moveTo>
                  <a:cubicBezTo>
                    <a:pt x="565" y="346"/>
                    <a:pt x="623" y="404"/>
                    <a:pt x="623" y="477"/>
                  </a:cubicBezTo>
                  <a:lnTo>
                    <a:pt x="623" y="998"/>
                  </a:lnTo>
                  <a:cubicBezTo>
                    <a:pt x="623" y="1070"/>
                    <a:pt x="564" y="1129"/>
                    <a:pt x="492" y="1129"/>
                  </a:cubicBezTo>
                  <a:cubicBezTo>
                    <a:pt x="473" y="1129"/>
                    <a:pt x="453" y="1125"/>
                    <a:pt x="433" y="1116"/>
                  </a:cubicBezTo>
                  <a:cubicBezTo>
                    <a:pt x="388" y="1096"/>
                    <a:pt x="361" y="1049"/>
                    <a:pt x="361" y="1001"/>
                  </a:cubicBezTo>
                  <a:lnTo>
                    <a:pt x="361" y="474"/>
                  </a:lnTo>
                  <a:cubicBezTo>
                    <a:pt x="361" y="426"/>
                    <a:pt x="388" y="379"/>
                    <a:pt x="433" y="359"/>
                  </a:cubicBezTo>
                  <a:cubicBezTo>
                    <a:pt x="453" y="350"/>
                    <a:pt x="473" y="346"/>
                    <a:pt x="492" y="346"/>
                  </a:cubicBezTo>
                  <a:close/>
                  <a:moveTo>
                    <a:pt x="492" y="0"/>
                  </a:moveTo>
                  <a:cubicBezTo>
                    <a:pt x="221" y="0"/>
                    <a:pt x="1" y="220"/>
                    <a:pt x="1" y="492"/>
                  </a:cubicBezTo>
                  <a:lnTo>
                    <a:pt x="1" y="969"/>
                  </a:lnTo>
                  <a:cubicBezTo>
                    <a:pt x="1" y="1222"/>
                    <a:pt x="185" y="1443"/>
                    <a:pt x="435" y="1472"/>
                  </a:cubicBezTo>
                  <a:cubicBezTo>
                    <a:pt x="454" y="1474"/>
                    <a:pt x="473" y="1475"/>
                    <a:pt x="491" y="1475"/>
                  </a:cubicBezTo>
                  <a:cubicBezTo>
                    <a:pt x="763" y="1475"/>
                    <a:pt x="984" y="1255"/>
                    <a:pt x="984" y="984"/>
                  </a:cubicBezTo>
                  <a:lnTo>
                    <a:pt x="984" y="492"/>
                  </a:lnTo>
                  <a:cubicBezTo>
                    <a:pt x="983" y="220"/>
                    <a:pt x="763" y="0"/>
                    <a:pt x="4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71"/>
            <p:cNvSpPr/>
            <p:nvPr/>
          </p:nvSpPr>
          <p:spPr>
            <a:xfrm>
              <a:off x="5678148" y="3829837"/>
              <a:ext cx="37317" cy="55918"/>
            </a:xfrm>
            <a:custGeom>
              <a:rect b="b" l="l" r="r" t="t"/>
              <a:pathLst>
                <a:path extrusionOk="0" h="1476" w="985">
                  <a:moveTo>
                    <a:pt x="493" y="347"/>
                  </a:moveTo>
                  <a:cubicBezTo>
                    <a:pt x="512" y="347"/>
                    <a:pt x="532" y="351"/>
                    <a:pt x="552" y="360"/>
                  </a:cubicBezTo>
                  <a:cubicBezTo>
                    <a:pt x="597" y="380"/>
                    <a:pt x="624" y="427"/>
                    <a:pt x="624" y="475"/>
                  </a:cubicBezTo>
                  <a:lnTo>
                    <a:pt x="624" y="1002"/>
                  </a:lnTo>
                  <a:cubicBezTo>
                    <a:pt x="624" y="1050"/>
                    <a:pt x="597" y="1097"/>
                    <a:pt x="552" y="1117"/>
                  </a:cubicBezTo>
                  <a:cubicBezTo>
                    <a:pt x="532" y="1126"/>
                    <a:pt x="512" y="1130"/>
                    <a:pt x="493" y="1130"/>
                  </a:cubicBezTo>
                  <a:cubicBezTo>
                    <a:pt x="421" y="1130"/>
                    <a:pt x="362" y="1071"/>
                    <a:pt x="362" y="999"/>
                  </a:cubicBezTo>
                  <a:lnTo>
                    <a:pt x="362" y="478"/>
                  </a:lnTo>
                  <a:cubicBezTo>
                    <a:pt x="362" y="405"/>
                    <a:pt x="421" y="347"/>
                    <a:pt x="493" y="347"/>
                  </a:cubicBezTo>
                  <a:close/>
                  <a:moveTo>
                    <a:pt x="494" y="0"/>
                  </a:moveTo>
                  <a:cubicBezTo>
                    <a:pt x="223" y="0"/>
                    <a:pt x="1" y="221"/>
                    <a:pt x="1" y="493"/>
                  </a:cubicBezTo>
                  <a:lnTo>
                    <a:pt x="1" y="985"/>
                  </a:lnTo>
                  <a:cubicBezTo>
                    <a:pt x="1" y="1255"/>
                    <a:pt x="222" y="1475"/>
                    <a:pt x="493" y="1475"/>
                  </a:cubicBezTo>
                  <a:cubicBezTo>
                    <a:pt x="764" y="1475"/>
                    <a:pt x="984" y="1255"/>
                    <a:pt x="984" y="985"/>
                  </a:cubicBezTo>
                  <a:lnTo>
                    <a:pt x="984" y="506"/>
                  </a:lnTo>
                  <a:cubicBezTo>
                    <a:pt x="984" y="254"/>
                    <a:pt x="800" y="33"/>
                    <a:pt x="550" y="4"/>
                  </a:cubicBezTo>
                  <a:cubicBezTo>
                    <a:pt x="531" y="1"/>
                    <a:pt x="513" y="0"/>
                    <a:pt x="4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71"/>
            <p:cNvSpPr/>
            <p:nvPr/>
          </p:nvSpPr>
          <p:spPr>
            <a:xfrm>
              <a:off x="5761343" y="3829875"/>
              <a:ext cx="37279" cy="55880"/>
            </a:xfrm>
            <a:custGeom>
              <a:rect b="b" l="l" r="r" t="t"/>
              <a:pathLst>
                <a:path extrusionOk="0" h="1475" w="984">
                  <a:moveTo>
                    <a:pt x="493" y="345"/>
                  </a:moveTo>
                  <a:cubicBezTo>
                    <a:pt x="566" y="345"/>
                    <a:pt x="623" y="403"/>
                    <a:pt x="623" y="476"/>
                  </a:cubicBezTo>
                  <a:lnTo>
                    <a:pt x="623" y="998"/>
                  </a:lnTo>
                  <a:cubicBezTo>
                    <a:pt x="623" y="1070"/>
                    <a:pt x="564" y="1129"/>
                    <a:pt x="493" y="1129"/>
                  </a:cubicBezTo>
                  <a:cubicBezTo>
                    <a:pt x="474" y="1129"/>
                    <a:pt x="454" y="1125"/>
                    <a:pt x="434" y="1116"/>
                  </a:cubicBezTo>
                  <a:cubicBezTo>
                    <a:pt x="390" y="1096"/>
                    <a:pt x="362" y="1049"/>
                    <a:pt x="362" y="1001"/>
                  </a:cubicBezTo>
                  <a:lnTo>
                    <a:pt x="362" y="473"/>
                  </a:lnTo>
                  <a:cubicBezTo>
                    <a:pt x="362" y="425"/>
                    <a:pt x="390" y="377"/>
                    <a:pt x="434" y="358"/>
                  </a:cubicBezTo>
                  <a:cubicBezTo>
                    <a:pt x="454" y="349"/>
                    <a:pt x="474" y="345"/>
                    <a:pt x="493" y="345"/>
                  </a:cubicBezTo>
                  <a:close/>
                  <a:moveTo>
                    <a:pt x="491" y="0"/>
                  </a:moveTo>
                  <a:cubicBezTo>
                    <a:pt x="220" y="0"/>
                    <a:pt x="0" y="220"/>
                    <a:pt x="0" y="492"/>
                  </a:cubicBezTo>
                  <a:lnTo>
                    <a:pt x="0" y="969"/>
                  </a:lnTo>
                  <a:cubicBezTo>
                    <a:pt x="0" y="1222"/>
                    <a:pt x="186" y="1443"/>
                    <a:pt x="435" y="1472"/>
                  </a:cubicBezTo>
                  <a:cubicBezTo>
                    <a:pt x="454" y="1474"/>
                    <a:pt x="472" y="1475"/>
                    <a:pt x="490" y="1475"/>
                  </a:cubicBezTo>
                  <a:cubicBezTo>
                    <a:pt x="762" y="1475"/>
                    <a:pt x="983" y="1255"/>
                    <a:pt x="983" y="984"/>
                  </a:cubicBezTo>
                  <a:lnTo>
                    <a:pt x="983" y="492"/>
                  </a:lnTo>
                  <a:cubicBezTo>
                    <a:pt x="984" y="220"/>
                    <a:pt x="763" y="0"/>
                    <a:pt x="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71"/>
            <p:cNvSpPr/>
            <p:nvPr/>
          </p:nvSpPr>
          <p:spPr>
            <a:xfrm>
              <a:off x="5933834" y="3831239"/>
              <a:ext cx="22428" cy="53115"/>
            </a:xfrm>
            <a:custGeom>
              <a:rect b="b" l="l" r="r" t="t"/>
              <a:pathLst>
                <a:path extrusionOk="0" h="1402" w="592">
                  <a:moveTo>
                    <a:pt x="197" y="0"/>
                  </a:moveTo>
                  <a:cubicBezTo>
                    <a:pt x="102" y="0"/>
                    <a:pt x="17" y="69"/>
                    <a:pt x="8" y="163"/>
                  </a:cubicBezTo>
                  <a:cubicBezTo>
                    <a:pt x="0" y="269"/>
                    <a:pt x="84" y="359"/>
                    <a:pt x="190" y="359"/>
                  </a:cubicBezTo>
                  <a:lnTo>
                    <a:pt x="231" y="359"/>
                  </a:lnTo>
                  <a:lnTo>
                    <a:pt x="231" y="1212"/>
                  </a:lnTo>
                  <a:cubicBezTo>
                    <a:pt x="231" y="1307"/>
                    <a:pt x="301" y="1393"/>
                    <a:pt x="395" y="1400"/>
                  </a:cubicBezTo>
                  <a:cubicBezTo>
                    <a:pt x="400" y="1401"/>
                    <a:pt x="406" y="1401"/>
                    <a:pt x="411" y="1401"/>
                  </a:cubicBezTo>
                  <a:cubicBezTo>
                    <a:pt x="512" y="1401"/>
                    <a:pt x="592" y="1321"/>
                    <a:pt x="592" y="1221"/>
                  </a:cubicBezTo>
                  <a:lnTo>
                    <a:pt x="592" y="181"/>
                  </a:lnTo>
                  <a:cubicBezTo>
                    <a:pt x="592" y="81"/>
                    <a:pt x="510" y="0"/>
                    <a:pt x="4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71"/>
            <p:cNvSpPr/>
            <p:nvPr/>
          </p:nvSpPr>
          <p:spPr>
            <a:xfrm>
              <a:off x="5887993" y="3829875"/>
              <a:ext cx="37241" cy="55880"/>
            </a:xfrm>
            <a:custGeom>
              <a:rect b="b" l="l" r="r" t="t"/>
              <a:pathLst>
                <a:path extrusionOk="0" h="1475" w="983">
                  <a:moveTo>
                    <a:pt x="491" y="346"/>
                  </a:moveTo>
                  <a:cubicBezTo>
                    <a:pt x="564" y="346"/>
                    <a:pt x="621" y="404"/>
                    <a:pt x="621" y="477"/>
                  </a:cubicBezTo>
                  <a:lnTo>
                    <a:pt x="621" y="998"/>
                  </a:lnTo>
                  <a:cubicBezTo>
                    <a:pt x="621" y="1070"/>
                    <a:pt x="562" y="1129"/>
                    <a:pt x="491" y="1129"/>
                  </a:cubicBezTo>
                  <a:cubicBezTo>
                    <a:pt x="472" y="1129"/>
                    <a:pt x="452" y="1125"/>
                    <a:pt x="432" y="1116"/>
                  </a:cubicBezTo>
                  <a:cubicBezTo>
                    <a:pt x="388" y="1096"/>
                    <a:pt x="360" y="1049"/>
                    <a:pt x="360" y="1001"/>
                  </a:cubicBezTo>
                  <a:lnTo>
                    <a:pt x="360" y="474"/>
                  </a:lnTo>
                  <a:cubicBezTo>
                    <a:pt x="360" y="426"/>
                    <a:pt x="388" y="379"/>
                    <a:pt x="432" y="359"/>
                  </a:cubicBezTo>
                  <a:cubicBezTo>
                    <a:pt x="452" y="350"/>
                    <a:pt x="472" y="346"/>
                    <a:pt x="491" y="346"/>
                  </a:cubicBezTo>
                  <a:close/>
                  <a:moveTo>
                    <a:pt x="490" y="0"/>
                  </a:moveTo>
                  <a:cubicBezTo>
                    <a:pt x="220" y="0"/>
                    <a:pt x="0" y="220"/>
                    <a:pt x="0" y="492"/>
                  </a:cubicBezTo>
                  <a:lnTo>
                    <a:pt x="0" y="969"/>
                  </a:lnTo>
                  <a:cubicBezTo>
                    <a:pt x="0" y="1222"/>
                    <a:pt x="185" y="1443"/>
                    <a:pt x="435" y="1472"/>
                  </a:cubicBezTo>
                  <a:cubicBezTo>
                    <a:pt x="454" y="1474"/>
                    <a:pt x="472" y="1475"/>
                    <a:pt x="490" y="1475"/>
                  </a:cubicBezTo>
                  <a:cubicBezTo>
                    <a:pt x="761" y="1475"/>
                    <a:pt x="982" y="1255"/>
                    <a:pt x="982" y="984"/>
                  </a:cubicBezTo>
                  <a:lnTo>
                    <a:pt x="982" y="492"/>
                  </a:lnTo>
                  <a:cubicBezTo>
                    <a:pt x="983" y="220"/>
                    <a:pt x="762" y="0"/>
                    <a:pt x="4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71"/>
            <p:cNvSpPr/>
            <p:nvPr/>
          </p:nvSpPr>
          <p:spPr>
            <a:xfrm>
              <a:off x="5710464" y="3900796"/>
              <a:ext cx="37279" cy="55880"/>
            </a:xfrm>
            <a:custGeom>
              <a:rect b="b" l="l" r="r" t="t"/>
              <a:pathLst>
                <a:path extrusionOk="0" h="1475" w="984">
                  <a:moveTo>
                    <a:pt x="492" y="345"/>
                  </a:moveTo>
                  <a:cubicBezTo>
                    <a:pt x="565" y="345"/>
                    <a:pt x="623" y="404"/>
                    <a:pt x="623" y="476"/>
                  </a:cubicBezTo>
                  <a:lnTo>
                    <a:pt x="623" y="998"/>
                  </a:lnTo>
                  <a:cubicBezTo>
                    <a:pt x="623" y="1070"/>
                    <a:pt x="563" y="1129"/>
                    <a:pt x="491" y="1129"/>
                  </a:cubicBezTo>
                  <a:cubicBezTo>
                    <a:pt x="472" y="1129"/>
                    <a:pt x="452" y="1125"/>
                    <a:pt x="432" y="1115"/>
                  </a:cubicBezTo>
                  <a:cubicBezTo>
                    <a:pt x="388" y="1097"/>
                    <a:pt x="361" y="1049"/>
                    <a:pt x="361" y="1000"/>
                  </a:cubicBezTo>
                  <a:lnTo>
                    <a:pt x="361" y="473"/>
                  </a:lnTo>
                  <a:cubicBezTo>
                    <a:pt x="361" y="424"/>
                    <a:pt x="388" y="377"/>
                    <a:pt x="432" y="358"/>
                  </a:cubicBezTo>
                  <a:cubicBezTo>
                    <a:pt x="453" y="349"/>
                    <a:pt x="473" y="345"/>
                    <a:pt x="492" y="345"/>
                  </a:cubicBezTo>
                  <a:close/>
                  <a:moveTo>
                    <a:pt x="492" y="0"/>
                  </a:moveTo>
                  <a:cubicBezTo>
                    <a:pt x="220" y="0"/>
                    <a:pt x="0" y="220"/>
                    <a:pt x="0" y="491"/>
                  </a:cubicBezTo>
                  <a:lnTo>
                    <a:pt x="0" y="969"/>
                  </a:lnTo>
                  <a:cubicBezTo>
                    <a:pt x="0" y="1222"/>
                    <a:pt x="185" y="1443"/>
                    <a:pt x="435" y="1472"/>
                  </a:cubicBezTo>
                  <a:cubicBezTo>
                    <a:pt x="454" y="1474"/>
                    <a:pt x="473" y="1475"/>
                    <a:pt x="492" y="1475"/>
                  </a:cubicBezTo>
                  <a:cubicBezTo>
                    <a:pt x="762" y="1475"/>
                    <a:pt x="984" y="1254"/>
                    <a:pt x="984" y="984"/>
                  </a:cubicBezTo>
                  <a:lnTo>
                    <a:pt x="984" y="491"/>
                  </a:lnTo>
                  <a:cubicBezTo>
                    <a:pt x="984" y="220"/>
                    <a:pt x="762" y="0"/>
                    <a:pt x="4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71"/>
            <p:cNvSpPr/>
            <p:nvPr/>
          </p:nvSpPr>
          <p:spPr>
            <a:xfrm>
              <a:off x="5899093" y="3901932"/>
              <a:ext cx="22466" cy="53153"/>
            </a:xfrm>
            <a:custGeom>
              <a:rect b="b" l="l" r="r" t="t"/>
              <a:pathLst>
                <a:path extrusionOk="0" h="1403" w="593">
                  <a:moveTo>
                    <a:pt x="197" y="0"/>
                  </a:moveTo>
                  <a:cubicBezTo>
                    <a:pt x="102" y="0"/>
                    <a:pt x="17" y="70"/>
                    <a:pt x="9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231" y="361"/>
                  </a:lnTo>
                  <a:lnTo>
                    <a:pt x="231" y="1222"/>
                  </a:lnTo>
                  <a:cubicBezTo>
                    <a:pt x="231" y="1321"/>
                    <a:pt x="312" y="1403"/>
                    <a:pt x="411" y="1403"/>
                  </a:cubicBezTo>
                  <a:cubicBezTo>
                    <a:pt x="511" y="1403"/>
                    <a:pt x="592" y="1321"/>
                    <a:pt x="592" y="1222"/>
                  </a:cubicBezTo>
                  <a:lnTo>
                    <a:pt x="592" y="183"/>
                  </a:lnTo>
                  <a:cubicBezTo>
                    <a:pt x="592" y="82"/>
                    <a:pt x="511" y="0"/>
                    <a:pt x="4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71"/>
            <p:cNvSpPr/>
            <p:nvPr/>
          </p:nvSpPr>
          <p:spPr>
            <a:xfrm>
              <a:off x="5933834" y="3901932"/>
              <a:ext cx="22466" cy="53153"/>
            </a:xfrm>
            <a:custGeom>
              <a:rect b="b" l="l" r="r" t="t"/>
              <a:pathLst>
                <a:path extrusionOk="0" h="1403" w="593">
                  <a:moveTo>
                    <a:pt x="199" y="0"/>
                  </a:moveTo>
                  <a:cubicBezTo>
                    <a:pt x="103" y="0"/>
                    <a:pt x="18" y="70"/>
                    <a:pt x="10" y="164"/>
                  </a:cubicBezTo>
                  <a:cubicBezTo>
                    <a:pt x="0" y="272"/>
                    <a:pt x="84" y="361"/>
                    <a:pt x="190" y="361"/>
                  </a:cubicBezTo>
                  <a:lnTo>
                    <a:pt x="231" y="361"/>
                  </a:lnTo>
                  <a:lnTo>
                    <a:pt x="231" y="1213"/>
                  </a:lnTo>
                  <a:cubicBezTo>
                    <a:pt x="231" y="1309"/>
                    <a:pt x="301" y="1393"/>
                    <a:pt x="396" y="1402"/>
                  </a:cubicBezTo>
                  <a:cubicBezTo>
                    <a:pt x="401" y="1402"/>
                    <a:pt x="406" y="1402"/>
                    <a:pt x="411" y="1402"/>
                  </a:cubicBezTo>
                  <a:cubicBezTo>
                    <a:pt x="512" y="1402"/>
                    <a:pt x="593" y="1322"/>
                    <a:pt x="593" y="1222"/>
                  </a:cubicBezTo>
                  <a:lnTo>
                    <a:pt x="593" y="183"/>
                  </a:lnTo>
                  <a:cubicBezTo>
                    <a:pt x="593" y="82"/>
                    <a:pt x="511" y="0"/>
                    <a:pt x="4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71"/>
            <p:cNvSpPr/>
            <p:nvPr/>
          </p:nvSpPr>
          <p:spPr>
            <a:xfrm>
              <a:off x="5799835" y="3900796"/>
              <a:ext cx="37279" cy="55880"/>
            </a:xfrm>
            <a:custGeom>
              <a:rect b="b" l="l" r="r" t="t"/>
              <a:pathLst>
                <a:path extrusionOk="0" h="1475" w="984">
                  <a:moveTo>
                    <a:pt x="492" y="345"/>
                  </a:moveTo>
                  <a:cubicBezTo>
                    <a:pt x="564" y="345"/>
                    <a:pt x="622" y="404"/>
                    <a:pt x="622" y="476"/>
                  </a:cubicBezTo>
                  <a:lnTo>
                    <a:pt x="622" y="998"/>
                  </a:lnTo>
                  <a:cubicBezTo>
                    <a:pt x="622" y="1070"/>
                    <a:pt x="564" y="1129"/>
                    <a:pt x="492" y="1129"/>
                  </a:cubicBezTo>
                  <a:cubicBezTo>
                    <a:pt x="473" y="1129"/>
                    <a:pt x="453" y="1125"/>
                    <a:pt x="433" y="1115"/>
                  </a:cubicBezTo>
                  <a:cubicBezTo>
                    <a:pt x="388" y="1097"/>
                    <a:pt x="360" y="1049"/>
                    <a:pt x="360" y="1000"/>
                  </a:cubicBezTo>
                  <a:lnTo>
                    <a:pt x="360" y="473"/>
                  </a:lnTo>
                  <a:cubicBezTo>
                    <a:pt x="360" y="424"/>
                    <a:pt x="388" y="377"/>
                    <a:pt x="433" y="358"/>
                  </a:cubicBezTo>
                  <a:cubicBezTo>
                    <a:pt x="453" y="349"/>
                    <a:pt x="473" y="345"/>
                    <a:pt x="492" y="345"/>
                  </a:cubicBezTo>
                  <a:close/>
                  <a:moveTo>
                    <a:pt x="491" y="0"/>
                  </a:moveTo>
                  <a:cubicBezTo>
                    <a:pt x="220" y="0"/>
                    <a:pt x="0" y="220"/>
                    <a:pt x="0" y="491"/>
                  </a:cubicBezTo>
                  <a:lnTo>
                    <a:pt x="0" y="969"/>
                  </a:lnTo>
                  <a:cubicBezTo>
                    <a:pt x="0" y="1222"/>
                    <a:pt x="185" y="1443"/>
                    <a:pt x="435" y="1472"/>
                  </a:cubicBezTo>
                  <a:cubicBezTo>
                    <a:pt x="454" y="1474"/>
                    <a:pt x="473" y="1475"/>
                    <a:pt x="492" y="1475"/>
                  </a:cubicBezTo>
                  <a:cubicBezTo>
                    <a:pt x="763" y="1475"/>
                    <a:pt x="983" y="1254"/>
                    <a:pt x="983" y="984"/>
                  </a:cubicBezTo>
                  <a:lnTo>
                    <a:pt x="983" y="491"/>
                  </a:lnTo>
                  <a:cubicBezTo>
                    <a:pt x="984" y="220"/>
                    <a:pt x="763" y="0"/>
                    <a:pt x="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71"/>
            <p:cNvSpPr/>
            <p:nvPr/>
          </p:nvSpPr>
          <p:spPr>
            <a:xfrm>
              <a:off x="5849502" y="3899507"/>
              <a:ext cx="37241" cy="55918"/>
            </a:xfrm>
            <a:custGeom>
              <a:rect b="b" l="l" r="r" t="t"/>
              <a:pathLst>
                <a:path extrusionOk="0" h="1476" w="983">
                  <a:moveTo>
                    <a:pt x="491" y="346"/>
                  </a:moveTo>
                  <a:cubicBezTo>
                    <a:pt x="564" y="346"/>
                    <a:pt x="621" y="404"/>
                    <a:pt x="621" y="477"/>
                  </a:cubicBezTo>
                  <a:lnTo>
                    <a:pt x="621" y="998"/>
                  </a:lnTo>
                  <a:cubicBezTo>
                    <a:pt x="621" y="1071"/>
                    <a:pt x="562" y="1129"/>
                    <a:pt x="491" y="1129"/>
                  </a:cubicBezTo>
                  <a:cubicBezTo>
                    <a:pt x="472" y="1129"/>
                    <a:pt x="452" y="1125"/>
                    <a:pt x="432" y="1116"/>
                  </a:cubicBezTo>
                  <a:cubicBezTo>
                    <a:pt x="388" y="1096"/>
                    <a:pt x="360" y="1049"/>
                    <a:pt x="360" y="1001"/>
                  </a:cubicBezTo>
                  <a:lnTo>
                    <a:pt x="360" y="474"/>
                  </a:lnTo>
                  <a:cubicBezTo>
                    <a:pt x="360" y="426"/>
                    <a:pt x="388" y="379"/>
                    <a:pt x="432" y="359"/>
                  </a:cubicBezTo>
                  <a:cubicBezTo>
                    <a:pt x="452" y="350"/>
                    <a:pt x="472" y="346"/>
                    <a:pt x="491" y="346"/>
                  </a:cubicBezTo>
                  <a:close/>
                  <a:moveTo>
                    <a:pt x="491" y="1"/>
                  </a:moveTo>
                  <a:cubicBezTo>
                    <a:pt x="219" y="1"/>
                    <a:pt x="0" y="220"/>
                    <a:pt x="0" y="492"/>
                  </a:cubicBezTo>
                  <a:lnTo>
                    <a:pt x="0" y="969"/>
                  </a:lnTo>
                  <a:cubicBezTo>
                    <a:pt x="0" y="1222"/>
                    <a:pt x="185" y="1443"/>
                    <a:pt x="435" y="1472"/>
                  </a:cubicBezTo>
                  <a:cubicBezTo>
                    <a:pt x="454" y="1474"/>
                    <a:pt x="472" y="1475"/>
                    <a:pt x="490" y="1475"/>
                  </a:cubicBezTo>
                  <a:cubicBezTo>
                    <a:pt x="761" y="1475"/>
                    <a:pt x="982" y="1255"/>
                    <a:pt x="982" y="984"/>
                  </a:cubicBezTo>
                  <a:lnTo>
                    <a:pt x="982" y="492"/>
                  </a:lnTo>
                  <a:cubicBezTo>
                    <a:pt x="983" y="220"/>
                    <a:pt x="762" y="1"/>
                    <a:pt x="4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9" name="Google Shape;2589;p71"/>
          <p:cNvGrpSpPr/>
          <p:nvPr/>
        </p:nvGrpSpPr>
        <p:grpSpPr>
          <a:xfrm>
            <a:off x="4739232" y="4189360"/>
            <a:ext cx="449547" cy="388878"/>
            <a:chOff x="4749208" y="3762250"/>
            <a:chExt cx="476669" cy="412340"/>
          </a:xfrm>
        </p:grpSpPr>
        <p:sp>
          <p:nvSpPr>
            <p:cNvPr id="2590" name="Google Shape;2590;p71"/>
            <p:cNvSpPr/>
            <p:nvPr/>
          </p:nvSpPr>
          <p:spPr>
            <a:xfrm>
              <a:off x="4796981" y="3845824"/>
              <a:ext cx="39476" cy="84067"/>
            </a:xfrm>
            <a:custGeom>
              <a:rect b="b" l="l" r="r" t="t"/>
              <a:pathLst>
                <a:path extrusionOk="0" h="2219" w="1042">
                  <a:moveTo>
                    <a:pt x="855" y="0"/>
                  </a:moveTo>
                  <a:cubicBezTo>
                    <a:pt x="520" y="0"/>
                    <a:pt x="248" y="244"/>
                    <a:pt x="248" y="543"/>
                  </a:cubicBezTo>
                  <a:lnTo>
                    <a:pt x="248" y="814"/>
                  </a:lnTo>
                  <a:cubicBezTo>
                    <a:pt x="230" y="890"/>
                    <a:pt x="197" y="919"/>
                    <a:pt x="146" y="937"/>
                  </a:cubicBezTo>
                  <a:cubicBezTo>
                    <a:pt x="86" y="959"/>
                    <a:pt x="36" y="1006"/>
                    <a:pt x="22" y="1068"/>
                  </a:cubicBezTo>
                  <a:cubicBezTo>
                    <a:pt x="0" y="1161"/>
                    <a:pt x="53" y="1251"/>
                    <a:pt x="140" y="1280"/>
                  </a:cubicBezTo>
                  <a:cubicBezTo>
                    <a:pt x="193" y="1298"/>
                    <a:pt x="230" y="1325"/>
                    <a:pt x="248" y="1406"/>
                  </a:cubicBezTo>
                  <a:lnTo>
                    <a:pt x="248" y="1676"/>
                  </a:lnTo>
                  <a:cubicBezTo>
                    <a:pt x="248" y="1973"/>
                    <a:pt x="515" y="2214"/>
                    <a:pt x="845" y="2219"/>
                  </a:cubicBezTo>
                  <a:cubicBezTo>
                    <a:pt x="845" y="2219"/>
                    <a:pt x="846" y="2219"/>
                    <a:pt x="847" y="2219"/>
                  </a:cubicBezTo>
                  <a:cubicBezTo>
                    <a:pt x="942" y="2219"/>
                    <a:pt x="1029" y="2146"/>
                    <a:pt x="1035" y="2050"/>
                  </a:cubicBezTo>
                  <a:cubicBezTo>
                    <a:pt x="1042" y="1945"/>
                    <a:pt x="960" y="1857"/>
                    <a:pt x="856" y="1857"/>
                  </a:cubicBezTo>
                  <a:cubicBezTo>
                    <a:pt x="722" y="1857"/>
                    <a:pt x="609" y="1774"/>
                    <a:pt x="609" y="1675"/>
                  </a:cubicBezTo>
                  <a:lnTo>
                    <a:pt x="609" y="1387"/>
                  </a:lnTo>
                  <a:cubicBezTo>
                    <a:pt x="609" y="1377"/>
                    <a:pt x="607" y="1366"/>
                    <a:pt x="606" y="1356"/>
                  </a:cubicBezTo>
                  <a:cubicBezTo>
                    <a:pt x="588" y="1251"/>
                    <a:pt x="549" y="1170"/>
                    <a:pt x="501" y="1109"/>
                  </a:cubicBezTo>
                  <a:cubicBezTo>
                    <a:pt x="548" y="1047"/>
                    <a:pt x="586" y="967"/>
                    <a:pt x="606" y="862"/>
                  </a:cubicBezTo>
                  <a:cubicBezTo>
                    <a:pt x="606" y="856"/>
                    <a:pt x="607" y="844"/>
                    <a:pt x="607" y="833"/>
                  </a:cubicBezTo>
                  <a:lnTo>
                    <a:pt x="607" y="544"/>
                  </a:lnTo>
                  <a:cubicBezTo>
                    <a:pt x="607" y="446"/>
                    <a:pt x="719" y="364"/>
                    <a:pt x="851" y="362"/>
                  </a:cubicBezTo>
                  <a:cubicBezTo>
                    <a:pt x="946" y="361"/>
                    <a:pt x="1029" y="287"/>
                    <a:pt x="1034" y="192"/>
                  </a:cubicBezTo>
                  <a:cubicBezTo>
                    <a:pt x="1040" y="87"/>
                    <a:pt x="957" y="0"/>
                    <a:pt x="8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71"/>
            <p:cNvSpPr/>
            <p:nvPr/>
          </p:nvSpPr>
          <p:spPr>
            <a:xfrm>
              <a:off x="5043082" y="3887422"/>
              <a:ext cx="39476" cy="84067"/>
            </a:xfrm>
            <a:custGeom>
              <a:rect b="b" l="l" r="r" t="t"/>
              <a:pathLst>
                <a:path extrusionOk="0" h="2219" w="1042">
                  <a:moveTo>
                    <a:pt x="193" y="0"/>
                  </a:moveTo>
                  <a:cubicBezTo>
                    <a:pt x="98" y="0"/>
                    <a:pt x="13" y="74"/>
                    <a:pt x="6" y="169"/>
                  </a:cubicBezTo>
                  <a:cubicBezTo>
                    <a:pt x="0" y="273"/>
                    <a:pt x="82" y="361"/>
                    <a:pt x="185" y="361"/>
                  </a:cubicBezTo>
                  <a:cubicBezTo>
                    <a:pt x="320" y="361"/>
                    <a:pt x="433" y="445"/>
                    <a:pt x="433" y="544"/>
                  </a:cubicBezTo>
                  <a:lnTo>
                    <a:pt x="433" y="832"/>
                  </a:lnTo>
                  <a:cubicBezTo>
                    <a:pt x="433" y="841"/>
                    <a:pt x="435" y="853"/>
                    <a:pt x="436" y="861"/>
                  </a:cubicBezTo>
                  <a:cubicBezTo>
                    <a:pt x="454" y="966"/>
                    <a:pt x="492" y="1047"/>
                    <a:pt x="541" y="1108"/>
                  </a:cubicBezTo>
                  <a:cubicBezTo>
                    <a:pt x="493" y="1170"/>
                    <a:pt x="454" y="1252"/>
                    <a:pt x="436" y="1356"/>
                  </a:cubicBezTo>
                  <a:cubicBezTo>
                    <a:pt x="435" y="1367"/>
                    <a:pt x="433" y="1377"/>
                    <a:pt x="433" y="1388"/>
                  </a:cubicBezTo>
                  <a:lnTo>
                    <a:pt x="433" y="1676"/>
                  </a:lnTo>
                  <a:cubicBezTo>
                    <a:pt x="433" y="1773"/>
                    <a:pt x="322" y="1856"/>
                    <a:pt x="190" y="1857"/>
                  </a:cubicBezTo>
                  <a:cubicBezTo>
                    <a:pt x="94" y="1859"/>
                    <a:pt x="12" y="1932"/>
                    <a:pt x="6" y="2028"/>
                  </a:cubicBezTo>
                  <a:cubicBezTo>
                    <a:pt x="0" y="2132"/>
                    <a:pt x="84" y="2218"/>
                    <a:pt x="185" y="2218"/>
                  </a:cubicBezTo>
                  <a:cubicBezTo>
                    <a:pt x="521" y="2218"/>
                    <a:pt x="793" y="1975"/>
                    <a:pt x="793" y="1677"/>
                  </a:cubicBezTo>
                  <a:lnTo>
                    <a:pt x="793" y="1406"/>
                  </a:lnTo>
                  <a:cubicBezTo>
                    <a:pt x="810" y="1330"/>
                    <a:pt x="843" y="1302"/>
                    <a:pt x="892" y="1284"/>
                  </a:cubicBezTo>
                  <a:cubicBezTo>
                    <a:pt x="953" y="1262"/>
                    <a:pt x="1002" y="1215"/>
                    <a:pt x="1017" y="1153"/>
                  </a:cubicBezTo>
                  <a:cubicBezTo>
                    <a:pt x="1041" y="1058"/>
                    <a:pt x="989" y="968"/>
                    <a:pt x="902" y="939"/>
                  </a:cubicBezTo>
                  <a:cubicBezTo>
                    <a:pt x="848" y="921"/>
                    <a:pt x="812" y="892"/>
                    <a:pt x="794" y="813"/>
                  </a:cubicBezTo>
                  <a:lnTo>
                    <a:pt x="794" y="542"/>
                  </a:lnTo>
                  <a:cubicBezTo>
                    <a:pt x="794" y="246"/>
                    <a:pt x="527" y="5"/>
                    <a:pt x="197" y="0"/>
                  </a:cubicBezTo>
                  <a:cubicBezTo>
                    <a:pt x="196" y="0"/>
                    <a:pt x="194" y="0"/>
                    <a:pt x="1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71"/>
            <p:cNvSpPr/>
            <p:nvPr/>
          </p:nvSpPr>
          <p:spPr>
            <a:xfrm>
              <a:off x="4853392" y="3860372"/>
              <a:ext cx="34021" cy="13676"/>
            </a:xfrm>
            <a:custGeom>
              <a:rect b="b" l="l" r="r" t="t"/>
              <a:pathLst>
                <a:path extrusionOk="0" h="361" w="898">
                  <a:moveTo>
                    <a:pt x="198" y="1"/>
                  </a:moveTo>
                  <a:cubicBezTo>
                    <a:pt x="102" y="1"/>
                    <a:pt x="18" y="70"/>
                    <a:pt x="9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699" y="360"/>
                  </a:lnTo>
                  <a:cubicBezTo>
                    <a:pt x="795" y="360"/>
                    <a:pt x="881" y="291"/>
                    <a:pt x="888" y="197"/>
                  </a:cubicBezTo>
                  <a:cubicBezTo>
                    <a:pt x="897" y="90"/>
                    <a:pt x="814" y="1"/>
                    <a:pt x="7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71"/>
            <p:cNvSpPr/>
            <p:nvPr/>
          </p:nvSpPr>
          <p:spPr>
            <a:xfrm>
              <a:off x="4854377" y="3993159"/>
              <a:ext cx="121535" cy="13676"/>
            </a:xfrm>
            <a:custGeom>
              <a:rect b="b" l="l" r="r" t="t"/>
              <a:pathLst>
                <a:path extrusionOk="0" h="361" w="3208">
                  <a:moveTo>
                    <a:pt x="199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3011" y="361"/>
                  </a:lnTo>
                  <a:cubicBezTo>
                    <a:pt x="3106" y="361"/>
                    <a:pt x="3191" y="290"/>
                    <a:pt x="3200" y="196"/>
                  </a:cubicBezTo>
                  <a:cubicBezTo>
                    <a:pt x="3208" y="90"/>
                    <a:pt x="3124" y="0"/>
                    <a:pt x="30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71"/>
            <p:cNvSpPr/>
            <p:nvPr/>
          </p:nvSpPr>
          <p:spPr>
            <a:xfrm>
              <a:off x="4853392" y="3913752"/>
              <a:ext cx="34021" cy="13639"/>
            </a:xfrm>
            <a:custGeom>
              <a:rect b="b" l="l" r="r" t="t"/>
              <a:pathLst>
                <a:path extrusionOk="0" h="360" w="898">
                  <a:moveTo>
                    <a:pt x="198" y="1"/>
                  </a:moveTo>
                  <a:cubicBezTo>
                    <a:pt x="102" y="1"/>
                    <a:pt x="18" y="70"/>
                    <a:pt x="9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699" y="360"/>
                  </a:lnTo>
                  <a:cubicBezTo>
                    <a:pt x="795" y="360"/>
                    <a:pt x="881" y="291"/>
                    <a:pt x="888" y="196"/>
                  </a:cubicBezTo>
                  <a:cubicBezTo>
                    <a:pt x="897" y="89"/>
                    <a:pt x="814" y="1"/>
                    <a:pt x="7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71"/>
            <p:cNvSpPr/>
            <p:nvPr/>
          </p:nvSpPr>
          <p:spPr>
            <a:xfrm>
              <a:off x="4853429" y="3939817"/>
              <a:ext cx="34021" cy="13676"/>
            </a:xfrm>
            <a:custGeom>
              <a:rect b="b" l="l" r="r" t="t"/>
              <a:pathLst>
                <a:path extrusionOk="0" h="361" w="898">
                  <a:moveTo>
                    <a:pt x="199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1"/>
                    <a:pt x="85" y="361"/>
                    <a:pt x="189" y="361"/>
                  </a:cubicBezTo>
                  <a:lnTo>
                    <a:pt x="700" y="361"/>
                  </a:lnTo>
                  <a:cubicBezTo>
                    <a:pt x="796" y="361"/>
                    <a:pt x="881" y="292"/>
                    <a:pt x="889" y="198"/>
                  </a:cubicBezTo>
                  <a:cubicBezTo>
                    <a:pt x="897" y="90"/>
                    <a:pt x="814" y="1"/>
                    <a:pt x="7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71"/>
            <p:cNvSpPr/>
            <p:nvPr/>
          </p:nvSpPr>
          <p:spPr>
            <a:xfrm>
              <a:off x="4942876" y="3967132"/>
              <a:ext cx="34021" cy="13639"/>
            </a:xfrm>
            <a:custGeom>
              <a:rect b="b" l="l" r="r" t="t"/>
              <a:pathLst>
                <a:path extrusionOk="0" h="360" w="898">
                  <a:moveTo>
                    <a:pt x="199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0"/>
                    <a:pt x="84" y="359"/>
                    <a:pt x="189" y="359"/>
                  </a:cubicBezTo>
                  <a:lnTo>
                    <a:pt x="699" y="359"/>
                  </a:lnTo>
                  <a:cubicBezTo>
                    <a:pt x="795" y="359"/>
                    <a:pt x="880" y="290"/>
                    <a:pt x="888" y="196"/>
                  </a:cubicBezTo>
                  <a:cubicBezTo>
                    <a:pt x="897" y="89"/>
                    <a:pt x="813" y="0"/>
                    <a:pt x="7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71"/>
            <p:cNvSpPr/>
            <p:nvPr/>
          </p:nvSpPr>
          <p:spPr>
            <a:xfrm>
              <a:off x="4853846" y="3967132"/>
              <a:ext cx="72853" cy="13639"/>
            </a:xfrm>
            <a:custGeom>
              <a:rect b="b" l="l" r="r" t="t"/>
              <a:pathLst>
                <a:path extrusionOk="0" h="360" w="1923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0"/>
                    <a:pt x="84" y="359"/>
                    <a:pt x="189" y="359"/>
                  </a:cubicBezTo>
                  <a:lnTo>
                    <a:pt x="1724" y="359"/>
                  </a:lnTo>
                  <a:cubicBezTo>
                    <a:pt x="1820" y="359"/>
                    <a:pt x="1905" y="290"/>
                    <a:pt x="1913" y="196"/>
                  </a:cubicBezTo>
                  <a:cubicBezTo>
                    <a:pt x="1922" y="89"/>
                    <a:pt x="1838" y="0"/>
                    <a:pt x="1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71"/>
            <p:cNvSpPr/>
            <p:nvPr/>
          </p:nvSpPr>
          <p:spPr>
            <a:xfrm>
              <a:off x="4903362" y="3913752"/>
              <a:ext cx="33983" cy="13639"/>
            </a:xfrm>
            <a:custGeom>
              <a:rect b="b" l="l" r="r" t="t"/>
              <a:pathLst>
                <a:path extrusionOk="0" h="360" w="897">
                  <a:moveTo>
                    <a:pt x="197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08" y="360"/>
                  </a:lnTo>
                  <a:cubicBezTo>
                    <a:pt x="813" y="360"/>
                    <a:pt x="897" y="271"/>
                    <a:pt x="888" y="164"/>
                  </a:cubicBezTo>
                  <a:cubicBezTo>
                    <a:pt x="880" y="70"/>
                    <a:pt x="793" y="1"/>
                    <a:pt x="6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71"/>
            <p:cNvSpPr/>
            <p:nvPr/>
          </p:nvSpPr>
          <p:spPr>
            <a:xfrm>
              <a:off x="4948445" y="3913752"/>
              <a:ext cx="69746" cy="13639"/>
            </a:xfrm>
            <a:custGeom>
              <a:rect b="b" l="l" r="r" t="t"/>
              <a:pathLst>
                <a:path extrusionOk="0" h="360" w="1841">
                  <a:moveTo>
                    <a:pt x="197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1660" y="360"/>
                  </a:lnTo>
                  <a:cubicBezTo>
                    <a:pt x="1760" y="360"/>
                    <a:pt x="1840" y="279"/>
                    <a:pt x="1840" y="180"/>
                  </a:cubicBezTo>
                  <a:cubicBezTo>
                    <a:pt x="1839" y="80"/>
                    <a:pt x="1760" y="1"/>
                    <a:pt x="1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71"/>
            <p:cNvSpPr/>
            <p:nvPr/>
          </p:nvSpPr>
          <p:spPr>
            <a:xfrm>
              <a:off x="4853429" y="4024187"/>
              <a:ext cx="34021" cy="13676"/>
            </a:xfrm>
            <a:custGeom>
              <a:rect b="b" l="l" r="r" t="t"/>
              <a:pathLst>
                <a:path extrusionOk="0" h="361" w="898">
                  <a:moveTo>
                    <a:pt x="199" y="0"/>
                  </a:moveTo>
                  <a:cubicBezTo>
                    <a:pt x="103" y="0"/>
                    <a:pt x="18" y="70"/>
                    <a:pt x="10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700" y="361"/>
                  </a:lnTo>
                  <a:cubicBezTo>
                    <a:pt x="796" y="361"/>
                    <a:pt x="881" y="291"/>
                    <a:pt x="889" y="197"/>
                  </a:cubicBezTo>
                  <a:cubicBezTo>
                    <a:pt x="897" y="91"/>
                    <a:pt x="814" y="0"/>
                    <a:pt x="7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71"/>
            <p:cNvSpPr/>
            <p:nvPr/>
          </p:nvSpPr>
          <p:spPr>
            <a:xfrm>
              <a:off x="4853429" y="4051502"/>
              <a:ext cx="34021" cy="13714"/>
            </a:xfrm>
            <a:custGeom>
              <a:rect b="b" l="l" r="r" t="t"/>
              <a:pathLst>
                <a:path extrusionOk="0" h="362" w="898">
                  <a:moveTo>
                    <a:pt x="199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700" y="361"/>
                  </a:lnTo>
                  <a:cubicBezTo>
                    <a:pt x="796" y="361"/>
                    <a:pt x="881" y="292"/>
                    <a:pt x="889" y="198"/>
                  </a:cubicBezTo>
                  <a:cubicBezTo>
                    <a:pt x="897" y="90"/>
                    <a:pt x="814" y="1"/>
                    <a:pt x="7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71"/>
            <p:cNvSpPr/>
            <p:nvPr/>
          </p:nvSpPr>
          <p:spPr>
            <a:xfrm>
              <a:off x="4903324" y="4024187"/>
              <a:ext cx="34021" cy="13676"/>
            </a:xfrm>
            <a:custGeom>
              <a:rect b="b" l="l" r="r" t="t"/>
              <a:pathLst>
                <a:path extrusionOk="0" h="361" w="898">
                  <a:moveTo>
                    <a:pt x="198" y="0"/>
                  </a:moveTo>
                  <a:cubicBezTo>
                    <a:pt x="103" y="0"/>
                    <a:pt x="18" y="70"/>
                    <a:pt x="10" y="165"/>
                  </a:cubicBezTo>
                  <a:cubicBezTo>
                    <a:pt x="0" y="272"/>
                    <a:pt x="85" y="361"/>
                    <a:pt x="190" y="361"/>
                  </a:cubicBezTo>
                  <a:lnTo>
                    <a:pt x="700" y="361"/>
                  </a:lnTo>
                  <a:cubicBezTo>
                    <a:pt x="795" y="361"/>
                    <a:pt x="881" y="291"/>
                    <a:pt x="889" y="197"/>
                  </a:cubicBezTo>
                  <a:cubicBezTo>
                    <a:pt x="898" y="91"/>
                    <a:pt x="814" y="0"/>
                    <a:pt x="7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71"/>
            <p:cNvSpPr/>
            <p:nvPr/>
          </p:nvSpPr>
          <p:spPr>
            <a:xfrm>
              <a:off x="4947990" y="4024187"/>
              <a:ext cx="28944" cy="13676"/>
            </a:xfrm>
            <a:custGeom>
              <a:rect b="b" l="l" r="r" t="t"/>
              <a:pathLst>
                <a:path extrusionOk="0" h="361" w="764">
                  <a:moveTo>
                    <a:pt x="198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566" y="361"/>
                  </a:lnTo>
                  <a:cubicBezTo>
                    <a:pt x="662" y="361"/>
                    <a:pt x="746" y="291"/>
                    <a:pt x="755" y="197"/>
                  </a:cubicBezTo>
                  <a:cubicBezTo>
                    <a:pt x="763" y="91"/>
                    <a:pt x="679" y="0"/>
                    <a:pt x="5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71"/>
            <p:cNvSpPr/>
            <p:nvPr/>
          </p:nvSpPr>
          <p:spPr>
            <a:xfrm>
              <a:off x="4904536" y="3860372"/>
              <a:ext cx="150517" cy="13676"/>
            </a:xfrm>
            <a:custGeom>
              <a:rect b="b" l="l" r="r" t="t"/>
              <a:pathLst>
                <a:path extrusionOk="0" h="361" w="3973">
                  <a:moveTo>
                    <a:pt x="199" y="1"/>
                  </a:moveTo>
                  <a:cubicBezTo>
                    <a:pt x="103" y="1"/>
                    <a:pt x="19" y="70"/>
                    <a:pt x="11" y="164"/>
                  </a:cubicBezTo>
                  <a:cubicBezTo>
                    <a:pt x="1" y="271"/>
                    <a:pt x="86" y="360"/>
                    <a:pt x="190" y="360"/>
                  </a:cubicBezTo>
                  <a:lnTo>
                    <a:pt x="3774" y="360"/>
                  </a:lnTo>
                  <a:cubicBezTo>
                    <a:pt x="3870" y="360"/>
                    <a:pt x="3956" y="291"/>
                    <a:pt x="3963" y="197"/>
                  </a:cubicBezTo>
                  <a:cubicBezTo>
                    <a:pt x="3972" y="90"/>
                    <a:pt x="3889" y="1"/>
                    <a:pt x="37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71"/>
            <p:cNvSpPr/>
            <p:nvPr/>
          </p:nvSpPr>
          <p:spPr>
            <a:xfrm>
              <a:off x="4854831" y="3886399"/>
              <a:ext cx="162640" cy="13714"/>
            </a:xfrm>
            <a:custGeom>
              <a:rect b="b" l="l" r="r" t="t"/>
              <a:pathLst>
                <a:path extrusionOk="0" h="362" w="4293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095" y="361"/>
                  </a:lnTo>
                  <a:cubicBezTo>
                    <a:pt x="4190" y="361"/>
                    <a:pt x="4275" y="291"/>
                    <a:pt x="4283" y="197"/>
                  </a:cubicBezTo>
                  <a:cubicBezTo>
                    <a:pt x="4293" y="90"/>
                    <a:pt x="4208" y="1"/>
                    <a:pt x="4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71"/>
            <p:cNvSpPr/>
            <p:nvPr/>
          </p:nvSpPr>
          <p:spPr>
            <a:xfrm>
              <a:off x="4749208" y="3762250"/>
              <a:ext cx="476669" cy="412340"/>
            </a:xfrm>
            <a:custGeom>
              <a:rect b="b" l="l" r="r" t="t"/>
              <a:pathLst>
                <a:path extrusionOk="0" h="10884" w="12582">
                  <a:moveTo>
                    <a:pt x="10457" y="6457"/>
                  </a:moveTo>
                  <a:cubicBezTo>
                    <a:pt x="10523" y="6457"/>
                    <a:pt x="10582" y="6489"/>
                    <a:pt x="10618" y="6542"/>
                  </a:cubicBezTo>
                  <a:lnTo>
                    <a:pt x="10908" y="6980"/>
                  </a:lnTo>
                  <a:lnTo>
                    <a:pt x="9146" y="6980"/>
                  </a:lnTo>
                  <a:lnTo>
                    <a:pt x="8798" y="6457"/>
                  </a:lnTo>
                  <a:close/>
                  <a:moveTo>
                    <a:pt x="9699" y="1639"/>
                  </a:moveTo>
                  <a:lnTo>
                    <a:pt x="9699" y="6095"/>
                  </a:lnTo>
                  <a:lnTo>
                    <a:pt x="6988" y="6095"/>
                  </a:lnTo>
                  <a:cubicBezTo>
                    <a:pt x="6675" y="6095"/>
                    <a:pt x="6422" y="6349"/>
                    <a:pt x="6422" y="6662"/>
                  </a:cubicBezTo>
                  <a:lnTo>
                    <a:pt x="6422" y="8552"/>
                  </a:lnTo>
                  <a:lnTo>
                    <a:pt x="522" y="8552"/>
                  </a:lnTo>
                  <a:cubicBezTo>
                    <a:pt x="433" y="8552"/>
                    <a:pt x="360" y="8480"/>
                    <a:pt x="360" y="8390"/>
                  </a:cubicBezTo>
                  <a:lnTo>
                    <a:pt x="360" y="1639"/>
                  </a:lnTo>
                  <a:close/>
                  <a:moveTo>
                    <a:pt x="2737" y="1"/>
                  </a:moveTo>
                  <a:cubicBezTo>
                    <a:pt x="2717" y="1"/>
                    <a:pt x="2699" y="9"/>
                    <a:pt x="2686" y="23"/>
                  </a:cubicBezTo>
                  <a:cubicBezTo>
                    <a:pt x="2536" y="178"/>
                    <a:pt x="2644" y="362"/>
                    <a:pt x="2799" y="362"/>
                  </a:cubicBezTo>
                  <a:lnTo>
                    <a:pt x="9538" y="362"/>
                  </a:lnTo>
                  <a:cubicBezTo>
                    <a:pt x="9627" y="362"/>
                    <a:pt x="9700" y="435"/>
                    <a:pt x="9700" y="524"/>
                  </a:cubicBezTo>
                  <a:lnTo>
                    <a:pt x="9700" y="1247"/>
                  </a:lnTo>
                  <a:lnTo>
                    <a:pt x="362" y="1247"/>
                  </a:lnTo>
                  <a:lnTo>
                    <a:pt x="362" y="523"/>
                  </a:lnTo>
                  <a:cubicBezTo>
                    <a:pt x="362" y="434"/>
                    <a:pt x="433" y="363"/>
                    <a:pt x="521" y="363"/>
                  </a:cubicBezTo>
                  <a:lnTo>
                    <a:pt x="1887" y="363"/>
                  </a:lnTo>
                  <a:cubicBezTo>
                    <a:pt x="1982" y="363"/>
                    <a:pt x="2067" y="294"/>
                    <a:pt x="2075" y="200"/>
                  </a:cubicBezTo>
                  <a:cubicBezTo>
                    <a:pt x="2085" y="93"/>
                    <a:pt x="2000" y="4"/>
                    <a:pt x="1895" y="4"/>
                  </a:cubicBezTo>
                  <a:lnTo>
                    <a:pt x="530" y="4"/>
                  </a:lnTo>
                  <a:cubicBezTo>
                    <a:pt x="237" y="4"/>
                    <a:pt x="0" y="241"/>
                    <a:pt x="0" y="534"/>
                  </a:cubicBezTo>
                  <a:lnTo>
                    <a:pt x="0" y="8385"/>
                  </a:lnTo>
                  <a:cubicBezTo>
                    <a:pt x="0" y="8678"/>
                    <a:pt x="237" y="8915"/>
                    <a:pt x="530" y="8915"/>
                  </a:cubicBezTo>
                  <a:lnTo>
                    <a:pt x="6454" y="8915"/>
                  </a:lnTo>
                  <a:lnTo>
                    <a:pt x="6454" y="10690"/>
                  </a:lnTo>
                  <a:cubicBezTo>
                    <a:pt x="6454" y="10795"/>
                    <a:pt x="6539" y="10882"/>
                    <a:pt x="6646" y="10882"/>
                  </a:cubicBezTo>
                  <a:lnTo>
                    <a:pt x="9623" y="10882"/>
                  </a:lnTo>
                  <a:cubicBezTo>
                    <a:pt x="9637" y="10882"/>
                    <a:pt x="9650" y="10876"/>
                    <a:pt x="9659" y="10867"/>
                  </a:cubicBezTo>
                  <a:cubicBezTo>
                    <a:pt x="9817" y="10710"/>
                    <a:pt x="9710" y="10521"/>
                    <a:pt x="9557" y="10521"/>
                  </a:cubicBezTo>
                  <a:lnTo>
                    <a:pt x="6906" y="10521"/>
                  </a:lnTo>
                  <a:cubicBezTo>
                    <a:pt x="6856" y="10521"/>
                    <a:pt x="6814" y="10481"/>
                    <a:pt x="6814" y="10430"/>
                  </a:cubicBezTo>
                  <a:lnTo>
                    <a:pt x="6814" y="6657"/>
                  </a:lnTo>
                  <a:cubicBezTo>
                    <a:pt x="6814" y="6547"/>
                    <a:pt x="6904" y="6459"/>
                    <a:pt x="7012" y="6459"/>
                  </a:cubicBezTo>
                  <a:lnTo>
                    <a:pt x="8223" y="6459"/>
                  </a:lnTo>
                  <a:cubicBezTo>
                    <a:pt x="8290" y="6459"/>
                    <a:pt x="8351" y="6493"/>
                    <a:pt x="8388" y="6548"/>
                  </a:cubicBezTo>
                  <a:lnTo>
                    <a:pt x="8877" y="7293"/>
                  </a:lnTo>
                  <a:cubicBezTo>
                    <a:pt x="8910" y="7346"/>
                    <a:pt x="8968" y="7377"/>
                    <a:pt x="9030" y="7377"/>
                  </a:cubicBezTo>
                  <a:lnTo>
                    <a:pt x="11883" y="7377"/>
                  </a:lnTo>
                  <a:cubicBezTo>
                    <a:pt x="12068" y="7377"/>
                    <a:pt x="12220" y="7527"/>
                    <a:pt x="12220" y="7714"/>
                  </a:cubicBezTo>
                  <a:lnTo>
                    <a:pt x="12220" y="10431"/>
                  </a:lnTo>
                  <a:cubicBezTo>
                    <a:pt x="12220" y="10481"/>
                    <a:pt x="12179" y="10522"/>
                    <a:pt x="12129" y="10522"/>
                  </a:cubicBezTo>
                  <a:lnTo>
                    <a:pt x="10446" y="10522"/>
                  </a:lnTo>
                  <a:cubicBezTo>
                    <a:pt x="10433" y="10522"/>
                    <a:pt x="10419" y="10528"/>
                    <a:pt x="10411" y="10537"/>
                  </a:cubicBezTo>
                  <a:cubicBezTo>
                    <a:pt x="10251" y="10693"/>
                    <a:pt x="10360" y="10884"/>
                    <a:pt x="10513" y="10884"/>
                  </a:cubicBezTo>
                  <a:lnTo>
                    <a:pt x="12390" y="10884"/>
                  </a:lnTo>
                  <a:cubicBezTo>
                    <a:pt x="12494" y="10884"/>
                    <a:pt x="12581" y="10799"/>
                    <a:pt x="12581" y="10693"/>
                  </a:cubicBezTo>
                  <a:lnTo>
                    <a:pt x="12581" y="7730"/>
                  </a:lnTo>
                  <a:cubicBezTo>
                    <a:pt x="12581" y="7333"/>
                    <a:pt x="12265" y="7013"/>
                    <a:pt x="11875" y="7013"/>
                  </a:cubicBezTo>
                  <a:lnTo>
                    <a:pt x="11378" y="7013"/>
                  </a:lnTo>
                  <a:lnTo>
                    <a:pt x="10945" y="6352"/>
                  </a:lnTo>
                  <a:cubicBezTo>
                    <a:pt x="10840" y="6191"/>
                    <a:pt x="10661" y="6095"/>
                    <a:pt x="10472" y="6095"/>
                  </a:cubicBezTo>
                  <a:lnTo>
                    <a:pt x="10058" y="6095"/>
                  </a:lnTo>
                  <a:lnTo>
                    <a:pt x="10058" y="192"/>
                  </a:lnTo>
                  <a:cubicBezTo>
                    <a:pt x="10058" y="86"/>
                    <a:pt x="9973" y="1"/>
                    <a:pt x="98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7" name="Google Shape;2607;p71"/>
          <p:cNvGrpSpPr/>
          <p:nvPr/>
        </p:nvGrpSpPr>
        <p:grpSpPr>
          <a:xfrm>
            <a:off x="3941788" y="4158991"/>
            <a:ext cx="449547" cy="449547"/>
            <a:chOff x="3903652" y="3730048"/>
            <a:chExt cx="476669" cy="476669"/>
          </a:xfrm>
        </p:grpSpPr>
        <p:sp>
          <p:nvSpPr>
            <p:cNvPr id="2608" name="Google Shape;2608;p71"/>
            <p:cNvSpPr/>
            <p:nvPr/>
          </p:nvSpPr>
          <p:spPr>
            <a:xfrm>
              <a:off x="3971315" y="3980733"/>
              <a:ext cx="53039" cy="13676"/>
            </a:xfrm>
            <a:custGeom>
              <a:rect b="b" l="l" r="r" t="t"/>
              <a:pathLst>
                <a:path extrusionOk="0" h="361" w="1400">
                  <a:moveTo>
                    <a:pt x="197" y="0"/>
                  </a:moveTo>
                  <a:cubicBezTo>
                    <a:pt x="102" y="0"/>
                    <a:pt x="17" y="71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202" y="361"/>
                  </a:lnTo>
                  <a:cubicBezTo>
                    <a:pt x="1297" y="361"/>
                    <a:pt x="1383" y="292"/>
                    <a:pt x="1390" y="197"/>
                  </a:cubicBezTo>
                  <a:cubicBezTo>
                    <a:pt x="1399" y="89"/>
                    <a:pt x="1316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71"/>
            <p:cNvSpPr/>
            <p:nvPr/>
          </p:nvSpPr>
          <p:spPr>
            <a:xfrm>
              <a:off x="3972717" y="4010586"/>
              <a:ext cx="151426" cy="13639"/>
            </a:xfrm>
            <a:custGeom>
              <a:rect b="b" l="l" r="r" t="t"/>
              <a:pathLst>
                <a:path extrusionOk="0" h="360" w="3997">
                  <a:moveTo>
                    <a:pt x="181" y="0"/>
                  </a:moveTo>
                  <a:cubicBezTo>
                    <a:pt x="82" y="0"/>
                    <a:pt x="1" y="80"/>
                    <a:pt x="1" y="179"/>
                  </a:cubicBezTo>
                  <a:cubicBezTo>
                    <a:pt x="1" y="279"/>
                    <a:pt x="82" y="359"/>
                    <a:pt x="181" y="359"/>
                  </a:cubicBezTo>
                  <a:lnTo>
                    <a:pt x="3799" y="359"/>
                  </a:lnTo>
                  <a:cubicBezTo>
                    <a:pt x="3894" y="359"/>
                    <a:pt x="3980" y="290"/>
                    <a:pt x="3987" y="196"/>
                  </a:cubicBezTo>
                  <a:cubicBezTo>
                    <a:pt x="3997" y="89"/>
                    <a:pt x="3913" y="0"/>
                    <a:pt x="38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71"/>
            <p:cNvSpPr/>
            <p:nvPr/>
          </p:nvSpPr>
          <p:spPr>
            <a:xfrm>
              <a:off x="4078037" y="4039076"/>
              <a:ext cx="47280" cy="13676"/>
            </a:xfrm>
            <a:custGeom>
              <a:rect b="b" l="l" r="r" t="t"/>
              <a:pathLst>
                <a:path extrusionOk="0" h="361" w="1248">
                  <a:moveTo>
                    <a:pt x="197" y="0"/>
                  </a:moveTo>
                  <a:cubicBezTo>
                    <a:pt x="102" y="0"/>
                    <a:pt x="17" y="70"/>
                    <a:pt x="9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1050" y="360"/>
                  </a:lnTo>
                  <a:cubicBezTo>
                    <a:pt x="1145" y="360"/>
                    <a:pt x="1231" y="291"/>
                    <a:pt x="1239" y="197"/>
                  </a:cubicBezTo>
                  <a:cubicBezTo>
                    <a:pt x="1248" y="91"/>
                    <a:pt x="1164" y="0"/>
                    <a:pt x="10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71"/>
            <p:cNvSpPr/>
            <p:nvPr/>
          </p:nvSpPr>
          <p:spPr>
            <a:xfrm>
              <a:off x="3971694" y="4039152"/>
              <a:ext cx="87173" cy="13639"/>
            </a:xfrm>
            <a:custGeom>
              <a:rect b="b" l="l" r="r" t="t"/>
              <a:pathLst>
                <a:path extrusionOk="0" h="360" w="2301">
                  <a:moveTo>
                    <a:pt x="198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1" y="269"/>
                    <a:pt x="84" y="359"/>
                    <a:pt x="189" y="359"/>
                  </a:cubicBezTo>
                  <a:lnTo>
                    <a:pt x="2103" y="359"/>
                  </a:lnTo>
                  <a:cubicBezTo>
                    <a:pt x="2198" y="359"/>
                    <a:pt x="2284" y="290"/>
                    <a:pt x="2291" y="196"/>
                  </a:cubicBezTo>
                  <a:cubicBezTo>
                    <a:pt x="2301" y="89"/>
                    <a:pt x="2217" y="0"/>
                    <a:pt x="2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71"/>
            <p:cNvSpPr/>
            <p:nvPr/>
          </p:nvSpPr>
          <p:spPr>
            <a:xfrm>
              <a:off x="3972414" y="4068891"/>
              <a:ext cx="151729" cy="13639"/>
            </a:xfrm>
            <a:custGeom>
              <a:rect b="b" l="l" r="r" t="t"/>
              <a:pathLst>
                <a:path extrusionOk="0" h="360" w="4005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3807" y="360"/>
                  </a:lnTo>
                  <a:cubicBezTo>
                    <a:pt x="3902" y="360"/>
                    <a:pt x="3988" y="291"/>
                    <a:pt x="3995" y="197"/>
                  </a:cubicBezTo>
                  <a:cubicBezTo>
                    <a:pt x="4005" y="90"/>
                    <a:pt x="3921" y="1"/>
                    <a:pt x="38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71"/>
            <p:cNvSpPr/>
            <p:nvPr/>
          </p:nvSpPr>
          <p:spPr>
            <a:xfrm>
              <a:off x="3972414" y="4098707"/>
              <a:ext cx="151729" cy="13676"/>
            </a:xfrm>
            <a:custGeom>
              <a:rect b="b" l="l" r="r" t="t"/>
              <a:pathLst>
                <a:path extrusionOk="0" h="361" w="4005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1" y="271"/>
                    <a:pt x="84" y="361"/>
                    <a:pt x="189" y="361"/>
                  </a:cubicBezTo>
                  <a:lnTo>
                    <a:pt x="3807" y="361"/>
                  </a:lnTo>
                  <a:cubicBezTo>
                    <a:pt x="3902" y="361"/>
                    <a:pt x="3988" y="290"/>
                    <a:pt x="3995" y="196"/>
                  </a:cubicBezTo>
                  <a:cubicBezTo>
                    <a:pt x="4005" y="89"/>
                    <a:pt x="3921" y="0"/>
                    <a:pt x="38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71"/>
            <p:cNvSpPr/>
            <p:nvPr/>
          </p:nvSpPr>
          <p:spPr>
            <a:xfrm>
              <a:off x="4032727" y="4128447"/>
              <a:ext cx="92098" cy="13714"/>
            </a:xfrm>
            <a:custGeom>
              <a:rect b="b" l="l" r="r" t="t"/>
              <a:pathLst>
                <a:path extrusionOk="0" h="362" w="2431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2233" y="361"/>
                  </a:lnTo>
                  <a:cubicBezTo>
                    <a:pt x="2329" y="361"/>
                    <a:pt x="2414" y="291"/>
                    <a:pt x="2422" y="197"/>
                  </a:cubicBezTo>
                  <a:cubicBezTo>
                    <a:pt x="2430" y="91"/>
                    <a:pt x="2347" y="1"/>
                    <a:pt x="2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71"/>
            <p:cNvSpPr/>
            <p:nvPr/>
          </p:nvSpPr>
          <p:spPr>
            <a:xfrm>
              <a:off x="3971201" y="4128484"/>
              <a:ext cx="41749" cy="13714"/>
            </a:xfrm>
            <a:custGeom>
              <a:rect b="b" l="l" r="r" t="t"/>
              <a:pathLst>
                <a:path extrusionOk="0" h="362" w="1102">
                  <a:moveTo>
                    <a:pt x="198" y="1"/>
                  </a:moveTo>
                  <a:cubicBezTo>
                    <a:pt x="103" y="1"/>
                    <a:pt x="17" y="70"/>
                    <a:pt x="9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905" y="361"/>
                  </a:lnTo>
                  <a:cubicBezTo>
                    <a:pt x="1000" y="361"/>
                    <a:pt x="1085" y="292"/>
                    <a:pt x="1093" y="198"/>
                  </a:cubicBezTo>
                  <a:cubicBezTo>
                    <a:pt x="1102" y="90"/>
                    <a:pt x="1019" y="1"/>
                    <a:pt x="9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71"/>
            <p:cNvSpPr/>
            <p:nvPr/>
          </p:nvSpPr>
          <p:spPr>
            <a:xfrm>
              <a:off x="3972414" y="4158262"/>
              <a:ext cx="151729" cy="13676"/>
            </a:xfrm>
            <a:custGeom>
              <a:rect b="b" l="l" r="r" t="t"/>
              <a:pathLst>
                <a:path extrusionOk="0" h="361" w="4005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3807" y="361"/>
                  </a:lnTo>
                  <a:cubicBezTo>
                    <a:pt x="3902" y="361"/>
                    <a:pt x="3988" y="291"/>
                    <a:pt x="3995" y="197"/>
                  </a:cubicBezTo>
                  <a:cubicBezTo>
                    <a:pt x="4005" y="89"/>
                    <a:pt x="3921" y="0"/>
                    <a:pt x="38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71"/>
            <p:cNvSpPr/>
            <p:nvPr/>
          </p:nvSpPr>
          <p:spPr>
            <a:xfrm>
              <a:off x="4159717" y="4128484"/>
              <a:ext cx="151729" cy="13714"/>
            </a:xfrm>
            <a:custGeom>
              <a:rect b="b" l="l" r="r" t="t"/>
              <a:pathLst>
                <a:path extrusionOk="0" h="362" w="4005">
                  <a:moveTo>
                    <a:pt x="198" y="1"/>
                  </a:moveTo>
                  <a:cubicBezTo>
                    <a:pt x="103" y="1"/>
                    <a:pt x="18" y="70"/>
                    <a:pt x="9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3806" y="361"/>
                  </a:lnTo>
                  <a:cubicBezTo>
                    <a:pt x="3901" y="361"/>
                    <a:pt x="3987" y="292"/>
                    <a:pt x="3995" y="198"/>
                  </a:cubicBezTo>
                  <a:cubicBezTo>
                    <a:pt x="4004" y="90"/>
                    <a:pt x="3920" y="1"/>
                    <a:pt x="38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71"/>
            <p:cNvSpPr/>
            <p:nvPr/>
          </p:nvSpPr>
          <p:spPr>
            <a:xfrm>
              <a:off x="4225940" y="4158262"/>
              <a:ext cx="86264" cy="13676"/>
            </a:xfrm>
            <a:custGeom>
              <a:rect b="b" l="l" r="r" t="t"/>
              <a:pathLst>
                <a:path extrusionOk="0" h="361" w="2277">
                  <a:moveTo>
                    <a:pt x="198" y="0"/>
                  </a:moveTo>
                  <a:cubicBezTo>
                    <a:pt x="103" y="0"/>
                    <a:pt x="17" y="69"/>
                    <a:pt x="9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2078" y="361"/>
                  </a:lnTo>
                  <a:cubicBezTo>
                    <a:pt x="2173" y="361"/>
                    <a:pt x="2258" y="291"/>
                    <a:pt x="2266" y="197"/>
                  </a:cubicBezTo>
                  <a:cubicBezTo>
                    <a:pt x="2277" y="89"/>
                    <a:pt x="2193" y="0"/>
                    <a:pt x="20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71"/>
            <p:cNvSpPr/>
            <p:nvPr/>
          </p:nvSpPr>
          <p:spPr>
            <a:xfrm>
              <a:off x="4158505" y="4158262"/>
              <a:ext cx="47887" cy="13676"/>
            </a:xfrm>
            <a:custGeom>
              <a:rect b="b" l="l" r="r" t="t"/>
              <a:pathLst>
                <a:path extrusionOk="0" h="361" w="1264">
                  <a:moveTo>
                    <a:pt x="200" y="0"/>
                  </a:moveTo>
                  <a:cubicBezTo>
                    <a:pt x="104" y="0"/>
                    <a:pt x="19" y="69"/>
                    <a:pt x="11" y="164"/>
                  </a:cubicBezTo>
                  <a:cubicBezTo>
                    <a:pt x="1" y="272"/>
                    <a:pt x="84" y="361"/>
                    <a:pt x="191" y="361"/>
                  </a:cubicBezTo>
                  <a:lnTo>
                    <a:pt x="1067" y="361"/>
                  </a:lnTo>
                  <a:cubicBezTo>
                    <a:pt x="1162" y="361"/>
                    <a:pt x="1247" y="291"/>
                    <a:pt x="1255" y="197"/>
                  </a:cubicBezTo>
                  <a:cubicBezTo>
                    <a:pt x="1264" y="89"/>
                    <a:pt x="1181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71"/>
            <p:cNvSpPr/>
            <p:nvPr/>
          </p:nvSpPr>
          <p:spPr>
            <a:xfrm>
              <a:off x="4158619" y="3980733"/>
              <a:ext cx="53039" cy="13676"/>
            </a:xfrm>
            <a:custGeom>
              <a:rect b="b" l="l" r="r" t="t"/>
              <a:pathLst>
                <a:path extrusionOk="0" h="361" w="1400">
                  <a:moveTo>
                    <a:pt x="199" y="0"/>
                  </a:moveTo>
                  <a:cubicBezTo>
                    <a:pt x="102" y="0"/>
                    <a:pt x="17" y="71"/>
                    <a:pt x="10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202" y="361"/>
                  </a:lnTo>
                  <a:cubicBezTo>
                    <a:pt x="1298" y="361"/>
                    <a:pt x="1383" y="292"/>
                    <a:pt x="1391" y="197"/>
                  </a:cubicBezTo>
                  <a:cubicBezTo>
                    <a:pt x="1400" y="89"/>
                    <a:pt x="1316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71"/>
            <p:cNvSpPr/>
            <p:nvPr/>
          </p:nvSpPr>
          <p:spPr>
            <a:xfrm>
              <a:off x="4217795" y="4010586"/>
              <a:ext cx="94258" cy="13639"/>
            </a:xfrm>
            <a:custGeom>
              <a:rect b="b" l="l" r="r" t="t"/>
              <a:pathLst>
                <a:path extrusionOk="0" h="360" w="2488">
                  <a:moveTo>
                    <a:pt x="198" y="0"/>
                  </a:moveTo>
                  <a:cubicBezTo>
                    <a:pt x="102" y="0"/>
                    <a:pt x="17" y="69"/>
                    <a:pt x="10" y="163"/>
                  </a:cubicBezTo>
                  <a:cubicBezTo>
                    <a:pt x="0" y="270"/>
                    <a:pt x="84" y="359"/>
                    <a:pt x="189" y="359"/>
                  </a:cubicBezTo>
                  <a:lnTo>
                    <a:pt x="2290" y="359"/>
                  </a:lnTo>
                  <a:cubicBezTo>
                    <a:pt x="2386" y="359"/>
                    <a:pt x="2471" y="290"/>
                    <a:pt x="2478" y="196"/>
                  </a:cubicBezTo>
                  <a:cubicBezTo>
                    <a:pt x="2488" y="89"/>
                    <a:pt x="2404" y="0"/>
                    <a:pt x="22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71"/>
            <p:cNvSpPr/>
            <p:nvPr/>
          </p:nvSpPr>
          <p:spPr>
            <a:xfrm>
              <a:off x="4158467" y="4010586"/>
              <a:ext cx="40120" cy="13639"/>
            </a:xfrm>
            <a:custGeom>
              <a:rect b="b" l="l" r="r" t="t"/>
              <a:pathLst>
                <a:path extrusionOk="0" h="360" w="1059">
                  <a:moveTo>
                    <a:pt x="198" y="0"/>
                  </a:moveTo>
                  <a:cubicBezTo>
                    <a:pt x="103" y="0"/>
                    <a:pt x="17" y="69"/>
                    <a:pt x="10" y="163"/>
                  </a:cubicBezTo>
                  <a:cubicBezTo>
                    <a:pt x="1" y="270"/>
                    <a:pt x="84" y="359"/>
                    <a:pt x="189" y="359"/>
                  </a:cubicBezTo>
                  <a:lnTo>
                    <a:pt x="860" y="359"/>
                  </a:lnTo>
                  <a:cubicBezTo>
                    <a:pt x="957" y="359"/>
                    <a:pt x="1042" y="290"/>
                    <a:pt x="1049" y="196"/>
                  </a:cubicBezTo>
                  <a:cubicBezTo>
                    <a:pt x="1058" y="89"/>
                    <a:pt x="975" y="0"/>
                    <a:pt x="8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71"/>
            <p:cNvSpPr/>
            <p:nvPr/>
          </p:nvSpPr>
          <p:spPr>
            <a:xfrm>
              <a:off x="4159717" y="4039152"/>
              <a:ext cx="151729" cy="13639"/>
            </a:xfrm>
            <a:custGeom>
              <a:rect b="b" l="l" r="r" t="t"/>
              <a:pathLst>
                <a:path extrusionOk="0" h="360" w="4005">
                  <a:moveTo>
                    <a:pt x="198" y="0"/>
                  </a:moveTo>
                  <a:cubicBezTo>
                    <a:pt x="103" y="0"/>
                    <a:pt x="18" y="69"/>
                    <a:pt x="9" y="164"/>
                  </a:cubicBezTo>
                  <a:cubicBezTo>
                    <a:pt x="0" y="269"/>
                    <a:pt x="84" y="359"/>
                    <a:pt x="189" y="359"/>
                  </a:cubicBezTo>
                  <a:lnTo>
                    <a:pt x="3806" y="359"/>
                  </a:lnTo>
                  <a:cubicBezTo>
                    <a:pt x="3901" y="359"/>
                    <a:pt x="3987" y="290"/>
                    <a:pt x="3995" y="196"/>
                  </a:cubicBezTo>
                  <a:cubicBezTo>
                    <a:pt x="4004" y="89"/>
                    <a:pt x="3920" y="0"/>
                    <a:pt x="38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71"/>
            <p:cNvSpPr/>
            <p:nvPr/>
          </p:nvSpPr>
          <p:spPr>
            <a:xfrm>
              <a:off x="4267765" y="4068891"/>
              <a:ext cx="44894" cy="13639"/>
            </a:xfrm>
            <a:custGeom>
              <a:rect b="b" l="l" r="r" t="t"/>
              <a:pathLst>
                <a:path extrusionOk="0" h="360" w="1185">
                  <a:moveTo>
                    <a:pt x="199" y="1"/>
                  </a:moveTo>
                  <a:cubicBezTo>
                    <a:pt x="104" y="1"/>
                    <a:pt x="18" y="70"/>
                    <a:pt x="10" y="164"/>
                  </a:cubicBezTo>
                  <a:cubicBezTo>
                    <a:pt x="1" y="271"/>
                    <a:pt x="85" y="360"/>
                    <a:pt x="190" y="360"/>
                  </a:cubicBezTo>
                  <a:lnTo>
                    <a:pt x="987" y="360"/>
                  </a:lnTo>
                  <a:cubicBezTo>
                    <a:pt x="1083" y="360"/>
                    <a:pt x="1168" y="291"/>
                    <a:pt x="1175" y="197"/>
                  </a:cubicBezTo>
                  <a:cubicBezTo>
                    <a:pt x="1184" y="90"/>
                    <a:pt x="1101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71"/>
            <p:cNvSpPr/>
            <p:nvPr/>
          </p:nvSpPr>
          <p:spPr>
            <a:xfrm>
              <a:off x="4159035" y="4068891"/>
              <a:ext cx="89333" cy="13639"/>
            </a:xfrm>
            <a:custGeom>
              <a:rect b="b" l="l" r="r" t="t"/>
              <a:pathLst>
                <a:path extrusionOk="0" h="360" w="2358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2160" y="360"/>
                  </a:lnTo>
                  <a:cubicBezTo>
                    <a:pt x="2256" y="360"/>
                    <a:pt x="2341" y="291"/>
                    <a:pt x="2348" y="197"/>
                  </a:cubicBezTo>
                  <a:cubicBezTo>
                    <a:pt x="2358" y="90"/>
                    <a:pt x="2274" y="1"/>
                    <a:pt x="2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71"/>
            <p:cNvSpPr/>
            <p:nvPr/>
          </p:nvSpPr>
          <p:spPr>
            <a:xfrm>
              <a:off x="4159717" y="4098707"/>
              <a:ext cx="151729" cy="13676"/>
            </a:xfrm>
            <a:custGeom>
              <a:rect b="b" l="l" r="r" t="t"/>
              <a:pathLst>
                <a:path extrusionOk="0" h="361" w="4005">
                  <a:moveTo>
                    <a:pt x="198" y="0"/>
                  </a:moveTo>
                  <a:cubicBezTo>
                    <a:pt x="103" y="0"/>
                    <a:pt x="18" y="69"/>
                    <a:pt x="9" y="164"/>
                  </a:cubicBezTo>
                  <a:cubicBezTo>
                    <a:pt x="0" y="269"/>
                    <a:pt x="84" y="361"/>
                    <a:pt x="189" y="361"/>
                  </a:cubicBezTo>
                  <a:lnTo>
                    <a:pt x="3806" y="361"/>
                  </a:lnTo>
                  <a:cubicBezTo>
                    <a:pt x="3901" y="361"/>
                    <a:pt x="3987" y="290"/>
                    <a:pt x="3995" y="196"/>
                  </a:cubicBezTo>
                  <a:cubicBezTo>
                    <a:pt x="4004" y="89"/>
                    <a:pt x="3920" y="0"/>
                    <a:pt x="38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71"/>
            <p:cNvSpPr/>
            <p:nvPr/>
          </p:nvSpPr>
          <p:spPr>
            <a:xfrm>
              <a:off x="3971808" y="3820593"/>
              <a:ext cx="154003" cy="104335"/>
            </a:xfrm>
            <a:custGeom>
              <a:rect b="b" l="l" r="r" t="t"/>
              <a:pathLst>
                <a:path extrusionOk="0" h="2754" w="4065">
                  <a:moveTo>
                    <a:pt x="3242" y="394"/>
                  </a:moveTo>
                  <a:lnTo>
                    <a:pt x="2019" y="1178"/>
                  </a:lnTo>
                  <a:lnTo>
                    <a:pt x="795" y="394"/>
                  </a:lnTo>
                  <a:close/>
                  <a:moveTo>
                    <a:pt x="362" y="532"/>
                  </a:moveTo>
                  <a:lnTo>
                    <a:pt x="1690" y="1381"/>
                  </a:lnTo>
                  <a:lnTo>
                    <a:pt x="362" y="2229"/>
                  </a:lnTo>
                  <a:lnTo>
                    <a:pt x="362" y="532"/>
                  </a:lnTo>
                  <a:close/>
                  <a:moveTo>
                    <a:pt x="3705" y="533"/>
                  </a:moveTo>
                  <a:lnTo>
                    <a:pt x="3705" y="2230"/>
                  </a:lnTo>
                  <a:lnTo>
                    <a:pt x="2377" y="1382"/>
                  </a:lnTo>
                  <a:lnTo>
                    <a:pt x="3705" y="533"/>
                  </a:lnTo>
                  <a:close/>
                  <a:moveTo>
                    <a:pt x="2019" y="1611"/>
                  </a:moveTo>
                  <a:lnTo>
                    <a:pt x="3242" y="2394"/>
                  </a:lnTo>
                  <a:lnTo>
                    <a:pt x="795" y="2394"/>
                  </a:lnTo>
                  <a:lnTo>
                    <a:pt x="2019" y="1611"/>
                  </a:lnTo>
                  <a:close/>
                  <a:moveTo>
                    <a:pt x="186" y="0"/>
                  </a:moveTo>
                  <a:cubicBezTo>
                    <a:pt x="84" y="0"/>
                    <a:pt x="1" y="83"/>
                    <a:pt x="1" y="185"/>
                  </a:cubicBezTo>
                  <a:lnTo>
                    <a:pt x="1" y="2567"/>
                  </a:lnTo>
                  <a:cubicBezTo>
                    <a:pt x="3" y="2671"/>
                    <a:pt x="84" y="2754"/>
                    <a:pt x="186" y="2754"/>
                  </a:cubicBezTo>
                  <a:lnTo>
                    <a:pt x="3880" y="2754"/>
                  </a:lnTo>
                  <a:cubicBezTo>
                    <a:pt x="3983" y="2754"/>
                    <a:pt x="4065" y="2671"/>
                    <a:pt x="4065" y="2569"/>
                  </a:cubicBezTo>
                  <a:lnTo>
                    <a:pt x="4065" y="185"/>
                  </a:lnTo>
                  <a:cubicBezTo>
                    <a:pt x="4065" y="83"/>
                    <a:pt x="3983" y="0"/>
                    <a:pt x="38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71"/>
            <p:cNvSpPr/>
            <p:nvPr/>
          </p:nvSpPr>
          <p:spPr>
            <a:xfrm>
              <a:off x="4158050" y="3820593"/>
              <a:ext cx="153965" cy="104335"/>
            </a:xfrm>
            <a:custGeom>
              <a:rect b="b" l="l" r="r" t="t"/>
              <a:pathLst>
                <a:path extrusionOk="0" h="2754" w="4064">
                  <a:moveTo>
                    <a:pt x="3270" y="394"/>
                  </a:moveTo>
                  <a:lnTo>
                    <a:pt x="2047" y="1178"/>
                  </a:lnTo>
                  <a:lnTo>
                    <a:pt x="822" y="394"/>
                  </a:lnTo>
                  <a:close/>
                  <a:moveTo>
                    <a:pt x="361" y="532"/>
                  </a:moveTo>
                  <a:lnTo>
                    <a:pt x="1688" y="1381"/>
                  </a:lnTo>
                  <a:lnTo>
                    <a:pt x="361" y="2229"/>
                  </a:lnTo>
                  <a:lnTo>
                    <a:pt x="361" y="532"/>
                  </a:lnTo>
                  <a:close/>
                  <a:moveTo>
                    <a:pt x="3703" y="533"/>
                  </a:moveTo>
                  <a:lnTo>
                    <a:pt x="3703" y="2230"/>
                  </a:lnTo>
                  <a:lnTo>
                    <a:pt x="2376" y="1382"/>
                  </a:lnTo>
                  <a:lnTo>
                    <a:pt x="3703" y="533"/>
                  </a:lnTo>
                  <a:close/>
                  <a:moveTo>
                    <a:pt x="2048" y="1611"/>
                  </a:moveTo>
                  <a:lnTo>
                    <a:pt x="3272" y="2394"/>
                  </a:lnTo>
                  <a:lnTo>
                    <a:pt x="823" y="2394"/>
                  </a:lnTo>
                  <a:lnTo>
                    <a:pt x="2048" y="1611"/>
                  </a:lnTo>
                  <a:close/>
                  <a:moveTo>
                    <a:pt x="184" y="0"/>
                  </a:moveTo>
                  <a:cubicBezTo>
                    <a:pt x="83" y="0"/>
                    <a:pt x="0" y="83"/>
                    <a:pt x="0" y="185"/>
                  </a:cubicBezTo>
                  <a:lnTo>
                    <a:pt x="0" y="2567"/>
                  </a:lnTo>
                  <a:cubicBezTo>
                    <a:pt x="1" y="2671"/>
                    <a:pt x="83" y="2754"/>
                    <a:pt x="184" y="2754"/>
                  </a:cubicBezTo>
                  <a:lnTo>
                    <a:pt x="3879" y="2754"/>
                  </a:lnTo>
                  <a:cubicBezTo>
                    <a:pt x="3981" y="2754"/>
                    <a:pt x="4064" y="2671"/>
                    <a:pt x="4064" y="2569"/>
                  </a:cubicBezTo>
                  <a:lnTo>
                    <a:pt x="4064" y="185"/>
                  </a:lnTo>
                  <a:cubicBezTo>
                    <a:pt x="4064" y="83"/>
                    <a:pt x="3981" y="0"/>
                    <a:pt x="38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71"/>
            <p:cNvSpPr/>
            <p:nvPr/>
          </p:nvSpPr>
          <p:spPr>
            <a:xfrm>
              <a:off x="3903652" y="3730048"/>
              <a:ext cx="476669" cy="476669"/>
            </a:xfrm>
            <a:custGeom>
              <a:rect b="b" l="l" r="r" t="t"/>
              <a:pathLst>
                <a:path extrusionOk="0" h="12582" w="12582">
                  <a:moveTo>
                    <a:pt x="11967" y="360"/>
                  </a:moveTo>
                  <a:cubicBezTo>
                    <a:pt x="12106" y="360"/>
                    <a:pt x="12219" y="473"/>
                    <a:pt x="12219" y="611"/>
                  </a:cubicBezTo>
                  <a:lnTo>
                    <a:pt x="12219" y="1572"/>
                  </a:lnTo>
                  <a:lnTo>
                    <a:pt x="359" y="1572"/>
                  </a:lnTo>
                  <a:lnTo>
                    <a:pt x="359" y="611"/>
                  </a:lnTo>
                  <a:cubicBezTo>
                    <a:pt x="359" y="473"/>
                    <a:pt x="472" y="360"/>
                    <a:pt x="610" y="360"/>
                  </a:cubicBezTo>
                  <a:close/>
                  <a:moveTo>
                    <a:pt x="12220" y="1965"/>
                  </a:moveTo>
                  <a:lnTo>
                    <a:pt x="12220" y="5602"/>
                  </a:lnTo>
                  <a:lnTo>
                    <a:pt x="3523" y="5602"/>
                  </a:lnTo>
                  <a:cubicBezTo>
                    <a:pt x="3427" y="5602"/>
                    <a:pt x="3343" y="5671"/>
                    <a:pt x="3334" y="5766"/>
                  </a:cubicBezTo>
                  <a:cubicBezTo>
                    <a:pt x="3326" y="5873"/>
                    <a:pt x="3410" y="5962"/>
                    <a:pt x="3514" y="5962"/>
                  </a:cubicBezTo>
                  <a:lnTo>
                    <a:pt x="12220" y="5962"/>
                  </a:lnTo>
                  <a:lnTo>
                    <a:pt x="12220" y="11936"/>
                  </a:lnTo>
                  <a:cubicBezTo>
                    <a:pt x="12220" y="12074"/>
                    <a:pt x="12108" y="12187"/>
                    <a:pt x="11969" y="12187"/>
                  </a:cubicBezTo>
                  <a:lnTo>
                    <a:pt x="611" y="12187"/>
                  </a:lnTo>
                  <a:cubicBezTo>
                    <a:pt x="473" y="12187"/>
                    <a:pt x="360" y="12074"/>
                    <a:pt x="360" y="11936"/>
                  </a:cubicBezTo>
                  <a:lnTo>
                    <a:pt x="360" y="5962"/>
                  </a:lnTo>
                  <a:lnTo>
                    <a:pt x="2599" y="5962"/>
                  </a:lnTo>
                  <a:cubicBezTo>
                    <a:pt x="2694" y="5962"/>
                    <a:pt x="2779" y="5893"/>
                    <a:pt x="2787" y="5798"/>
                  </a:cubicBezTo>
                  <a:cubicBezTo>
                    <a:pt x="2797" y="5691"/>
                    <a:pt x="2713" y="5602"/>
                    <a:pt x="2608" y="5602"/>
                  </a:cubicBezTo>
                  <a:lnTo>
                    <a:pt x="359" y="5602"/>
                  </a:lnTo>
                  <a:lnTo>
                    <a:pt x="359" y="1965"/>
                  </a:lnTo>
                  <a:close/>
                  <a:moveTo>
                    <a:pt x="621" y="0"/>
                  </a:moveTo>
                  <a:cubicBezTo>
                    <a:pt x="278" y="0"/>
                    <a:pt x="0" y="278"/>
                    <a:pt x="0" y="620"/>
                  </a:cubicBezTo>
                  <a:lnTo>
                    <a:pt x="0" y="11961"/>
                  </a:lnTo>
                  <a:cubicBezTo>
                    <a:pt x="0" y="12304"/>
                    <a:pt x="278" y="12581"/>
                    <a:pt x="621" y="12581"/>
                  </a:cubicBezTo>
                  <a:lnTo>
                    <a:pt x="11961" y="12581"/>
                  </a:lnTo>
                  <a:cubicBezTo>
                    <a:pt x="12304" y="12581"/>
                    <a:pt x="12581" y="12304"/>
                    <a:pt x="12581" y="11961"/>
                  </a:cubicBezTo>
                  <a:lnTo>
                    <a:pt x="12581" y="620"/>
                  </a:lnTo>
                  <a:cubicBezTo>
                    <a:pt x="12580" y="278"/>
                    <a:pt x="12303" y="0"/>
                    <a:pt x="119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71"/>
            <p:cNvSpPr/>
            <p:nvPr/>
          </p:nvSpPr>
          <p:spPr>
            <a:xfrm>
              <a:off x="3952069" y="3757590"/>
              <a:ext cx="20079" cy="18715"/>
            </a:xfrm>
            <a:custGeom>
              <a:rect b="b" l="l" r="r" t="t"/>
              <a:pathLst>
                <a:path extrusionOk="0" h="494" w="530">
                  <a:moveTo>
                    <a:pt x="264" y="0"/>
                  </a:moveTo>
                  <a:cubicBezTo>
                    <a:pt x="146" y="0"/>
                    <a:pt x="41" y="86"/>
                    <a:pt x="20" y="208"/>
                  </a:cubicBezTo>
                  <a:cubicBezTo>
                    <a:pt x="0" y="343"/>
                    <a:pt x="90" y="468"/>
                    <a:pt x="225" y="490"/>
                  </a:cubicBezTo>
                  <a:cubicBezTo>
                    <a:pt x="238" y="492"/>
                    <a:pt x="251" y="493"/>
                    <a:pt x="264" y="493"/>
                  </a:cubicBezTo>
                  <a:cubicBezTo>
                    <a:pt x="383" y="493"/>
                    <a:pt x="487" y="408"/>
                    <a:pt x="508" y="286"/>
                  </a:cubicBezTo>
                  <a:cubicBezTo>
                    <a:pt x="529" y="151"/>
                    <a:pt x="438" y="25"/>
                    <a:pt x="304" y="3"/>
                  </a:cubicBezTo>
                  <a:cubicBezTo>
                    <a:pt x="291" y="1"/>
                    <a:pt x="277" y="0"/>
                    <a:pt x="2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71"/>
            <p:cNvSpPr/>
            <p:nvPr/>
          </p:nvSpPr>
          <p:spPr>
            <a:xfrm>
              <a:off x="3988515" y="3757628"/>
              <a:ext cx="18753" cy="18639"/>
            </a:xfrm>
            <a:custGeom>
              <a:rect b="b" l="l" r="r" t="t"/>
              <a:pathLst>
                <a:path extrusionOk="0" h="492" w="495">
                  <a:moveTo>
                    <a:pt x="252" y="0"/>
                  </a:moveTo>
                  <a:cubicBezTo>
                    <a:pt x="250" y="0"/>
                    <a:pt x="249" y="0"/>
                    <a:pt x="248" y="0"/>
                  </a:cubicBezTo>
                  <a:cubicBezTo>
                    <a:pt x="111" y="0"/>
                    <a:pt x="1" y="110"/>
                    <a:pt x="1" y="246"/>
                  </a:cubicBezTo>
                  <a:cubicBezTo>
                    <a:pt x="1" y="382"/>
                    <a:pt x="112" y="491"/>
                    <a:pt x="248" y="491"/>
                  </a:cubicBezTo>
                  <a:cubicBezTo>
                    <a:pt x="384" y="491"/>
                    <a:pt x="494" y="382"/>
                    <a:pt x="494" y="246"/>
                  </a:cubicBezTo>
                  <a:cubicBezTo>
                    <a:pt x="494" y="111"/>
                    <a:pt x="384" y="0"/>
                    <a:pt x="2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71"/>
            <p:cNvSpPr/>
            <p:nvPr/>
          </p:nvSpPr>
          <p:spPr>
            <a:xfrm>
              <a:off x="4024240" y="3757628"/>
              <a:ext cx="18715" cy="18639"/>
            </a:xfrm>
            <a:custGeom>
              <a:rect b="b" l="l" r="r" t="t"/>
              <a:pathLst>
                <a:path extrusionOk="0" h="492" w="494">
                  <a:moveTo>
                    <a:pt x="251" y="0"/>
                  </a:moveTo>
                  <a:cubicBezTo>
                    <a:pt x="250" y="0"/>
                    <a:pt x="249" y="0"/>
                    <a:pt x="248" y="0"/>
                  </a:cubicBezTo>
                  <a:cubicBezTo>
                    <a:pt x="110" y="0"/>
                    <a:pt x="0" y="110"/>
                    <a:pt x="0" y="246"/>
                  </a:cubicBezTo>
                  <a:cubicBezTo>
                    <a:pt x="0" y="382"/>
                    <a:pt x="111" y="491"/>
                    <a:pt x="248" y="491"/>
                  </a:cubicBezTo>
                  <a:cubicBezTo>
                    <a:pt x="384" y="491"/>
                    <a:pt x="494" y="382"/>
                    <a:pt x="494" y="246"/>
                  </a:cubicBezTo>
                  <a:cubicBezTo>
                    <a:pt x="494" y="111"/>
                    <a:pt x="386" y="0"/>
                    <a:pt x="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3" name="Google Shape;2633;p71"/>
          <p:cNvGrpSpPr/>
          <p:nvPr/>
        </p:nvGrpSpPr>
        <p:grpSpPr>
          <a:xfrm>
            <a:off x="2463058" y="4195220"/>
            <a:ext cx="449582" cy="377016"/>
            <a:chOff x="2335706" y="3768463"/>
            <a:chExt cx="476707" cy="399763"/>
          </a:xfrm>
        </p:grpSpPr>
        <p:sp>
          <p:nvSpPr>
            <p:cNvPr id="2634" name="Google Shape;2634;p71"/>
            <p:cNvSpPr/>
            <p:nvPr/>
          </p:nvSpPr>
          <p:spPr>
            <a:xfrm>
              <a:off x="2373629" y="3851697"/>
              <a:ext cx="34437" cy="13676"/>
            </a:xfrm>
            <a:custGeom>
              <a:rect b="b" l="l" r="r" t="t"/>
              <a:pathLst>
                <a:path extrusionOk="0" h="361" w="909">
                  <a:moveTo>
                    <a:pt x="181" y="0"/>
                  </a:moveTo>
                  <a:cubicBezTo>
                    <a:pt x="81" y="0"/>
                    <a:pt x="1" y="81"/>
                    <a:pt x="1" y="181"/>
                  </a:cubicBezTo>
                  <a:cubicBezTo>
                    <a:pt x="1" y="279"/>
                    <a:pt x="81" y="361"/>
                    <a:pt x="181" y="361"/>
                  </a:cubicBezTo>
                  <a:lnTo>
                    <a:pt x="711" y="361"/>
                  </a:lnTo>
                  <a:cubicBezTo>
                    <a:pt x="807" y="361"/>
                    <a:pt x="892" y="291"/>
                    <a:pt x="899" y="196"/>
                  </a:cubicBezTo>
                  <a:cubicBezTo>
                    <a:pt x="909" y="89"/>
                    <a:pt x="825" y="0"/>
                    <a:pt x="7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71"/>
            <p:cNvSpPr/>
            <p:nvPr/>
          </p:nvSpPr>
          <p:spPr>
            <a:xfrm>
              <a:off x="2373288" y="3881436"/>
              <a:ext cx="34778" cy="13714"/>
            </a:xfrm>
            <a:custGeom>
              <a:rect b="b" l="l" r="r" t="t"/>
              <a:pathLst>
                <a:path extrusionOk="0" h="362" w="918">
                  <a:moveTo>
                    <a:pt x="199" y="1"/>
                  </a:moveTo>
                  <a:cubicBezTo>
                    <a:pt x="104" y="1"/>
                    <a:pt x="18" y="70"/>
                    <a:pt x="11" y="164"/>
                  </a:cubicBezTo>
                  <a:cubicBezTo>
                    <a:pt x="0" y="272"/>
                    <a:pt x="85" y="361"/>
                    <a:pt x="190" y="361"/>
                  </a:cubicBezTo>
                  <a:lnTo>
                    <a:pt x="720" y="361"/>
                  </a:lnTo>
                  <a:cubicBezTo>
                    <a:pt x="816" y="361"/>
                    <a:pt x="901" y="291"/>
                    <a:pt x="908" y="197"/>
                  </a:cubicBezTo>
                  <a:cubicBezTo>
                    <a:pt x="918" y="90"/>
                    <a:pt x="834" y="1"/>
                    <a:pt x="7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71"/>
            <p:cNvSpPr/>
            <p:nvPr/>
          </p:nvSpPr>
          <p:spPr>
            <a:xfrm>
              <a:off x="2373629" y="3912502"/>
              <a:ext cx="34437" cy="13676"/>
            </a:xfrm>
            <a:custGeom>
              <a:rect b="b" l="l" r="r" t="t"/>
              <a:pathLst>
                <a:path extrusionOk="0" h="361" w="909">
                  <a:moveTo>
                    <a:pt x="181" y="0"/>
                  </a:moveTo>
                  <a:cubicBezTo>
                    <a:pt x="81" y="0"/>
                    <a:pt x="1" y="82"/>
                    <a:pt x="1" y="181"/>
                  </a:cubicBezTo>
                  <a:cubicBezTo>
                    <a:pt x="1" y="280"/>
                    <a:pt x="81" y="360"/>
                    <a:pt x="181" y="360"/>
                  </a:cubicBezTo>
                  <a:lnTo>
                    <a:pt x="711" y="360"/>
                  </a:lnTo>
                  <a:cubicBezTo>
                    <a:pt x="807" y="360"/>
                    <a:pt x="892" y="291"/>
                    <a:pt x="899" y="197"/>
                  </a:cubicBezTo>
                  <a:cubicBezTo>
                    <a:pt x="909" y="89"/>
                    <a:pt x="825" y="0"/>
                    <a:pt x="7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71"/>
            <p:cNvSpPr/>
            <p:nvPr/>
          </p:nvSpPr>
          <p:spPr>
            <a:xfrm>
              <a:off x="2373326" y="3943568"/>
              <a:ext cx="34741" cy="13676"/>
            </a:xfrm>
            <a:custGeom>
              <a:rect b="b" l="l" r="r" t="t"/>
              <a:pathLst>
                <a:path extrusionOk="0" h="361" w="917">
                  <a:moveTo>
                    <a:pt x="198" y="0"/>
                  </a:moveTo>
                  <a:cubicBezTo>
                    <a:pt x="103" y="0"/>
                    <a:pt x="17" y="69"/>
                    <a:pt x="10" y="163"/>
                  </a:cubicBezTo>
                  <a:cubicBezTo>
                    <a:pt x="0" y="269"/>
                    <a:pt x="84" y="360"/>
                    <a:pt x="189" y="360"/>
                  </a:cubicBezTo>
                  <a:lnTo>
                    <a:pt x="719" y="360"/>
                  </a:lnTo>
                  <a:cubicBezTo>
                    <a:pt x="815" y="360"/>
                    <a:pt x="900" y="290"/>
                    <a:pt x="907" y="196"/>
                  </a:cubicBezTo>
                  <a:cubicBezTo>
                    <a:pt x="917" y="89"/>
                    <a:pt x="833" y="0"/>
                    <a:pt x="7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71"/>
            <p:cNvSpPr/>
            <p:nvPr/>
          </p:nvSpPr>
          <p:spPr>
            <a:xfrm>
              <a:off x="2373629" y="3974558"/>
              <a:ext cx="34437" cy="13676"/>
            </a:xfrm>
            <a:custGeom>
              <a:rect b="b" l="l" r="r" t="t"/>
              <a:pathLst>
                <a:path extrusionOk="0" h="361" w="909">
                  <a:moveTo>
                    <a:pt x="181" y="0"/>
                  </a:moveTo>
                  <a:cubicBezTo>
                    <a:pt x="81" y="0"/>
                    <a:pt x="1" y="82"/>
                    <a:pt x="1" y="181"/>
                  </a:cubicBezTo>
                  <a:cubicBezTo>
                    <a:pt x="1" y="281"/>
                    <a:pt x="81" y="360"/>
                    <a:pt x="181" y="360"/>
                  </a:cubicBezTo>
                  <a:lnTo>
                    <a:pt x="711" y="360"/>
                  </a:lnTo>
                  <a:cubicBezTo>
                    <a:pt x="807" y="360"/>
                    <a:pt x="892" y="291"/>
                    <a:pt x="899" y="197"/>
                  </a:cubicBezTo>
                  <a:cubicBezTo>
                    <a:pt x="909" y="89"/>
                    <a:pt x="825" y="0"/>
                    <a:pt x="7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71"/>
            <p:cNvSpPr/>
            <p:nvPr/>
          </p:nvSpPr>
          <p:spPr>
            <a:xfrm>
              <a:off x="2373288" y="4005623"/>
              <a:ext cx="34778" cy="13639"/>
            </a:xfrm>
            <a:custGeom>
              <a:rect b="b" l="l" r="r" t="t"/>
              <a:pathLst>
                <a:path extrusionOk="0" h="360" w="918">
                  <a:moveTo>
                    <a:pt x="199" y="0"/>
                  </a:moveTo>
                  <a:cubicBezTo>
                    <a:pt x="104" y="0"/>
                    <a:pt x="18" y="69"/>
                    <a:pt x="11" y="164"/>
                  </a:cubicBezTo>
                  <a:cubicBezTo>
                    <a:pt x="0" y="270"/>
                    <a:pt x="85" y="359"/>
                    <a:pt x="190" y="359"/>
                  </a:cubicBezTo>
                  <a:lnTo>
                    <a:pt x="720" y="359"/>
                  </a:lnTo>
                  <a:cubicBezTo>
                    <a:pt x="816" y="359"/>
                    <a:pt x="901" y="290"/>
                    <a:pt x="908" y="196"/>
                  </a:cubicBezTo>
                  <a:cubicBezTo>
                    <a:pt x="918" y="89"/>
                    <a:pt x="834" y="0"/>
                    <a:pt x="7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71"/>
            <p:cNvSpPr/>
            <p:nvPr/>
          </p:nvSpPr>
          <p:spPr>
            <a:xfrm>
              <a:off x="2373629" y="4035401"/>
              <a:ext cx="34437" cy="13676"/>
            </a:xfrm>
            <a:custGeom>
              <a:rect b="b" l="l" r="r" t="t"/>
              <a:pathLst>
                <a:path extrusionOk="0" h="361" w="909">
                  <a:moveTo>
                    <a:pt x="181" y="1"/>
                  </a:moveTo>
                  <a:cubicBezTo>
                    <a:pt x="81" y="1"/>
                    <a:pt x="1" y="81"/>
                    <a:pt x="1" y="181"/>
                  </a:cubicBezTo>
                  <a:cubicBezTo>
                    <a:pt x="1" y="279"/>
                    <a:pt x="81" y="361"/>
                    <a:pt x="181" y="361"/>
                  </a:cubicBezTo>
                  <a:lnTo>
                    <a:pt x="711" y="361"/>
                  </a:lnTo>
                  <a:cubicBezTo>
                    <a:pt x="807" y="361"/>
                    <a:pt x="892" y="291"/>
                    <a:pt x="899" y="197"/>
                  </a:cubicBezTo>
                  <a:cubicBezTo>
                    <a:pt x="909" y="90"/>
                    <a:pt x="825" y="1"/>
                    <a:pt x="7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71"/>
            <p:cNvSpPr/>
            <p:nvPr/>
          </p:nvSpPr>
          <p:spPr>
            <a:xfrm>
              <a:off x="2373288" y="4066391"/>
              <a:ext cx="34778" cy="13676"/>
            </a:xfrm>
            <a:custGeom>
              <a:rect b="b" l="l" r="r" t="t"/>
              <a:pathLst>
                <a:path extrusionOk="0" h="361" w="918">
                  <a:moveTo>
                    <a:pt x="199" y="1"/>
                  </a:moveTo>
                  <a:cubicBezTo>
                    <a:pt x="104" y="1"/>
                    <a:pt x="18" y="70"/>
                    <a:pt x="11" y="164"/>
                  </a:cubicBezTo>
                  <a:cubicBezTo>
                    <a:pt x="0" y="272"/>
                    <a:pt x="85" y="361"/>
                    <a:pt x="190" y="361"/>
                  </a:cubicBezTo>
                  <a:lnTo>
                    <a:pt x="720" y="361"/>
                  </a:lnTo>
                  <a:cubicBezTo>
                    <a:pt x="816" y="361"/>
                    <a:pt x="901" y="292"/>
                    <a:pt x="908" y="198"/>
                  </a:cubicBezTo>
                  <a:cubicBezTo>
                    <a:pt x="918" y="90"/>
                    <a:pt x="834" y="1"/>
                    <a:pt x="7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71"/>
            <p:cNvSpPr/>
            <p:nvPr/>
          </p:nvSpPr>
          <p:spPr>
            <a:xfrm>
              <a:off x="2373629" y="4097457"/>
              <a:ext cx="34437" cy="13639"/>
            </a:xfrm>
            <a:custGeom>
              <a:rect b="b" l="l" r="r" t="t"/>
              <a:pathLst>
                <a:path extrusionOk="0" h="360" w="909">
                  <a:moveTo>
                    <a:pt x="181" y="1"/>
                  </a:moveTo>
                  <a:cubicBezTo>
                    <a:pt x="81" y="1"/>
                    <a:pt x="1" y="81"/>
                    <a:pt x="1" y="181"/>
                  </a:cubicBezTo>
                  <a:cubicBezTo>
                    <a:pt x="1" y="279"/>
                    <a:pt x="81" y="360"/>
                    <a:pt x="181" y="360"/>
                  </a:cubicBezTo>
                  <a:lnTo>
                    <a:pt x="711" y="360"/>
                  </a:lnTo>
                  <a:cubicBezTo>
                    <a:pt x="807" y="360"/>
                    <a:pt x="892" y="291"/>
                    <a:pt x="899" y="197"/>
                  </a:cubicBezTo>
                  <a:cubicBezTo>
                    <a:pt x="909" y="90"/>
                    <a:pt x="825" y="1"/>
                    <a:pt x="7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71"/>
            <p:cNvSpPr/>
            <p:nvPr/>
          </p:nvSpPr>
          <p:spPr>
            <a:xfrm>
              <a:off x="2488383" y="3943568"/>
              <a:ext cx="64367" cy="13676"/>
            </a:xfrm>
            <a:custGeom>
              <a:rect b="b" l="l" r="r" t="t"/>
              <a:pathLst>
                <a:path extrusionOk="0" h="361" w="1699">
                  <a:moveTo>
                    <a:pt x="199" y="0"/>
                  </a:moveTo>
                  <a:cubicBezTo>
                    <a:pt x="103" y="0"/>
                    <a:pt x="17" y="69"/>
                    <a:pt x="10" y="163"/>
                  </a:cubicBezTo>
                  <a:cubicBezTo>
                    <a:pt x="1" y="269"/>
                    <a:pt x="84" y="360"/>
                    <a:pt x="189" y="360"/>
                  </a:cubicBezTo>
                  <a:lnTo>
                    <a:pt x="1502" y="360"/>
                  </a:lnTo>
                  <a:cubicBezTo>
                    <a:pt x="1597" y="360"/>
                    <a:pt x="1682" y="290"/>
                    <a:pt x="1690" y="196"/>
                  </a:cubicBezTo>
                  <a:cubicBezTo>
                    <a:pt x="1698" y="89"/>
                    <a:pt x="1615" y="0"/>
                    <a:pt x="15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71"/>
            <p:cNvSpPr/>
            <p:nvPr/>
          </p:nvSpPr>
          <p:spPr>
            <a:xfrm>
              <a:off x="2488155" y="3974558"/>
              <a:ext cx="40954" cy="13676"/>
            </a:xfrm>
            <a:custGeom>
              <a:rect b="b" l="l" r="r" t="t"/>
              <a:pathLst>
                <a:path extrusionOk="0" h="361" w="1081">
                  <a:moveTo>
                    <a:pt x="198" y="0"/>
                  </a:moveTo>
                  <a:cubicBezTo>
                    <a:pt x="102" y="0"/>
                    <a:pt x="17" y="69"/>
                    <a:pt x="10" y="163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882" y="360"/>
                  </a:lnTo>
                  <a:cubicBezTo>
                    <a:pt x="979" y="360"/>
                    <a:pt x="1063" y="291"/>
                    <a:pt x="1071" y="197"/>
                  </a:cubicBezTo>
                  <a:cubicBezTo>
                    <a:pt x="1080" y="89"/>
                    <a:pt x="996" y="0"/>
                    <a:pt x="8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71"/>
            <p:cNvSpPr/>
            <p:nvPr/>
          </p:nvSpPr>
          <p:spPr>
            <a:xfrm>
              <a:off x="2488155" y="3912502"/>
              <a:ext cx="40954" cy="13676"/>
            </a:xfrm>
            <a:custGeom>
              <a:rect b="b" l="l" r="r" t="t"/>
              <a:pathLst>
                <a:path extrusionOk="0" h="361" w="1081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0"/>
                    <a:pt x="84" y="360"/>
                    <a:pt x="189" y="360"/>
                  </a:cubicBezTo>
                  <a:lnTo>
                    <a:pt x="882" y="360"/>
                  </a:lnTo>
                  <a:cubicBezTo>
                    <a:pt x="979" y="360"/>
                    <a:pt x="1063" y="291"/>
                    <a:pt x="1071" y="197"/>
                  </a:cubicBezTo>
                  <a:cubicBezTo>
                    <a:pt x="1080" y="89"/>
                    <a:pt x="996" y="0"/>
                    <a:pt x="8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71"/>
            <p:cNvSpPr/>
            <p:nvPr/>
          </p:nvSpPr>
          <p:spPr>
            <a:xfrm>
              <a:off x="2547938" y="3912426"/>
              <a:ext cx="92402" cy="13714"/>
            </a:xfrm>
            <a:custGeom>
              <a:rect b="b" l="l" r="r" t="t"/>
              <a:pathLst>
                <a:path extrusionOk="0" h="362" w="2439">
                  <a:moveTo>
                    <a:pt x="199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2258" y="361"/>
                  </a:lnTo>
                  <a:cubicBezTo>
                    <a:pt x="2258" y="361"/>
                    <a:pt x="2259" y="361"/>
                    <a:pt x="2260" y="361"/>
                  </a:cubicBezTo>
                  <a:cubicBezTo>
                    <a:pt x="2358" y="361"/>
                    <a:pt x="2439" y="281"/>
                    <a:pt x="2439" y="182"/>
                  </a:cubicBezTo>
                  <a:cubicBezTo>
                    <a:pt x="2439" y="83"/>
                    <a:pt x="2357" y="1"/>
                    <a:pt x="22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71"/>
            <p:cNvSpPr/>
            <p:nvPr/>
          </p:nvSpPr>
          <p:spPr>
            <a:xfrm>
              <a:off x="2488761" y="3881436"/>
              <a:ext cx="99031" cy="13714"/>
            </a:xfrm>
            <a:custGeom>
              <a:rect b="b" l="l" r="r" t="t"/>
              <a:pathLst>
                <a:path extrusionOk="0" h="362" w="2614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2415" y="361"/>
                  </a:lnTo>
                  <a:cubicBezTo>
                    <a:pt x="2511" y="361"/>
                    <a:pt x="2596" y="291"/>
                    <a:pt x="2604" y="197"/>
                  </a:cubicBezTo>
                  <a:cubicBezTo>
                    <a:pt x="2613" y="90"/>
                    <a:pt x="2529" y="1"/>
                    <a:pt x="24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71"/>
            <p:cNvSpPr/>
            <p:nvPr/>
          </p:nvSpPr>
          <p:spPr>
            <a:xfrm>
              <a:off x="2488155" y="3851697"/>
              <a:ext cx="40954" cy="13676"/>
            </a:xfrm>
            <a:custGeom>
              <a:rect b="b" l="l" r="r" t="t"/>
              <a:pathLst>
                <a:path extrusionOk="0" h="361" w="1081">
                  <a:moveTo>
                    <a:pt x="198" y="0"/>
                  </a:moveTo>
                  <a:cubicBezTo>
                    <a:pt x="102" y="0"/>
                    <a:pt x="17" y="70"/>
                    <a:pt x="10" y="164"/>
                  </a:cubicBezTo>
                  <a:cubicBezTo>
                    <a:pt x="0" y="270"/>
                    <a:pt x="84" y="361"/>
                    <a:pt x="189" y="361"/>
                  </a:cubicBezTo>
                  <a:lnTo>
                    <a:pt x="882" y="361"/>
                  </a:lnTo>
                  <a:cubicBezTo>
                    <a:pt x="979" y="361"/>
                    <a:pt x="1063" y="291"/>
                    <a:pt x="1071" y="196"/>
                  </a:cubicBezTo>
                  <a:cubicBezTo>
                    <a:pt x="1080" y="89"/>
                    <a:pt x="996" y="0"/>
                    <a:pt x="8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71"/>
            <p:cNvSpPr/>
            <p:nvPr/>
          </p:nvSpPr>
          <p:spPr>
            <a:xfrm>
              <a:off x="2548847" y="3851659"/>
              <a:ext cx="175521" cy="13639"/>
            </a:xfrm>
            <a:custGeom>
              <a:rect b="b" l="l" r="r" t="t"/>
              <a:pathLst>
                <a:path extrusionOk="0" h="360" w="4633">
                  <a:moveTo>
                    <a:pt x="198" y="0"/>
                  </a:moveTo>
                  <a:cubicBezTo>
                    <a:pt x="102" y="0"/>
                    <a:pt x="18" y="70"/>
                    <a:pt x="9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4453" y="360"/>
                  </a:lnTo>
                  <a:cubicBezTo>
                    <a:pt x="4454" y="360"/>
                    <a:pt x="4456" y="360"/>
                    <a:pt x="4457" y="360"/>
                  </a:cubicBezTo>
                  <a:cubicBezTo>
                    <a:pt x="4555" y="360"/>
                    <a:pt x="4632" y="279"/>
                    <a:pt x="4632" y="181"/>
                  </a:cubicBezTo>
                  <a:cubicBezTo>
                    <a:pt x="4632" y="81"/>
                    <a:pt x="4552" y="0"/>
                    <a:pt x="4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71"/>
            <p:cNvSpPr/>
            <p:nvPr/>
          </p:nvSpPr>
          <p:spPr>
            <a:xfrm>
              <a:off x="2488383" y="4097457"/>
              <a:ext cx="64367" cy="13639"/>
            </a:xfrm>
            <a:custGeom>
              <a:rect b="b" l="l" r="r" t="t"/>
              <a:pathLst>
                <a:path extrusionOk="0" h="360" w="1699">
                  <a:moveTo>
                    <a:pt x="199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1502" y="360"/>
                  </a:lnTo>
                  <a:cubicBezTo>
                    <a:pt x="1597" y="360"/>
                    <a:pt x="1682" y="291"/>
                    <a:pt x="1690" y="197"/>
                  </a:cubicBezTo>
                  <a:cubicBezTo>
                    <a:pt x="1698" y="90"/>
                    <a:pt x="1615" y="1"/>
                    <a:pt x="15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71"/>
            <p:cNvSpPr/>
            <p:nvPr/>
          </p:nvSpPr>
          <p:spPr>
            <a:xfrm>
              <a:off x="2488420" y="4005548"/>
              <a:ext cx="71641" cy="13676"/>
            </a:xfrm>
            <a:custGeom>
              <a:rect b="b" l="l" r="r" t="t"/>
              <a:pathLst>
                <a:path extrusionOk="0" h="361" w="1891">
                  <a:moveTo>
                    <a:pt x="199" y="0"/>
                  </a:moveTo>
                  <a:cubicBezTo>
                    <a:pt x="103" y="0"/>
                    <a:pt x="17" y="70"/>
                    <a:pt x="10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1709" y="360"/>
                  </a:lnTo>
                  <a:cubicBezTo>
                    <a:pt x="1710" y="360"/>
                    <a:pt x="1710" y="360"/>
                    <a:pt x="1711" y="360"/>
                  </a:cubicBezTo>
                  <a:cubicBezTo>
                    <a:pt x="1811" y="360"/>
                    <a:pt x="1890" y="280"/>
                    <a:pt x="1890" y="181"/>
                  </a:cubicBezTo>
                  <a:cubicBezTo>
                    <a:pt x="1890" y="82"/>
                    <a:pt x="1810" y="0"/>
                    <a:pt x="17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71"/>
            <p:cNvSpPr/>
            <p:nvPr/>
          </p:nvSpPr>
          <p:spPr>
            <a:xfrm>
              <a:off x="2488042" y="4035401"/>
              <a:ext cx="30384" cy="13676"/>
            </a:xfrm>
            <a:custGeom>
              <a:rect b="b" l="l" r="r" t="t"/>
              <a:pathLst>
                <a:path extrusionOk="0" h="361" w="802">
                  <a:moveTo>
                    <a:pt x="197" y="1"/>
                  </a:moveTo>
                  <a:cubicBezTo>
                    <a:pt x="102" y="1"/>
                    <a:pt x="16" y="70"/>
                    <a:pt x="9" y="164"/>
                  </a:cubicBezTo>
                  <a:cubicBezTo>
                    <a:pt x="0" y="270"/>
                    <a:pt x="84" y="361"/>
                    <a:pt x="189" y="361"/>
                  </a:cubicBezTo>
                  <a:lnTo>
                    <a:pt x="605" y="361"/>
                  </a:lnTo>
                  <a:cubicBezTo>
                    <a:pt x="700" y="361"/>
                    <a:pt x="785" y="291"/>
                    <a:pt x="793" y="197"/>
                  </a:cubicBezTo>
                  <a:cubicBezTo>
                    <a:pt x="801" y="90"/>
                    <a:pt x="718" y="1"/>
                    <a:pt x="6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71"/>
            <p:cNvSpPr/>
            <p:nvPr/>
          </p:nvSpPr>
          <p:spPr>
            <a:xfrm>
              <a:off x="2488383" y="4066391"/>
              <a:ext cx="64367" cy="13676"/>
            </a:xfrm>
            <a:custGeom>
              <a:rect b="b" l="l" r="r" t="t"/>
              <a:pathLst>
                <a:path extrusionOk="0" h="361" w="1699">
                  <a:moveTo>
                    <a:pt x="199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1502" y="361"/>
                  </a:lnTo>
                  <a:cubicBezTo>
                    <a:pt x="1597" y="361"/>
                    <a:pt x="1682" y="292"/>
                    <a:pt x="1690" y="198"/>
                  </a:cubicBezTo>
                  <a:cubicBezTo>
                    <a:pt x="1698" y="90"/>
                    <a:pt x="1615" y="1"/>
                    <a:pt x="15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71"/>
            <p:cNvSpPr/>
            <p:nvPr/>
          </p:nvSpPr>
          <p:spPr>
            <a:xfrm>
              <a:off x="2725050" y="3973952"/>
              <a:ext cx="56979" cy="56979"/>
            </a:xfrm>
            <a:custGeom>
              <a:rect b="b" l="l" r="r" t="t"/>
              <a:pathLst>
                <a:path extrusionOk="0" h="1504" w="1504">
                  <a:moveTo>
                    <a:pt x="751" y="368"/>
                  </a:moveTo>
                  <a:cubicBezTo>
                    <a:pt x="964" y="368"/>
                    <a:pt x="1135" y="540"/>
                    <a:pt x="1135" y="752"/>
                  </a:cubicBezTo>
                  <a:cubicBezTo>
                    <a:pt x="1135" y="964"/>
                    <a:pt x="964" y="1136"/>
                    <a:pt x="751" y="1136"/>
                  </a:cubicBezTo>
                  <a:cubicBezTo>
                    <a:pt x="539" y="1136"/>
                    <a:pt x="368" y="964"/>
                    <a:pt x="368" y="752"/>
                  </a:cubicBezTo>
                  <a:cubicBezTo>
                    <a:pt x="368" y="540"/>
                    <a:pt x="539" y="368"/>
                    <a:pt x="751" y="368"/>
                  </a:cubicBezTo>
                  <a:close/>
                  <a:moveTo>
                    <a:pt x="751" y="0"/>
                  </a:moveTo>
                  <a:cubicBezTo>
                    <a:pt x="337" y="0"/>
                    <a:pt x="0" y="339"/>
                    <a:pt x="0" y="752"/>
                  </a:cubicBezTo>
                  <a:cubicBezTo>
                    <a:pt x="0" y="1166"/>
                    <a:pt x="337" y="1503"/>
                    <a:pt x="751" y="1503"/>
                  </a:cubicBezTo>
                  <a:cubicBezTo>
                    <a:pt x="1165" y="1503"/>
                    <a:pt x="1503" y="1166"/>
                    <a:pt x="1503" y="752"/>
                  </a:cubicBezTo>
                  <a:cubicBezTo>
                    <a:pt x="1503" y="339"/>
                    <a:pt x="1165" y="0"/>
                    <a:pt x="7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71"/>
            <p:cNvSpPr/>
            <p:nvPr/>
          </p:nvSpPr>
          <p:spPr>
            <a:xfrm>
              <a:off x="2335706" y="3768463"/>
              <a:ext cx="476707" cy="399763"/>
            </a:xfrm>
            <a:custGeom>
              <a:rect b="b" l="l" r="r" t="t"/>
              <a:pathLst>
                <a:path extrusionOk="0" h="10552" w="12583">
                  <a:moveTo>
                    <a:pt x="10548" y="361"/>
                  </a:moveTo>
                  <a:cubicBezTo>
                    <a:pt x="10657" y="361"/>
                    <a:pt x="10747" y="450"/>
                    <a:pt x="10747" y="560"/>
                  </a:cubicBezTo>
                  <a:lnTo>
                    <a:pt x="10747" y="1376"/>
                  </a:lnTo>
                  <a:lnTo>
                    <a:pt x="360" y="1376"/>
                  </a:lnTo>
                  <a:lnTo>
                    <a:pt x="360" y="560"/>
                  </a:lnTo>
                  <a:cubicBezTo>
                    <a:pt x="361" y="450"/>
                    <a:pt x="450" y="361"/>
                    <a:pt x="562" y="361"/>
                  </a:cubicBezTo>
                  <a:close/>
                  <a:moveTo>
                    <a:pt x="3210" y="1769"/>
                  </a:moveTo>
                  <a:lnTo>
                    <a:pt x="3210" y="9470"/>
                  </a:lnTo>
                  <a:lnTo>
                    <a:pt x="560" y="9470"/>
                  </a:lnTo>
                  <a:cubicBezTo>
                    <a:pt x="450" y="9470"/>
                    <a:pt x="360" y="9381"/>
                    <a:pt x="360" y="9269"/>
                  </a:cubicBezTo>
                  <a:lnTo>
                    <a:pt x="360" y="1769"/>
                  </a:lnTo>
                  <a:close/>
                  <a:moveTo>
                    <a:pt x="12079" y="4982"/>
                  </a:moveTo>
                  <a:cubicBezTo>
                    <a:pt x="12158" y="4982"/>
                    <a:pt x="12222" y="5047"/>
                    <a:pt x="12222" y="5126"/>
                  </a:cubicBezTo>
                  <a:lnTo>
                    <a:pt x="12222" y="8729"/>
                  </a:lnTo>
                  <a:lnTo>
                    <a:pt x="11000" y="7419"/>
                  </a:lnTo>
                  <a:cubicBezTo>
                    <a:pt x="10964" y="7380"/>
                    <a:pt x="10914" y="7360"/>
                    <a:pt x="10865" y="7360"/>
                  </a:cubicBezTo>
                  <a:cubicBezTo>
                    <a:pt x="10820" y="7360"/>
                    <a:pt x="10775" y="7376"/>
                    <a:pt x="10740" y="7409"/>
                  </a:cubicBezTo>
                  <a:lnTo>
                    <a:pt x="9308" y="8734"/>
                  </a:lnTo>
                  <a:lnTo>
                    <a:pt x="8082" y="7419"/>
                  </a:lnTo>
                  <a:cubicBezTo>
                    <a:pt x="8045" y="7380"/>
                    <a:pt x="7996" y="7360"/>
                    <a:pt x="7947" y="7360"/>
                  </a:cubicBezTo>
                  <a:cubicBezTo>
                    <a:pt x="7902" y="7360"/>
                    <a:pt x="7858" y="7376"/>
                    <a:pt x="7822" y="7409"/>
                  </a:cubicBezTo>
                  <a:lnTo>
                    <a:pt x="7423" y="7779"/>
                  </a:lnTo>
                  <a:cubicBezTo>
                    <a:pt x="7349" y="7848"/>
                    <a:pt x="7345" y="7964"/>
                    <a:pt x="7413" y="8039"/>
                  </a:cubicBezTo>
                  <a:cubicBezTo>
                    <a:pt x="7449" y="8078"/>
                    <a:pt x="7498" y="8098"/>
                    <a:pt x="7547" y="8098"/>
                  </a:cubicBezTo>
                  <a:cubicBezTo>
                    <a:pt x="7592" y="8098"/>
                    <a:pt x="7637" y="8081"/>
                    <a:pt x="7672" y="8049"/>
                  </a:cubicBezTo>
                  <a:lnTo>
                    <a:pt x="7937" y="7804"/>
                  </a:lnTo>
                  <a:lnTo>
                    <a:pt x="9776" y="9777"/>
                  </a:lnTo>
                  <a:cubicBezTo>
                    <a:pt x="9813" y="9817"/>
                    <a:pt x="9861" y="9837"/>
                    <a:pt x="9912" y="9837"/>
                  </a:cubicBezTo>
                  <a:cubicBezTo>
                    <a:pt x="10070" y="9837"/>
                    <a:pt x="10156" y="9644"/>
                    <a:pt x="10047" y="9527"/>
                  </a:cubicBezTo>
                  <a:lnTo>
                    <a:pt x="9560" y="9005"/>
                  </a:lnTo>
                  <a:lnTo>
                    <a:pt x="10855" y="7806"/>
                  </a:lnTo>
                  <a:lnTo>
                    <a:pt x="12222" y="9270"/>
                  </a:lnTo>
                  <a:lnTo>
                    <a:pt x="12222" y="10048"/>
                  </a:lnTo>
                  <a:cubicBezTo>
                    <a:pt x="12222" y="10128"/>
                    <a:pt x="12157" y="10192"/>
                    <a:pt x="12079" y="10192"/>
                  </a:cubicBezTo>
                  <a:lnTo>
                    <a:pt x="6732" y="10192"/>
                  </a:lnTo>
                  <a:cubicBezTo>
                    <a:pt x="6651" y="10192"/>
                    <a:pt x="6587" y="10127"/>
                    <a:pt x="6587" y="10048"/>
                  </a:cubicBezTo>
                  <a:lnTo>
                    <a:pt x="6587" y="9054"/>
                  </a:lnTo>
                  <a:lnTo>
                    <a:pt x="7038" y="8637"/>
                  </a:lnTo>
                  <a:cubicBezTo>
                    <a:pt x="7112" y="8567"/>
                    <a:pt x="7116" y="8451"/>
                    <a:pt x="7048" y="8377"/>
                  </a:cubicBezTo>
                  <a:cubicBezTo>
                    <a:pt x="7012" y="8337"/>
                    <a:pt x="6963" y="8318"/>
                    <a:pt x="6913" y="8318"/>
                  </a:cubicBezTo>
                  <a:cubicBezTo>
                    <a:pt x="6869" y="8318"/>
                    <a:pt x="6824" y="8334"/>
                    <a:pt x="6788" y="8366"/>
                  </a:cubicBezTo>
                  <a:lnTo>
                    <a:pt x="6587" y="8552"/>
                  </a:lnTo>
                  <a:lnTo>
                    <a:pt x="6587" y="5126"/>
                  </a:lnTo>
                  <a:cubicBezTo>
                    <a:pt x="6587" y="5046"/>
                    <a:pt x="6653" y="4982"/>
                    <a:pt x="6732" y="4982"/>
                  </a:cubicBezTo>
                  <a:close/>
                  <a:moveTo>
                    <a:pt x="569" y="0"/>
                  </a:moveTo>
                  <a:cubicBezTo>
                    <a:pt x="255" y="0"/>
                    <a:pt x="1" y="255"/>
                    <a:pt x="1" y="568"/>
                  </a:cubicBezTo>
                  <a:lnTo>
                    <a:pt x="1" y="9263"/>
                  </a:lnTo>
                  <a:cubicBezTo>
                    <a:pt x="1" y="9576"/>
                    <a:pt x="256" y="9830"/>
                    <a:pt x="569" y="9830"/>
                  </a:cubicBezTo>
                  <a:lnTo>
                    <a:pt x="6226" y="9830"/>
                  </a:lnTo>
                  <a:lnTo>
                    <a:pt x="6226" y="10039"/>
                  </a:lnTo>
                  <a:cubicBezTo>
                    <a:pt x="6226" y="10322"/>
                    <a:pt x="6455" y="10551"/>
                    <a:pt x="6738" y="10551"/>
                  </a:cubicBezTo>
                  <a:lnTo>
                    <a:pt x="12070" y="10551"/>
                  </a:lnTo>
                  <a:cubicBezTo>
                    <a:pt x="12353" y="10551"/>
                    <a:pt x="12582" y="10322"/>
                    <a:pt x="12582" y="10039"/>
                  </a:cubicBezTo>
                  <a:lnTo>
                    <a:pt x="12582" y="5131"/>
                  </a:lnTo>
                  <a:cubicBezTo>
                    <a:pt x="12582" y="4849"/>
                    <a:pt x="12353" y="4621"/>
                    <a:pt x="12071" y="4621"/>
                  </a:cubicBezTo>
                  <a:lnTo>
                    <a:pt x="11108" y="4621"/>
                  </a:lnTo>
                  <a:lnTo>
                    <a:pt x="11108" y="3451"/>
                  </a:lnTo>
                  <a:cubicBezTo>
                    <a:pt x="11108" y="3356"/>
                    <a:pt x="11038" y="3271"/>
                    <a:pt x="10944" y="3262"/>
                  </a:cubicBezTo>
                  <a:cubicBezTo>
                    <a:pt x="10939" y="3261"/>
                    <a:pt x="10934" y="3261"/>
                    <a:pt x="10928" y="3261"/>
                  </a:cubicBezTo>
                  <a:cubicBezTo>
                    <a:pt x="10829" y="3261"/>
                    <a:pt x="10748" y="3343"/>
                    <a:pt x="10748" y="3445"/>
                  </a:cubicBezTo>
                  <a:lnTo>
                    <a:pt x="10748" y="4619"/>
                  </a:lnTo>
                  <a:lnTo>
                    <a:pt x="6738" y="4619"/>
                  </a:lnTo>
                  <a:cubicBezTo>
                    <a:pt x="6455" y="4619"/>
                    <a:pt x="6226" y="4848"/>
                    <a:pt x="6226" y="5131"/>
                  </a:cubicBezTo>
                  <a:lnTo>
                    <a:pt x="6226" y="9468"/>
                  </a:lnTo>
                  <a:lnTo>
                    <a:pt x="3605" y="9468"/>
                  </a:lnTo>
                  <a:lnTo>
                    <a:pt x="3605" y="1769"/>
                  </a:lnTo>
                  <a:lnTo>
                    <a:pt x="10748" y="1769"/>
                  </a:lnTo>
                  <a:lnTo>
                    <a:pt x="10748" y="2619"/>
                  </a:lnTo>
                  <a:cubicBezTo>
                    <a:pt x="10748" y="2706"/>
                    <a:pt x="10806" y="2788"/>
                    <a:pt x="10892" y="2805"/>
                  </a:cubicBezTo>
                  <a:cubicBezTo>
                    <a:pt x="10904" y="2807"/>
                    <a:pt x="10916" y="2809"/>
                    <a:pt x="10928" y="2809"/>
                  </a:cubicBezTo>
                  <a:cubicBezTo>
                    <a:pt x="11028" y="2809"/>
                    <a:pt x="11109" y="2726"/>
                    <a:pt x="11109" y="2623"/>
                  </a:cubicBezTo>
                  <a:lnTo>
                    <a:pt x="11109" y="565"/>
                  </a:lnTo>
                  <a:cubicBezTo>
                    <a:pt x="11109" y="254"/>
                    <a:pt x="10855" y="0"/>
                    <a:pt x="105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56" name="Google Shape;2656;p71"/>
          <p:cNvGrpSpPr/>
          <p:nvPr/>
        </p:nvGrpSpPr>
        <p:grpSpPr>
          <a:xfrm>
            <a:off x="3238564" y="4223268"/>
            <a:ext cx="450904" cy="320850"/>
            <a:chOff x="3158000" y="3798203"/>
            <a:chExt cx="478109" cy="340207"/>
          </a:xfrm>
        </p:grpSpPr>
        <p:sp>
          <p:nvSpPr>
            <p:cNvPr id="2657" name="Google Shape;2657;p71"/>
            <p:cNvSpPr/>
            <p:nvPr/>
          </p:nvSpPr>
          <p:spPr>
            <a:xfrm>
              <a:off x="3212100" y="3830557"/>
              <a:ext cx="368697" cy="229697"/>
            </a:xfrm>
            <a:custGeom>
              <a:rect b="b" l="l" r="r" t="t"/>
              <a:pathLst>
                <a:path extrusionOk="0" h="6063" w="9732">
                  <a:moveTo>
                    <a:pt x="483" y="0"/>
                  </a:moveTo>
                  <a:cubicBezTo>
                    <a:pt x="216" y="0"/>
                    <a:pt x="0" y="217"/>
                    <a:pt x="0" y="484"/>
                  </a:cubicBezTo>
                  <a:lnTo>
                    <a:pt x="0" y="5871"/>
                  </a:lnTo>
                  <a:cubicBezTo>
                    <a:pt x="0" y="5977"/>
                    <a:pt x="85" y="6062"/>
                    <a:pt x="191" y="6062"/>
                  </a:cubicBezTo>
                  <a:lnTo>
                    <a:pt x="7041" y="6062"/>
                  </a:lnTo>
                  <a:cubicBezTo>
                    <a:pt x="7061" y="6062"/>
                    <a:pt x="7082" y="6053"/>
                    <a:pt x="7097" y="6038"/>
                  </a:cubicBezTo>
                  <a:cubicBezTo>
                    <a:pt x="7245" y="5884"/>
                    <a:pt x="7137" y="5702"/>
                    <a:pt x="6983" y="5702"/>
                  </a:cubicBezTo>
                  <a:lnTo>
                    <a:pt x="508" y="5702"/>
                  </a:lnTo>
                  <a:cubicBezTo>
                    <a:pt x="445" y="5702"/>
                    <a:pt x="394" y="5651"/>
                    <a:pt x="394" y="5587"/>
                  </a:cubicBezTo>
                  <a:lnTo>
                    <a:pt x="394" y="508"/>
                  </a:lnTo>
                  <a:cubicBezTo>
                    <a:pt x="394" y="445"/>
                    <a:pt x="445" y="393"/>
                    <a:pt x="509" y="393"/>
                  </a:cubicBezTo>
                  <a:lnTo>
                    <a:pt x="9290" y="393"/>
                  </a:lnTo>
                  <a:cubicBezTo>
                    <a:pt x="9353" y="393"/>
                    <a:pt x="9404" y="444"/>
                    <a:pt x="9404" y="508"/>
                  </a:cubicBezTo>
                  <a:lnTo>
                    <a:pt x="9404" y="5588"/>
                  </a:lnTo>
                  <a:cubicBezTo>
                    <a:pt x="9404" y="5651"/>
                    <a:pt x="9353" y="5702"/>
                    <a:pt x="9290" y="5702"/>
                  </a:cubicBezTo>
                  <a:lnTo>
                    <a:pt x="7908" y="5702"/>
                  </a:lnTo>
                  <a:cubicBezTo>
                    <a:pt x="7812" y="5702"/>
                    <a:pt x="7727" y="5771"/>
                    <a:pt x="7719" y="5865"/>
                  </a:cubicBezTo>
                  <a:cubicBezTo>
                    <a:pt x="7710" y="5972"/>
                    <a:pt x="7794" y="6062"/>
                    <a:pt x="7898" y="6062"/>
                  </a:cubicBezTo>
                  <a:lnTo>
                    <a:pt x="9248" y="6062"/>
                  </a:lnTo>
                  <a:cubicBezTo>
                    <a:pt x="9515" y="6062"/>
                    <a:pt x="9731" y="5847"/>
                    <a:pt x="9731" y="5579"/>
                  </a:cubicBezTo>
                  <a:lnTo>
                    <a:pt x="9731" y="484"/>
                  </a:lnTo>
                  <a:cubicBezTo>
                    <a:pt x="9731" y="217"/>
                    <a:pt x="9515" y="0"/>
                    <a:pt x="92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71"/>
            <p:cNvSpPr/>
            <p:nvPr/>
          </p:nvSpPr>
          <p:spPr>
            <a:xfrm>
              <a:off x="3158000" y="3798203"/>
              <a:ext cx="478109" cy="340207"/>
            </a:xfrm>
            <a:custGeom>
              <a:rect b="b" l="l" r="r" t="t"/>
              <a:pathLst>
                <a:path extrusionOk="0" h="8980" w="12620">
                  <a:moveTo>
                    <a:pt x="7424" y="7801"/>
                  </a:moveTo>
                  <a:lnTo>
                    <a:pt x="7424" y="7848"/>
                  </a:lnTo>
                  <a:cubicBezTo>
                    <a:pt x="7424" y="7949"/>
                    <a:pt x="7343" y="8031"/>
                    <a:pt x="7242" y="8031"/>
                  </a:cubicBezTo>
                  <a:lnTo>
                    <a:pt x="5378" y="8031"/>
                  </a:lnTo>
                  <a:cubicBezTo>
                    <a:pt x="5277" y="8031"/>
                    <a:pt x="5196" y="7949"/>
                    <a:pt x="5196" y="7848"/>
                  </a:cubicBezTo>
                  <a:lnTo>
                    <a:pt x="5196" y="7801"/>
                  </a:lnTo>
                  <a:close/>
                  <a:moveTo>
                    <a:pt x="12076" y="7800"/>
                  </a:moveTo>
                  <a:cubicBezTo>
                    <a:pt x="12142" y="7800"/>
                    <a:pt x="12195" y="7854"/>
                    <a:pt x="12195" y="7919"/>
                  </a:cubicBezTo>
                  <a:cubicBezTo>
                    <a:pt x="12197" y="8305"/>
                    <a:pt x="11883" y="8619"/>
                    <a:pt x="11497" y="8619"/>
                  </a:cubicBezTo>
                  <a:lnTo>
                    <a:pt x="1132" y="8619"/>
                  </a:lnTo>
                  <a:cubicBezTo>
                    <a:pt x="746" y="8619"/>
                    <a:pt x="432" y="8305"/>
                    <a:pt x="432" y="7919"/>
                  </a:cubicBezTo>
                  <a:cubicBezTo>
                    <a:pt x="432" y="7854"/>
                    <a:pt x="486" y="7800"/>
                    <a:pt x="551" y="7800"/>
                  </a:cubicBezTo>
                  <a:lnTo>
                    <a:pt x="4833" y="7800"/>
                  </a:lnTo>
                  <a:lnTo>
                    <a:pt x="4833" y="7839"/>
                  </a:lnTo>
                  <a:cubicBezTo>
                    <a:pt x="4833" y="8143"/>
                    <a:pt x="5079" y="8389"/>
                    <a:pt x="5383" y="8389"/>
                  </a:cubicBezTo>
                  <a:lnTo>
                    <a:pt x="7232" y="8389"/>
                  </a:lnTo>
                  <a:cubicBezTo>
                    <a:pt x="7535" y="8389"/>
                    <a:pt x="7781" y="8143"/>
                    <a:pt x="7781" y="7839"/>
                  </a:cubicBezTo>
                  <a:lnTo>
                    <a:pt x="7781" y="7800"/>
                  </a:lnTo>
                  <a:close/>
                  <a:moveTo>
                    <a:pt x="833" y="1"/>
                  </a:moveTo>
                  <a:cubicBezTo>
                    <a:pt x="729" y="1"/>
                    <a:pt x="643" y="85"/>
                    <a:pt x="643" y="192"/>
                  </a:cubicBezTo>
                  <a:lnTo>
                    <a:pt x="643" y="6933"/>
                  </a:lnTo>
                  <a:cubicBezTo>
                    <a:pt x="643" y="7108"/>
                    <a:pt x="696" y="7270"/>
                    <a:pt x="788" y="7405"/>
                  </a:cubicBezTo>
                  <a:lnTo>
                    <a:pt x="493" y="7405"/>
                  </a:lnTo>
                  <a:cubicBezTo>
                    <a:pt x="223" y="7405"/>
                    <a:pt x="1" y="7626"/>
                    <a:pt x="1" y="7898"/>
                  </a:cubicBezTo>
                  <a:cubicBezTo>
                    <a:pt x="1" y="8494"/>
                    <a:pt x="486" y="8980"/>
                    <a:pt x="1081" y="8980"/>
                  </a:cubicBezTo>
                  <a:lnTo>
                    <a:pt x="11537" y="8980"/>
                  </a:lnTo>
                  <a:cubicBezTo>
                    <a:pt x="12133" y="8980"/>
                    <a:pt x="12619" y="8495"/>
                    <a:pt x="12619" y="7898"/>
                  </a:cubicBezTo>
                  <a:cubicBezTo>
                    <a:pt x="12619" y="7629"/>
                    <a:pt x="12398" y="7408"/>
                    <a:pt x="12127" y="7408"/>
                  </a:cubicBezTo>
                  <a:lnTo>
                    <a:pt x="11833" y="7408"/>
                  </a:lnTo>
                  <a:cubicBezTo>
                    <a:pt x="11924" y="7272"/>
                    <a:pt x="11977" y="7110"/>
                    <a:pt x="11977" y="6934"/>
                  </a:cubicBezTo>
                  <a:lnTo>
                    <a:pt x="11977" y="193"/>
                  </a:lnTo>
                  <a:cubicBezTo>
                    <a:pt x="11977" y="88"/>
                    <a:pt x="11892" y="3"/>
                    <a:pt x="11787" y="3"/>
                  </a:cubicBezTo>
                  <a:lnTo>
                    <a:pt x="3808" y="3"/>
                  </a:lnTo>
                  <a:cubicBezTo>
                    <a:pt x="3797" y="3"/>
                    <a:pt x="3786" y="6"/>
                    <a:pt x="3779" y="14"/>
                  </a:cubicBezTo>
                  <a:cubicBezTo>
                    <a:pt x="3612" y="171"/>
                    <a:pt x="3723" y="362"/>
                    <a:pt x="3880" y="362"/>
                  </a:cubicBezTo>
                  <a:lnTo>
                    <a:pt x="11116" y="362"/>
                  </a:lnTo>
                  <a:cubicBezTo>
                    <a:pt x="11375" y="362"/>
                    <a:pt x="11584" y="571"/>
                    <a:pt x="11584" y="831"/>
                  </a:cubicBezTo>
                  <a:lnTo>
                    <a:pt x="11584" y="6937"/>
                  </a:lnTo>
                  <a:cubicBezTo>
                    <a:pt x="11584" y="7196"/>
                    <a:pt x="11375" y="7405"/>
                    <a:pt x="11116" y="7405"/>
                  </a:cubicBezTo>
                  <a:lnTo>
                    <a:pt x="1471" y="7405"/>
                  </a:lnTo>
                  <a:cubicBezTo>
                    <a:pt x="1213" y="7405"/>
                    <a:pt x="1003" y="7196"/>
                    <a:pt x="1003" y="6937"/>
                  </a:cubicBezTo>
                  <a:lnTo>
                    <a:pt x="1003" y="468"/>
                  </a:lnTo>
                  <a:cubicBezTo>
                    <a:pt x="1003" y="409"/>
                    <a:pt x="1051" y="361"/>
                    <a:pt x="1110" y="361"/>
                  </a:cubicBezTo>
                  <a:lnTo>
                    <a:pt x="3041" y="361"/>
                  </a:lnTo>
                  <a:cubicBezTo>
                    <a:pt x="3053" y="361"/>
                    <a:pt x="3063" y="357"/>
                    <a:pt x="3072" y="349"/>
                  </a:cubicBezTo>
                  <a:cubicBezTo>
                    <a:pt x="3234" y="192"/>
                    <a:pt x="3125" y="1"/>
                    <a:pt x="29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71"/>
            <p:cNvSpPr/>
            <p:nvPr/>
          </p:nvSpPr>
          <p:spPr>
            <a:xfrm>
              <a:off x="3249265" y="3898788"/>
              <a:ext cx="294253" cy="94447"/>
            </a:xfrm>
            <a:custGeom>
              <a:rect b="b" l="l" r="r" t="t"/>
              <a:pathLst>
                <a:path extrusionOk="0" h="2493" w="7767">
                  <a:moveTo>
                    <a:pt x="5114" y="362"/>
                  </a:moveTo>
                  <a:lnTo>
                    <a:pt x="5114" y="2099"/>
                  </a:lnTo>
                  <a:lnTo>
                    <a:pt x="395" y="2099"/>
                  </a:lnTo>
                  <a:lnTo>
                    <a:pt x="395" y="362"/>
                  </a:lnTo>
                  <a:close/>
                  <a:moveTo>
                    <a:pt x="7407" y="362"/>
                  </a:moveTo>
                  <a:lnTo>
                    <a:pt x="7407" y="2099"/>
                  </a:lnTo>
                  <a:lnTo>
                    <a:pt x="5473" y="2099"/>
                  </a:lnTo>
                  <a:lnTo>
                    <a:pt x="5473" y="362"/>
                  </a:lnTo>
                  <a:close/>
                  <a:moveTo>
                    <a:pt x="186" y="1"/>
                  </a:moveTo>
                  <a:cubicBezTo>
                    <a:pt x="83" y="1"/>
                    <a:pt x="1" y="83"/>
                    <a:pt x="1" y="186"/>
                  </a:cubicBezTo>
                  <a:lnTo>
                    <a:pt x="1" y="2308"/>
                  </a:lnTo>
                  <a:cubicBezTo>
                    <a:pt x="1" y="2410"/>
                    <a:pt x="83" y="2492"/>
                    <a:pt x="186" y="2492"/>
                  </a:cubicBezTo>
                  <a:lnTo>
                    <a:pt x="7582" y="2492"/>
                  </a:lnTo>
                  <a:cubicBezTo>
                    <a:pt x="7685" y="2491"/>
                    <a:pt x="7767" y="2409"/>
                    <a:pt x="7767" y="2307"/>
                  </a:cubicBezTo>
                  <a:lnTo>
                    <a:pt x="7767" y="186"/>
                  </a:lnTo>
                  <a:cubicBezTo>
                    <a:pt x="7767" y="83"/>
                    <a:pt x="7685" y="1"/>
                    <a:pt x="7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71"/>
            <p:cNvSpPr/>
            <p:nvPr/>
          </p:nvSpPr>
          <p:spPr>
            <a:xfrm>
              <a:off x="3276618" y="3926406"/>
              <a:ext cx="13714" cy="38984"/>
            </a:xfrm>
            <a:custGeom>
              <a:rect b="b" l="l" r="r" t="t"/>
              <a:pathLst>
                <a:path extrusionOk="0" h="1029" w="362">
                  <a:moveTo>
                    <a:pt x="182" y="1"/>
                  </a:moveTo>
                  <a:cubicBezTo>
                    <a:pt x="81" y="1"/>
                    <a:pt x="1" y="81"/>
                    <a:pt x="1" y="181"/>
                  </a:cubicBezTo>
                  <a:lnTo>
                    <a:pt x="1" y="847"/>
                  </a:lnTo>
                  <a:cubicBezTo>
                    <a:pt x="0" y="947"/>
                    <a:pt x="82" y="1028"/>
                    <a:pt x="181" y="1028"/>
                  </a:cubicBezTo>
                  <a:cubicBezTo>
                    <a:pt x="281" y="1028"/>
                    <a:pt x="362" y="946"/>
                    <a:pt x="362" y="847"/>
                  </a:cubicBezTo>
                  <a:lnTo>
                    <a:pt x="362" y="190"/>
                  </a:lnTo>
                  <a:cubicBezTo>
                    <a:pt x="362" y="94"/>
                    <a:pt x="292" y="9"/>
                    <a:pt x="198" y="2"/>
                  </a:cubicBezTo>
                  <a:cubicBezTo>
                    <a:pt x="193" y="1"/>
                    <a:pt x="187" y="1"/>
                    <a:pt x="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71"/>
            <p:cNvSpPr/>
            <p:nvPr/>
          </p:nvSpPr>
          <p:spPr>
            <a:xfrm>
              <a:off x="3468164" y="3921405"/>
              <a:ext cx="51221" cy="49061"/>
            </a:xfrm>
            <a:custGeom>
              <a:rect b="b" l="l" r="r" t="t"/>
              <a:pathLst>
                <a:path extrusionOk="0" h="1295" w="1352">
                  <a:moveTo>
                    <a:pt x="545" y="369"/>
                  </a:moveTo>
                  <a:cubicBezTo>
                    <a:pt x="642" y="369"/>
                    <a:pt x="720" y="448"/>
                    <a:pt x="720" y="544"/>
                  </a:cubicBezTo>
                  <a:cubicBezTo>
                    <a:pt x="720" y="636"/>
                    <a:pt x="641" y="720"/>
                    <a:pt x="545" y="720"/>
                  </a:cubicBezTo>
                  <a:cubicBezTo>
                    <a:pt x="448" y="720"/>
                    <a:pt x="370" y="642"/>
                    <a:pt x="370" y="544"/>
                  </a:cubicBezTo>
                  <a:cubicBezTo>
                    <a:pt x="370" y="448"/>
                    <a:pt x="448" y="369"/>
                    <a:pt x="545" y="369"/>
                  </a:cubicBezTo>
                  <a:close/>
                  <a:moveTo>
                    <a:pt x="543" y="1"/>
                  </a:moveTo>
                  <a:cubicBezTo>
                    <a:pt x="244" y="1"/>
                    <a:pt x="1" y="245"/>
                    <a:pt x="1" y="544"/>
                  </a:cubicBezTo>
                  <a:cubicBezTo>
                    <a:pt x="2" y="843"/>
                    <a:pt x="245" y="1088"/>
                    <a:pt x="545" y="1088"/>
                  </a:cubicBezTo>
                  <a:cubicBezTo>
                    <a:pt x="634" y="1088"/>
                    <a:pt x="716" y="1067"/>
                    <a:pt x="792" y="1029"/>
                  </a:cubicBezTo>
                  <a:lnTo>
                    <a:pt x="1022" y="1245"/>
                  </a:lnTo>
                  <a:cubicBezTo>
                    <a:pt x="1057" y="1277"/>
                    <a:pt x="1103" y="1294"/>
                    <a:pt x="1148" y="1294"/>
                  </a:cubicBezTo>
                  <a:cubicBezTo>
                    <a:pt x="1197" y="1294"/>
                    <a:pt x="1245" y="1274"/>
                    <a:pt x="1282" y="1235"/>
                  </a:cubicBezTo>
                  <a:cubicBezTo>
                    <a:pt x="1352" y="1161"/>
                    <a:pt x="1348" y="1044"/>
                    <a:pt x="1273" y="975"/>
                  </a:cubicBezTo>
                  <a:lnTo>
                    <a:pt x="1043" y="760"/>
                  </a:lnTo>
                  <a:cubicBezTo>
                    <a:pt x="1071" y="694"/>
                    <a:pt x="1087" y="622"/>
                    <a:pt x="1087" y="544"/>
                  </a:cubicBezTo>
                  <a:cubicBezTo>
                    <a:pt x="1087" y="245"/>
                    <a:pt x="844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2" name="Google Shape;2662;p71"/>
          <p:cNvGrpSpPr/>
          <p:nvPr/>
        </p:nvGrpSpPr>
        <p:grpSpPr>
          <a:xfrm>
            <a:off x="1746220" y="4159026"/>
            <a:ext cx="416783" cy="449547"/>
            <a:chOff x="1575695" y="3730086"/>
            <a:chExt cx="441929" cy="476669"/>
          </a:xfrm>
        </p:grpSpPr>
        <p:sp>
          <p:nvSpPr>
            <p:cNvPr id="2663" name="Google Shape;2663;p71"/>
            <p:cNvSpPr/>
            <p:nvPr/>
          </p:nvSpPr>
          <p:spPr>
            <a:xfrm>
              <a:off x="1692987" y="4155800"/>
              <a:ext cx="29247" cy="13639"/>
            </a:xfrm>
            <a:custGeom>
              <a:rect b="b" l="l" r="r" t="t"/>
              <a:pathLst>
                <a:path extrusionOk="0" h="360" w="772">
                  <a:moveTo>
                    <a:pt x="199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573" y="360"/>
                  </a:lnTo>
                  <a:cubicBezTo>
                    <a:pt x="670" y="360"/>
                    <a:pt x="755" y="290"/>
                    <a:pt x="762" y="196"/>
                  </a:cubicBezTo>
                  <a:cubicBezTo>
                    <a:pt x="771" y="88"/>
                    <a:pt x="688" y="0"/>
                    <a:pt x="5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71"/>
            <p:cNvSpPr/>
            <p:nvPr/>
          </p:nvSpPr>
          <p:spPr>
            <a:xfrm>
              <a:off x="1575695" y="3730086"/>
              <a:ext cx="441929" cy="476669"/>
            </a:xfrm>
            <a:custGeom>
              <a:rect b="b" l="l" r="r" t="t"/>
              <a:pathLst>
                <a:path extrusionOk="0" h="12582" w="11665">
                  <a:moveTo>
                    <a:pt x="7469" y="1896"/>
                  </a:moveTo>
                  <a:lnTo>
                    <a:pt x="7469" y="2839"/>
                  </a:lnTo>
                  <a:cubicBezTo>
                    <a:pt x="7469" y="2925"/>
                    <a:pt x="7530" y="2999"/>
                    <a:pt x="7614" y="3019"/>
                  </a:cubicBezTo>
                  <a:cubicBezTo>
                    <a:pt x="7991" y="3103"/>
                    <a:pt x="8347" y="3251"/>
                    <a:pt x="8674" y="3458"/>
                  </a:cubicBezTo>
                  <a:cubicBezTo>
                    <a:pt x="8704" y="3477"/>
                    <a:pt x="8739" y="3486"/>
                    <a:pt x="8773" y="3486"/>
                  </a:cubicBezTo>
                  <a:cubicBezTo>
                    <a:pt x="8821" y="3486"/>
                    <a:pt x="8868" y="3468"/>
                    <a:pt x="8904" y="3433"/>
                  </a:cubicBezTo>
                  <a:lnTo>
                    <a:pt x="9587" y="2752"/>
                  </a:lnTo>
                  <a:lnTo>
                    <a:pt x="10424" y="3586"/>
                  </a:lnTo>
                  <a:lnTo>
                    <a:pt x="9740" y="4267"/>
                  </a:lnTo>
                  <a:cubicBezTo>
                    <a:pt x="9679" y="4328"/>
                    <a:pt x="9669" y="4424"/>
                    <a:pt x="9716" y="4498"/>
                  </a:cubicBezTo>
                  <a:cubicBezTo>
                    <a:pt x="9922" y="4823"/>
                    <a:pt x="10070" y="5179"/>
                    <a:pt x="10156" y="5553"/>
                  </a:cubicBezTo>
                  <a:cubicBezTo>
                    <a:pt x="10175" y="5639"/>
                    <a:pt x="10250" y="5698"/>
                    <a:pt x="10336" y="5698"/>
                  </a:cubicBezTo>
                  <a:lnTo>
                    <a:pt x="11303" y="5698"/>
                  </a:lnTo>
                  <a:lnTo>
                    <a:pt x="11303" y="6878"/>
                  </a:lnTo>
                  <a:lnTo>
                    <a:pt x="10336" y="6878"/>
                  </a:lnTo>
                  <a:cubicBezTo>
                    <a:pt x="10250" y="6878"/>
                    <a:pt x="10173" y="6939"/>
                    <a:pt x="10156" y="7023"/>
                  </a:cubicBezTo>
                  <a:cubicBezTo>
                    <a:pt x="10072" y="7399"/>
                    <a:pt x="9924" y="7755"/>
                    <a:pt x="9716" y="8080"/>
                  </a:cubicBezTo>
                  <a:cubicBezTo>
                    <a:pt x="9669" y="8153"/>
                    <a:pt x="9680" y="8248"/>
                    <a:pt x="9741" y="8310"/>
                  </a:cubicBezTo>
                  <a:lnTo>
                    <a:pt x="10424" y="8991"/>
                  </a:lnTo>
                  <a:lnTo>
                    <a:pt x="9587" y="9824"/>
                  </a:lnTo>
                  <a:lnTo>
                    <a:pt x="8904" y="9144"/>
                  </a:lnTo>
                  <a:cubicBezTo>
                    <a:pt x="8868" y="9108"/>
                    <a:pt x="8821" y="9089"/>
                    <a:pt x="8773" y="9089"/>
                  </a:cubicBezTo>
                  <a:cubicBezTo>
                    <a:pt x="8739" y="9089"/>
                    <a:pt x="8704" y="9099"/>
                    <a:pt x="8674" y="9119"/>
                  </a:cubicBezTo>
                  <a:cubicBezTo>
                    <a:pt x="8346" y="9326"/>
                    <a:pt x="7990" y="9473"/>
                    <a:pt x="7615" y="9556"/>
                  </a:cubicBezTo>
                  <a:cubicBezTo>
                    <a:pt x="7529" y="9574"/>
                    <a:pt x="7469" y="9649"/>
                    <a:pt x="7469" y="9737"/>
                  </a:cubicBezTo>
                  <a:lnTo>
                    <a:pt x="7469" y="10679"/>
                  </a:lnTo>
                  <a:lnTo>
                    <a:pt x="6978" y="10679"/>
                  </a:lnTo>
                  <a:lnTo>
                    <a:pt x="6978" y="8575"/>
                  </a:lnTo>
                  <a:cubicBezTo>
                    <a:pt x="7482" y="8556"/>
                    <a:pt x="7967" y="8364"/>
                    <a:pt x="8351" y="8034"/>
                  </a:cubicBezTo>
                  <a:cubicBezTo>
                    <a:pt x="8428" y="7968"/>
                    <a:pt x="8438" y="7851"/>
                    <a:pt x="8372" y="7774"/>
                  </a:cubicBezTo>
                  <a:cubicBezTo>
                    <a:pt x="8337" y="7731"/>
                    <a:pt x="8285" y="7709"/>
                    <a:pt x="8234" y="7709"/>
                  </a:cubicBezTo>
                  <a:cubicBezTo>
                    <a:pt x="8193" y="7709"/>
                    <a:pt x="8151" y="7723"/>
                    <a:pt x="8118" y="7753"/>
                  </a:cubicBezTo>
                  <a:cubicBezTo>
                    <a:pt x="7798" y="8028"/>
                    <a:pt x="7396" y="8187"/>
                    <a:pt x="6978" y="8207"/>
                  </a:cubicBezTo>
                  <a:lnTo>
                    <a:pt x="6978" y="4370"/>
                  </a:lnTo>
                  <a:cubicBezTo>
                    <a:pt x="7983" y="4417"/>
                    <a:pt x="8788" y="5259"/>
                    <a:pt x="8788" y="6289"/>
                  </a:cubicBezTo>
                  <a:cubicBezTo>
                    <a:pt x="8788" y="6593"/>
                    <a:pt x="8720" y="6886"/>
                    <a:pt x="8584" y="7155"/>
                  </a:cubicBezTo>
                  <a:cubicBezTo>
                    <a:pt x="8538" y="7245"/>
                    <a:pt x="8574" y="7357"/>
                    <a:pt x="8663" y="7402"/>
                  </a:cubicBezTo>
                  <a:cubicBezTo>
                    <a:pt x="8690" y="7416"/>
                    <a:pt x="8718" y="7422"/>
                    <a:pt x="8746" y="7422"/>
                  </a:cubicBezTo>
                  <a:cubicBezTo>
                    <a:pt x="8812" y="7422"/>
                    <a:pt x="8875" y="7385"/>
                    <a:pt x="8906" y="7321"/>
                  </a:cubicBezTo>
                  <a:cubicBezTo>
                    <a:pt x="9067" y="6999"/>
                    <a:pt x="9150" y="6651"/>
                    <a:pt x="9150" y="6287"/>
                  </a:cubicBezTo>
                  <a:cubicBezTo>
                    <a:pt x="9150" y="5055"/>
                    <a:pt x="8184" y="4047"/>
                    <a:pt x="6978" y="4000"/>
                  </a:cubicBezTo>
                  <a:lnTo>
                    <a:pt x="6978" y="1896"/>
                  </a:lnTo>
                  <a:close/>
                  <a:moveTo>
                    <a:pt x="6583" y="10614"/>
                  </a:moveTo>
                  <a:lnTo>
                    <a:pt x="6583" y="11682"/>
                  </a:lnTo>
                  <a:cubicBezTo>
                    <a:pt x="6584" y="11979"/>
                    <a:pt x="6343" y="12220"/>
                    <a:pt x="6046" y="12220"/>
                  </a:cubicBezTo>
                  <a:lnTo>
                    <a:pt x="896" y="12220"/>
                  </a:lnTo>
                  <a:cubicBezTo>
                    <a:pt x="599" y="12220"/>
                    <a:pt x="358" y="11979"/>
                    <a:pt x="358" y="11682"/>
                  </a:cubicBezTo>
                  <a:lnTo>
                    <a:pt x="358" y="10614"/>
                  </a:lnTo>
                  <a:close/>
                  <a:moveTo>
                    <a:pt x="191" y="0"/>
                  </a:moveTo>
                  <a:cubicBezTo>
                    <a:pt x="85" y="0"/>
                    <a:pt x="1" y="85"/>
                    <a:pt x="1" y="191"/>
                  </a:cubicBezTo>
                  <a:lnTo>
                    <a:pt x="1" y="2189"/>
                  </a:lnTo>
                  <a:cubicBezTo>
                    <a:pt x="1" y="2200"/>
                    <a:pt x="4" y="2210"/>
                    <a:pt x="11" y="2217"/>
                  </a:cubicBezTo>
                  <a:cubicBezTo>
                    <a:pt x="66" y="2276"/>
                    <a:pt x="126" y="2300"/>
                    <a:pt x="180" y="2300"/>
                  </a:cubicBezTo>
                  <a:cubicBezTo>
                    <a:pt x="280" y="2300"/>
                    <a:pt x="360" y="2218"/>
                    <a:pt x="360" y="2116"/>
                  </a:cubicBezTo>
                  <a:lnTo>
                    <a:pt x="360" y="898"/>
                  </a:lnTo>
                  <a:cubicBezTo>
                    <a:pt x="360" y="602"/>
                    <a:pt x="601" y="361"/>
                    <a:pt x="898" y="361"/>
                  </a:cubicBezTo>
                  <a:lnTo>
                    <a:pt x="6049" y="361"/>
                  </a:lnTo>
                  <a:cubicBezTo>
                    <a:pt x="6345" y="361"/>
                    <a:pt x="6586" y="602"/>
                    <a:pt x="6586" y="898"/>
                  </a:cubicBezTo>
                  <a:lnTo>
                    <a:pt x="6586" y="10222"/>
                  </a:lnTo>
                  <a:lnTo>
                    <a:pt x="362" y="10222"/>
                  </a:lnTo>
                  <a:lnTo>
                    <a:pt x="362" y="2916"/>
                  </a:lnTo>
                  <a:cubicBezTo>
                    <a:pt x="362" y="2828"/>
                    <a:pt x="303" y="2746"/>
                    <a:pt x="217" y="2730"/>
                  </a:cubicBezTo>
                  <a:cubicBezTo>
                    <a:pt x="205" y="2727"/>
                    <a:pt x="193" y="2726"/>
                    <a:pt x="181" y="2726"/>
                  </a:cubicBezTo>
                  <a:cubicBezTo>
                    <a:pt x="82" y="2726"/>
                    <a:pt x="1" y="2809"/>
                    <a:pt x="1" y="2912"/>
                  </a:cubicBezTo>
                  <a:lnTo>
                    <a:pt x="1" y="11682"/>
                  </a:lnTo>
                  <a:cubicBezTo>
                    <a:pt x="1" y="12180"/>
                    <a:pt x="404" y="12581"/>
                    <a:pt x="899" y="12581"/>
                  </a:cubicBezTo>
                  <a:lnTo>
                    <a:pt x="6072" y="12581"/>
                  </a:lnTo>
                  <a:cubicBezTo>
                    <a:pt x="6572" y="12581"/>
                    <a:pt x="6978" y="12176"/>
                    <a:pt x="6978" y="11675"/>
                  </a:cubicBezTo>
                  <a:lnTo>
                    <a:pt x="6978" y="11042"/>
                  </a:lnTo>
                  <a:lnTo>
                    <a:pt x="7477" y="11042"/>
                  </a:lnTo>
                  <a:cubicBezTo>
                    <a:pt x="7671" y="11042"/>
                    <a:pt x="7831" y="10883"/>
                    <a:pt x="7831" y="10689"/>
                  </a:cubicBezTo>
                  <a:lnTo>
                    <a:pt x="7831" y="9850"/>
                  </a:lnTo>
                  <a:cubicBezTo>
                    <a:pt x="8148" y="9766"/>
                    <a:pt x="8452" y="9641"/>
                    <a:pt x="8737" y="9479"/>
                  </a:cubicBezTo>
                  <a:lnTo>
                    <a:pt x="9328" y="10062"/>
                  </a:lnTo>
                  <a:cubicBezTo>
                    <a:pt x="9397" y="10130"/>
                    <a:pt x="9488" y="10164"/>
                    <a:pt x="9579" y="10164"/>
                  </a:cubicBezTo>
                  <a:cubicBezTo>
                    <a:pt x="9669" y="10164"/>
                    <a:pt x="9760" y="10130"/>
                    <a:pt x="9829" y="10062"/>
                  </a:cubicBezTo>
                  <a:lnTo>
                    <a:pt x="10683" y="9221"/>
                  </a:lnTo>
                  <a:cubicBezTo>
                    <a:pt x="10734" y="9170"/>
                    <a:pt x="10774" y="9107"/>
                    <a:pt x="10786" y="9036"/>
                  </a:cubicBezTo>
                  <a:cubicBezTo>
                    <a:pt x="10808" y="8917"/>
                    <a:pt x="10772" y="8800"/>
                    <a:pt x="10688" y="8720"/>
                  </a:cubicBezTo>
                  <a:lnTo>
                    <a:pt x="10098" y="8137"/>
                  </a:lnTo>
                  <a:cubicBezTo>
                    <a:pt x="10263" y="7855"/>
                    <a:pt x="10388" y="7557"/>
                    <a:pt x="10473" y="7243"/>
                  </a:cubicBezTo>
                  <a:lnTo>
                    <a:pt x="11311" y="7243"/>
                  </a:lnTo>
                  <a:cubicBezTo>
                    <a:pt x="11507" y="7243"/>
                    <a:pt x="11665" y="7085"/>
                    <a:pt x="11665" y="6889"/>
                  </a:cubicBezTo>
                  <a:lnTo>
                    <a:pt x="11665" y="5694"/>
                  </a:lnTo>
                  <a:cubicBezTo>
                    <a:pt x="11663" y="5496"/>
                    <a:pt x="11504" y="5339"/>
                    <a:pt x="11308" y="5339"/>
                  </a:cubicBezTo>
                  <a:lnTo>
                    <a:pt x="10471" y="5339"/>
                  </a:lnTo>
                  <a:cubicBezTo>
                    <a:pt x="10387" y="5027"/>
                    <a:pt x="10260" y="4726"/>
                    <a:pt x="10095" y="4445"/>
                  </a:cubicBezTo>
                  <a:lnTo>
                    <a:pt x="10686" y="3862"/>
                  </a:lnTo>
                  <a:cubicBezTo>
                    <a:pt x="10769" y="3780"/>
                    <a:pt x="10806" y="3663"/>
                    <a:pt x="10784" y="3546"/>
                  </a:cubicBezTo>
                  <a:cubicBezTo>
                    <a:pt x="10770" y="3474"/>
                    <a:pt x="10732" y="3411"/>
                    <a:pt x="10680" y="3361"/>
                  </a:cubicBezTo>
                  <a:lnTo>
                    <a:pt x="9827" y="2519"/>
                  </a:lnTo>
                  <a:cubicBezTo>
                    <a:pt x="9758" y="2451"/>
                    <a:pt x="9667" y="2417"/>
                    <a:pt x="9576" y="2417"/>
                  </a:cubicBezTo>
                  <a:cubicBezTo>
                    <a:pt x="9486" y="2417"/>
                    <a:pt x="9395" y="2451"/>
                    <a:pt x="9325" y="2519"/>
                  </a:cubicBezTo>
                  <a:lnTo>
                    <a:pt x="8733" y="3103"/>
                  </a:lnTo>
                  <a:cubicBezTo>
                    <a:pt x="8450" y="2939"/>
                    <a:pt x="8146" y="2817"/>
                    <a:pt x="7827" y="2733"/>
                  </a:cubicBezTo>
                  <a:lnTo>
                    <a:pt x="7827" y="1839"/>
                  </a:lnTo>
                  <a:cubicBezTo>
                    <a:pt x="7827" y="1673"/>
                    <a:pt x="7693" y="1540"/>
                    <a:pt x="7528" y="1540"/>
                  </a:cubicBezTo>
                  <a:lnTo>
                    <a:pt x="6978" y="1540"/>
                  </a:lnTo>
                  <a:lnTo>
                    <a:pt x="6978" y="770"/>
                  </a:lnTo>
                  <a:cubicBezTo>
                    <a:pt x="6978" y="345"/>
                    <a:pt x="6633" y="0"/>
                    <a:pt x="62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71"/>
            <p:cNvSpPr/>
            <p:nvPr/>
          </p:nvSpPr>
          <p:spPr>
            <a:xfrm>
              <a:off x="1605397" y="3773464"/>
              <a:ext cx="60881" cy="60843"/>
            </a:xfrm>
            <a:custGeom>
              <a:rect b="b" l="l" r="r" t="t"/>
              <a:pathLst>
                <a:path extrusionOk="0" h="1606" w="1607">
                  <a:moveTo>
                    <a:pt x="1246" y="360"/>
                  </a:moveTo>
                  <a:lnTo>
                    <a:pt x="1246" y="1245"/>
                  </a:lnTo>
                  <a:lnTo>
                    <a:pt x="361" y="1245"/>
                  </a:lnTo>
                  <a:lnTo>
                    <a:pt x="361" y="360"/>
                  </a:lnTo>
                  <a:close/>
                  <a:moveTo>
                    <a:pt x="246" y="0"/>
                  </a:moveTo>
                  <a:cubicBezTo>
                    <a:pt x="112" y="0"/>
                    <a:pt x="2" y="110"/>
                    <a:pt x="2" y="245"/>
                  </a:cubicBezTo>
                  <a:lnTo>
                    <a:pt x="2" y="1362"/>
                  </a:lnTo>
                  <a:cubicBezTo>
                    <a:pt x="0" y="1496"/>
                    <a:pt x="110" y="1606"/>
                    <a:pt x="245" y="1606"/>
                  </a:cubicBezTo>
                  <a:lnTo>
                    <a:pt x="1362" y="1606"/>
                  </a:lnTo>
                  <a:cubicBezTo>
                    <a:pt x="1497" y="1606"/>
                    <a:pt x="1607" y="1496"/>
                    <a:pt x="1607" y="1361"/>
                  </a:cubicBezTo>
                  <a:lnTo>
                    <a:pt x="1607" y="245"/>
                  </a:lnTo>
                  <a:cubicBezTo>
                    <a:pt x="1607" y="111"/>
                    <a:pt x="1497" y="0"/>
                    <a:pt x="1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71"/>
            <p:cNvSpPr/>
            <p:nvPr/>
          </p:nvSpPr>
          <p:spPr>
            <a:xfrm>
              <a:off x="1677378" y="3773464"/>
              <a:ext cx="60881" cy="60843"/>
            </a:xfrm>
            <a:custGeom>
              <a:rect b="b" l="l" r="r" t="t"/>
              <a:pathLst>
                <a:path extrusionOk="0" h="1606" w="1607">
                  <a:moveTo>
                    <a:pt x="1246" y="360"/>
                  </a:moveTo>
                  <a:lnTo>
                    <a:pt x="1246" y="1245"/>
                  </a:lnTo>
                  <a:lnTo>
                    <a:pt x="361" y="1245"/>
                  </a:lnTo>
                  <a:lnTo>
                    <a:pt x="361" y="360"/>
                  </a:lnTo>
                  <a:close/>
                  <a:moveTo>
                    <a:pt x="246" y="0"/>
                  </a:moveTo>
                  <a:cubicBezTo>
                    <a:pt x="111" y="0"/>
                    <a:pt x="1" y="110"/>
                    <a:pt x="1" y="245"/>
                  </a:cubicBezTo>
                  <a:lnTo>
                    <a:pt x="1" y="1362"/>
                  </a:lnTo>
                  <a:cubicBezTo>
                    <a:pt x="1" y="1496"/>
                    <a:pt x="111" y="1606"/>
                    <a:pt x="245" y="1606"/>
                  </a:cubicBezTo>
                  <a:lnTo>
                    <a:pt x="1361" y="1606"/>
                  </a:lnTo>
                  <a:cubicBezTo>
                    <a:pt x="1497" y="1606"/>
                    <a:pt x="1607" y="1496"/>
                    <a:pt x="1607" y="1361"/>
                  </a:cubicBezTo>
                  <a:lnTo>
                    <a:pt x="1607" y="245"/>
                  </a:lnTo>
                  <a:cubicBezTo>
                    <a:pt x="1607" y="111"/>
                    <a:pt x="1497" y="0"/>
                    <a:pt x="1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71"/>
            <p:cNvSpPr/>
            <p:nvPr/>
          </p:nvSpPr>
          <p:spPr>
            <a:xfrm>
              <a:off x="1749398" y="3773464"/>
              <a:ext cx="60881" cy="60843"/>
            </a:xfrm>
            <a:custGeom>
              <a:rect b="b" l="l" r="r" t="t"/>
              <a:pathLst>
                <a:path extrusionOk="0" h="1606" w="1607">
                  <a:moveTo>
                    <a:pt x="1246" y="360"/>
                  </a:moveTo>
                  <a:lnTo>
                    <a:pt x="1246" y="1245"/>
                  </a:lnTo>
                  <a:lnTo>
                    <a:pt x="361" y="1245"/>
                  </a:lnTo>
                  <a:lnTo>
                    <a:pt x="361" y="360"/>
                  </a:lnTo>
                  <a:close/>
                  <a:moveTo>
                    <a:pt x="246" y="0"/>
                  </a:moveTo>
                  <a:cubicBezTo>
                    <a:pt x="111" y="0"/>
                    <a:pt x="1" y="110"/>
                    <a:pt x="1" y="245"/>
                  </a:cubicBezTo>
                  <a:lnTo>
                    <a:pt x="1" y="1362"/>
                  </a:lnTo>
                  <a:cubicBezTo>
                    <a:pt x="1" y="1496"/>
                    <a:pt x="110" y="1606"/>
                    <a:pt x="245" y="1606"/>
                  </a:cubicBezTo>
                  <a:lnTo>
                    <a:pt x="1361" y="1606"/>
                  </a:lnTo>
                  <a:cubicBezTo>
                    <a:pt x="1497" y="1606"/>
                    <a:pt x="1606" y="1496"/>
                    <a:pt x="1606" y="1361"/>
                  </a:cubicBezTo>
                  <a:lnTo>
                    <a:pt x="1606" y="245"/>
                  </a:lnTo>
                  <a:cubicBezTo>
                    <a:pt x="1606" y="111"/>
                    <a:pt x="1497" y="0"/>
                    <a:pt x="1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71"/>
            <p:cNvSpPr/>
            <p:nvPr/>
          </p:nvSpPr>
          <p:spPr>
            <a:xfrm>
              <a:off x="1605397" y="3851697"/>
              <a:ext cx="60881" cy="60805"/>
            </a:xfrm>
            <a:custGeom>
              <a:rect b="b" l="l" r="r" t="t"/>
              <a:pathLst>
                <a:path extrusionOk="0" h="1605" w="1607">
                  <a:moveTo>
                    <a:pt x="1246" y="361"/>
                  </a:moveTo>
                  <a:lnTo>
                    <a:pt x="1246" y="1246"/>
                  </a:lnTo>
                  <a:lnTo>
                    <a:pt x="361" y="1246"/>
                  </a:lnTo>
                  <a:lnTo>
                    <a:pt x="361" y="361"/>
                  </a:lnTo>
                  <a:close/>
                  <a:moveTo>
                    <a:pt x="246" y="0"/>
                  </a:moveTo>
                  <a:cubicBezTo>
                    <a:pt x="111" y="0"/>
                    <a:pt x="2" y="110"/>
                    <a:pt x="2" y="245"/>
                  </a:cubicBezTo>
                  <a:lnTo>
                    <a:pt x="2" y="1360"/>
                  </a:lnTo>
                  <a:cubicBezTo>
                    <a:pt x="0" y="1495"/>
                    <a:pt x="110" y="1605"/>
                    <a:pt x="246" y="1605"/>
                  </a:cubicBezTo>
                  <a:lnTo>
                    <a:pt x="1362" y="1605"/>
                  </a:lnTo>
                  <a:cubicBezTo>
                    <a:pt x="1497" y="1605"/>
                    <a:pt x="1607" y="1495"/>
                    <a:pt x="1607" y="1360"/>
                  </a:cubicBezTo>
                  <a:lnTo>
                    <a:pt x="1607" y="245"/>
                  </a:lnTo>
                  <a:cubicBezTo>
                    <a:pt x="1607" y="110"/>
                    <a:pt x="1497" y="0"/>
                    <a:pt x="1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71"/>
            <p:cNvSpPr/>
            <p:nvPr/>
          </p:nvSpPr>
          <p:spPr>
            <a:xfrm>
              <a:off x="1677378" y="3851697"/>
              <a:ext cx="60881" cy="60805"/>
            </a:xfrm>
            <a:custGeom>
              <a:rect b="b" l="l" r="r" t="t"/>
              <a:pathLst>
                <a:path extrusionOk="0" h="1605" w="1607">
                  <a:moveTo>
                    <a:pt x="1246" y="361"/>
                  </a:moveTo>
                  <a:lnTo>
                    <a:pt x="1246" y="1246"/>
                  </a:lnTo>
                  <a:lnTo>
                    <a:pt x="361" y="1246"/>
                  </a:lnTo>
                  <a:lnTo>
                    <a:pt x="361" y="361"/>
                  </a:lnTo>
                  <a:close/>
                  <a:moveTo>
                    <a:pt x="246" y="0"/>
                  </a:moveTo>
                  <a:cubicBezTo>
                    <a:pt x="111" y="0"/>
                    <a:pt x="1" y="110"/>
                    <a:pt x="1" y="245"/>
                  </a:cubicBezTo>
                  <a:lnTo>
                    <a:pt x="1" y="1360"/>
                  </a:lnTo>
                  <a:cubicBezTo>
                    <a:pt x="1" y="1495"/>
                    <a:pt x="111" y="1605"/>
                    <a:pt x="246" y="1605"/>
                  </a:cubicBezTo>
                  <a:lnTo>
                    <a:pt x="1361" y="1605"/>
                  </a:lnTo>
                  <a:cubicBezTo>
                    <a:pt x="1497" y="1605"/>
                    <a:pt x="1607" y="1495"/>
                    <a:pt x="1607" y="1360"/>
                  </a:cubicBezTo>
                  <a:lnTo>
                    <a:pt x="1607" y="245"/>
                  </a:lnTo>
                  <a:cubicBezTo>
                    <a:pt x="1607" y="110"/>
                    <a:pt x="1497" y="0"/>
                    <a:pt x="1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71"/>
            <p:cNvSpPr/>
            <p:nvPr/>
          </p:nvSpPr>
          <p:spPr>
            <a:xfrm>
              <a:off x="1749398" y="3851697"/>
              <a:ext cx="60881" cy="60805"/>
            </a:xfrm>
            <a:custGeom>
              <a:rect b="b" l="l" r="r" t="t"/>
              <a:pathLst>
                <a:path extrusionOk="0" h="1605" w="1607">
                  <a:moveTo>
                    <a:pt x="1246" y="361"/>
                  </a:moveTo>
                  <a:lnTo>
                    <a:pt x="1246" y="1246"/>
                  </a:lnTo>
                  <a:lnTo>
                    <a:pt x="361" y="1246"/>
                  </a:lnTo>
                  <a:lnTo>
                    <a:pt x="361" y="361"/>
                  </a:lnTo>
                  <a:close/>
                  <a:moveTo>
                    <a:pt x="246" y="0"/>
                  </a:moveTo>
                  <a:cubicBezTo>
                    <a:pt x="111" y="0"/>
                    <a:pt x="1" y="110"/>
                    <a:pt x="1" y="245"/>
                  </a:cubicBezTo>
                  <a:lnTo>
                    <a:pt x="1" y="1360"/>
                  </a:lnTo>
                  <a:cubicBezTo>
                    <a:pt x="1" y="1495"/>
                    <a:pt x="110" y="1605"/>
                    <a:pt x="246" y="1605"/>
                  </a:cubicBezTo>
                  <a:lnTo>
                    <a:pt x="1361" y="1605"/>
                  </a:lnTo>
                  <a:cubicBezTo>
                    <a:pt x="1497" y="1605"/>
                    <a:pt x="1606" y="1495"/>
                    <a:pt x="1606" y="1360"/>
                  </a:cubicBezTo>
                  <a:lnTo>
                    <a:pt x="1606" y="245"/>
                  </a:lnTo>
                  <a:cubicBezTo>
                    <a:pt x="1606" y="110"/>
                    <a:pt x="1497" y="0"/>
                    <a:pt x="1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1" name="Google Shape;2671;p71"/>
          <p:cNvGrpSpPr/>
          <p:nvPr/>
        </p:nvGrpSpPr>
        <p:grpSpPr>
          <a:xfrm>
            <a:off x="957656" y="4158919"/>
            <a:ext cx="399954" cy="449582"/>
            <a:chOff x="738702" y="3729972"/>
            <a:chExt cx="424085" cy="476707"/>
          </a:xfrm>
        </p:grpSpPr>
        <p:sp>
          <p:nvSpPr>
            <p:cNvPr id="2672" name="Google Shape;2672;p71"/>
            <p:cNvSpPr/>
            <p:nvPr/>
          </p:nvSpPr>
          <p:spPr>
            <a:xfrm>
              <a:off x="780072" y="3759825"/>
              <a:ext cx="342405" cy="74482"/>
            </a:xfrm>
            <a:custGeom>
              <a:rect b="b" l="l" r="r" t="t"/>
              <a:pathLst>
                <a:path extrusionOk="0" h="1966" w="9038">
                  <a:moveTo>
                    <a:pt x="8067" y="359"/>
                  </a:moveTo>
                  <a:cubicBezTo>
                    <a:pt x="8362" y="359"/>
                    <a:pt x="8627" y="562"/>
                    <a:pt x="8686" y="853"/>
                  </a:cubicBezTo>
                  <a:cubicBezTo>
                    <a:pt x="8765" y="1252"/>
                    <a:pt x="8462" y="1604"/>
                    <a:pt x="8075" y="1604"/>
                  </a:cubicBezTo>
                  <a:lnTo>
                    <a:pt x="964" y="1604"/>
                  </a:lnTo>
                  <a:cubicBezTo>
                    <a:pt x="963" y="1604"/>
                    <a:pt x="962" y="1604"/>
                    <a:pt x="962" y="1604"/>
                  </a:cubicBezTo>
                  <a:cubicBezTo>
                    <a:pt x="620" y="1604"/>
                    <a:pt x="341" y="1325"/>
                    <a:pt x="341" y="982"/>
                  </a:cubicBezTo>
                  <a:cubicBezTo>
                    <a:pt x="341" y="640"/>
                    <a:pt x="620" y="359"/>
                    <a:pt x="964" y="359"/>
                  </a:cubicBezTo>
                  <a:close/>
                  <a:moveTo>
                    <a:pt x="1021" y="1"/>
                  </a:moveTo>
                  <a:cubicBezTo>
                    <a:pt x="486" y="1"/>
                    <a:pt x="32" y="420"/>
                    <a:pt x="16" y="955"/>
                  </a:cubicBezTo>
                  <a:cubicBezTo>
                    <a:pt x="0" y="1510"/>
                    <a:pt x="446" y="1966"/>
                    <a:pt x="999" y="1966"/>
                  </a:cubicBezTo>
                  <a:lnTo>
                    <a:pt x="8041" y="1966"/>
                  </a:lnTo>
                  <a:cubicBezTo>
                    <a:pt x="8592" y="1966"/>
                    <a:pt x="9038" y="1510"/>
                    <a:pt x="9023" y="955"/>
                  </a:cubicBezTo>
                  <a:cubicBezTo>
                    <a:pt x="9007" y="420"/>
                    <a:pt x="8555" y="1"/>
                    <a:pt x="80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71"/>
            <p:cNvSpPr/>
            <p:nvPr/>
          </p:nvSpPr>
          <p:spPr>
            <a:xfrm>
              <a:off x="818677" y="3786686"/>
              <a:ext cx="13714" cy="20799"/>
            </a:xfrm>
            <a:custGeom>
              <a:rect b="b" l="l" r="r" t="t"/>
              <a:pathLst>
                <a:path extrusionOk="0" h="549" w="362">
                  <a:moveTo>
                    <a:pt x="182" y="0"/>
                  </a:moveTo>
                  <a:cubicBezTo>
                    <a:pt x="82" y="0"/>
                    <a:pt x="1" y="81"/>
                    <a:pt x="1" y="181"/>
                  </a:cubicBezTo>
                  <a:lnTo>
                    <a:pt x="1" y="367"/>
                  </a:lnTo>
                  <a:cubicBezTo>
                    <a:pt x="0" y="467"/>
                    <a:pt x="81" y="549"/>
                    <a:pt x="180" y="549"/>
                  </a:cubicBezTo>
                  <a:cubicBezTo>
                    <a:pt x="280" y="549"/>
                    <a:pt x="362" y="467"/>
                    <a:pt x="362" y="367"/>
                  </a:cubicBezTo>
                  <a:lnTo>
                    <a:pt x="362" y="189"/>
                  </a:lnTo>
                  <a:cubicBezTo>
                    <a:pt x="362" y="94"/>
                    <a:pt x="292" y="9"/>
                    <a:pt x="197" y="1"/>
                  </a:cubicBezTo>
                  <a:cubicBezTo>
                    <a:pt x="192" y="1"/>
                    <a:pt x="187" y="0"/>
                    <a:pt x="1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71"/>
            <p:cNvSpPr/>
            <p:nvPr/>
          </p:nvSpPr>
          <p:spPr>
            <a:xfrm>
              <a:off x="849705" y="3786686"/>
              <a:ext cx="13714" cy="20799"/>
            </a:xfrm>
            <a:custGeom>
              <a:rect b="b" l="l" r="r" t="t"/>
              <a:pathLst>
                <a:path extrusionOk="0" h="549" w="362">
                  <a:moveTo>
                    <a:pt x="183" y="0"/>
                  </a:moveTo>
                  <a:cubicBezTo>
                    <a:pt x="82" y="0"/>
                    <a:pt x="2" y="81"/>
                    <a:pt x="2" y="181"/>
                  </a:cubicBezTo>
                  <a:lnTo>
                    <a:pt x="2" y="367"/>
                  </a:lnTo>
                  <a:cubicBezTo>
                    <a:pt x="0" y="467"/>
                    <a:pt x="82" y="549"/>
                    <a:pt x="181" y="549"/>
                  </a:cubicBezTo>
                  <a:cubicBezTo>
                    <a:pt x="281" y="549"/>
                    <a:pt x="362" y="467"/>
                    <a:pt x="362" y="367"/>
                  </a:cubicBezTo>
                  <a:lnTo>
                    <a:pt x="362" y="189"/>
                  </a:lnTo>
                  <a:cubicBezTo>
                    <a:pt x="362" y="94"/>
                    <a:pt x="293" y="9"/>
                    <a:pt x="198" y="1"/>
                  </a:cubicBezTo>
                  <a:cubicBezTo>
                    <a:pt x="193" y="1"/>
                    <a:pt x="188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71"/>
            <p:cNvSpPr/>
            <p:nvPr/>
          </p:nvSpPr>
          <p:spPr>
            <a:xfrm>
              <a:off x="879520" y="3786686"/>
              <a:ext cx="13676" cy="20799"/>
            </a:xfrm>
            <a:custGeom>
              <a:rect b="b" l="l" r="r" t="t"/>
              <a:pathLst>
                <a:path extrusionOk="0" h="549" w="361">
                  <a:moveTo>
                    <a:pt x="182" y="0"/>
                  </a:moveTo>
                  <a:cubicBezTo>
                    <a:pt x="81" y="0"/>
                    <a:pt x="1" y="81"/>
                    <a:pt x="1" y="181"/>
                  </a:cubicBezTo>
                  <a:lnTo>
                    <a:pt x="1" y="367"/>
                  </a:lnTo>
                  <a:cubicBezTo>
                    <a:pt x="1" y="467"/>
                    <a:pt x="80" y="549"/>
                    <a:pt x="180" y="549"/>
                  </a:cubicBezTo>
                  <a:cubicBezTo>
                    <a:pt x="279" y="549"/>
                    <a:pt x="360" y="467"/>
                    <a:pt x="360" y="367"/>
                  </a:cubicBezTo>
                  <a:lnTo>
                    <a:pt x="360" y="189"/>
                  </a:lnTo>
                  <a:cubicBezTo>
                    <a:pt x="360" y="94"/>
                    <a:pt x="291" y="9"/>
                    <a:pt x="197" y="1"/>
                  </a:cubicBezTo>
                  <a:cubicBezTo>
                    <a:pt x="192" y="1"/>
                    <a:pt x="187" y="0"/>
                    <a:pt x="1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71"/>
            <p:cNvSpPr/>
            <p:nvPr/>
          </p:nvSpPr>
          <p:spPr>
            <a:xfrm>
              <a:off x="738702" y="3729972"/>
              <a:ext cx="424085" cy="476707"/>
            </a:xfrm>
            <a:custGeom>
              <a:rect b="b" l="l" r="r" t="t"/>
              <a:pathLst>
                <a:path extrusionOk="0" h="12583" w="11194">
                  <a:moveTo>
                    <a:pt x="9314" y="362"/>
                  </a:moveTo>
                  <a:cubicBezTo>
                    <a:pt x="9971" y="362"/>
                    <a:pt x="10612" y="888"/>
                    <a:pt x="10717" y="1535"/>
                  </a:cubicBezTo>
                  <a:cubicBezTo>
                    <a:pt x="10862" y="2416"/>
                    <a:pt x="10182" y="3181"/>
                    <a:pt x="9329" y="3181"/>
                  </a:cubicBezTo>
                  <a:lnTo>
                    <a:pt x="1897" y="3181"/>
                  </a:lnTo>
                  <a:cubicBezTo>
                    <a:pt x="1118" y="3179"/>
                    <a:pt x="488" y="2548"/>
                    <a:pt x="488" y="1770"/>
                  </a:cubicBezTo>
                  <a:cubicBezTo>
                    <a:pt x="488" y="994"/>
                    <a:pt x="1120" y="362"/>
                    <a:pt x="1897" y="362"/>
                  </a:cubicBezTo>
                  <a:close/>
                  <a:moveTo>
                    <a:pt x="9314" y="3539"/>
                  </a:moveTo>
                  <a:cubicBezTo>
                    <a:pt x="9971" y="3539"/>
                    <a:pt x="10612" y="4066"/>
                    <a:pt x="10717" y="4712"/>
                  </a:cubicBezTo>
                  <a:cubicBezTo>
                    <a:pt x="10862" y="5593"/>
                    <a:pt x="10182" y="6358"/>
                    <a:pt x="9327" y="6358"/>
                  </a:cubicBezTo>
                  <a:lnTo>
                    <a:pt x="1911" y="6358"/>
                  </a:lnTo>
                  <a:cubicBezTo>
                    <a:pt x="1255" y="6358"/>
                    <a:pt x="614" y="5832"/>
                    <a:pt x="508" y="5185"/>
                  </a:cubicBezTo>
                  <a:cubicBezTo>
                    <a:pt x="363" y="4304"/>
                    <a:pt x="1043" y="3539"/>
                    <a:pt x="1897" y="3539"/>
                  </a:cubicBezTo>
                  <a:close/>
                  <a:moveTo>
                    <a:pt x="9327" y="6717"/>
                  </a:moveTo>
                  <a:cubicBezTo>
                    <a:pt x="10105" y="6718"/>
                    <a:pt x="10737" y="7351"/>
                    <a:pt x="10737" y="8127"/>
                  </a:cubicBezTo>
                  <a:cubicBezTo>
                    <a:pt x="10737" y="8903"/>
                    <a:pt x="10105" y="9535"/>
                    <a:pt x="9329" y="9535"/>
                  </a:cubicBezTo>
                  <a:lnTo>
                    <a:pt x="1909" y="9535"/>
                  </a:lnTo>
                  <a:cubicBezTo>
                    <a:pt x="1253" y="9535"/>
                    <a:pt x="613" y="9010"/>
                    <a:pt x="506" y="8362"/>
                  </a:cubicBezTo>
                  <a:cubicBezTo>
                    <a:pt x="362" y="7481"/>
                    <a:pt x="1042" y="6717"/>
                    <a:pt x="1896" y="6717"/>
                  </a:cubicBezTo>
                  <a:close/>
                  <a:moveTo>
                    <a:pt x="1943" y="0"/>
                  </a:moveTo>
                  <a:cubicBezTo>
                    <a:pt x="824" y="0"/>
                    <a:pt x="1" y="911"/>
                    <a:pt x="160" y="2018"/>
                  </a:cubicBezTo>
                  <a:cubicBezTo>
                    <a:pt x="244" y="2602"/>
                    <a:pt x="616" y="3095"/>
                    <a:pt x="1126" y="3350"/>
                  </a:cubicBezTo>
                  <a:cubicBezTo>
                    <a:pt x="542" y="3639"/>
                    <a:pt x="142" y="4240"/>
                    <a:pt x="142" y="4932"/>
                  </a:cubicBezTo>
                  <a:cubicBezTo>
                    <a:pt x="142" y="5624"/>
                    <a:pt x="542" y="6226"/>
                    <a:pt x="1126" y="6515"/>
                  </a:cubicBezTo>
                  <a:cubicBezTo>
                    <a:pt x="615" y="6769"/>
                    <a:pt x="244" y="7261"/>
                    <a:pt x="160" y="7847"/>
                  </a:cubicBezTo>
                  <a:cubicBezTo>
                    <a:pt x="2" y="8954"/>
                    <a:pt x="824" y="9864"/>
                    <a:pt x="1943" y="9864"/>
                  </a:cubicBezTo>
                  <a:lnTo>
                    <a:pt x="5421" y="9864"/>
                  </a:lnTo>
                  <a:lnTo>
                    <a:pt x="5421" y="10487"/>
                  </a:lnTo>
                  <a:lnTo>
                    <a:pt x="5276" y="10487"/>
                  </a:lnTo>
                  <a:cubicBezTo>
                    <a:pt x="5175" y="10487"/>
                    <a:pt x="5092" y="10570"/>
                    <a:pt x="5092" y="10671"/>
                  </a:cubicBezTo>
                  <a:lnTo>
                    <a:pt x="5092" y="11567"/>
                  </a:lnTo>
                  <a:lnTo>
                    <a:pt x="4195" y="11567"/>
                  </a:lnTo>
                  <a:cubicBezTo>
                    <a:pt x="4093" y="11567"/>
                    <a:pt x="4012" y="11650"/>
                    <a:pt x="4012" y="11750"/>
                  </a:cubicBezTo>
                  <a:lnTo>
                    <a:pt x="4012" y="11861"/>
                  </a:lnTo>
                  <a:lnTo>
                    <a:pt x="1501" y="11861"/>
                  </a:lnTo>
                  <a:cubicBezTo>
                    <a:pt x="1405" y="11861"/>
                    <a:pt x="1321" y="11932"/>
                    <a:pt x="1312" y="12026"/>
                  </a:cubicBezTo>
                  <a:cubicBezTo>
                    <a:pt x="1304" y="12133"/>
                    <a:pt x="1388" y="12222"/>
                    <a:pt x="1492" y="12222"/>
                  </a:cubicBezTo>
                  <a:lnTo>
                    <a:pt x="4012" y="12222"/>
                  </a:lnTo>
                  <a:lnTo>
                    <a:pt x="4012" y="12399"/>
                  </a:lnTo>
                  <a:cubicBezTo>
                    <a:pt x="4012" y="12500"/>
                    <a:pt x="4095" y="12582"/>
                    <a:pt x="4195" y="12582"/>
                  </a:cubicBezTo>
                  <a:lnTo>
                    <a:pt x="4789" y="12582"/>
                  </a:lnTo>
                  <a:cubicBezTo>
                    <a:pt x="4870" y="12582"/>
                    <a:pt x="4944" y="12535"/>
                    <a:pt x="4969" y="12458"/>
                  </a:cubicBezTo>
                  <a:cubicBezTo>
                    <a:pt x="5011" y="12335"/>
                    <a:pt x="4910" y="12222"/>
                    <a:pt x="4782" y="12222"/>
                  </a:cubicBezTo>
                  <a:lnTo>
                    <a:pt x="4405" y="12222"/>
                  </a:lnTo>
                  <a:lnTo>
                    <a:pt x="4405" y="11927"/>
                  </a:lnTo>
                  <a:lnTo>
                    <a:pt x="5301" y="11927"/>
                  </a:lnTo>
                  <a:cubicBezTo>
                    <a:pt x="5404" y="11927"/>
                    <a:pt x="5485" y="11845"/>
                    <a:pt x="5485" y="11744"/>
                  </a:cubicBezTo>
                  <a:lnTo>
                    <a:pt x="5485" y="10848"/>
                  </a:lnTo>
                  <a:lnTo>
                    <a:pt x="5747" y="10848"/>
                  </a:lnTo>
                  <a:lnTo>
                    <a:pt x="5747" y="11744"/>
                  </a:lnTo>
                  <a:cubicBezTo>
                    <a:pt x="5747" y="11846"/>
                    <a:pt x="5829" y="11927"/>
                    <a:pt x="5930" y="11927"/>
                  </a:cubicBezTo>
                  <a:lnTo>
                    <a:pt x="6826" y="11927"/>
                  </a:lnTo>
                  <a:lnTo>
                    <a:pt x="6826" y="12222"/>
                  </a:lnTo>
                  <a:lnTo>
                    <a:pt x="5648" y="12222"/>
                  </a:lnTo>
                  <a:cubicBezTo>
                    <a:pt x="5553" y="12222"/>
                    <a:pt x="5468" y="12291"/>
                    <a:pt x="5460" y="12385"/>
                  </a:cubicBezTo>
                  <a:cubicBezTo>
                    <a:pt x="5451" y="12493"/>
                    <a:pt x="5535" y="12582"/>
                    <a:pt x="5640" y="12582"/>
                  </a:cubicBezTo>
                  <a:lnTo>
                    <a:pt x="7004" y="12582"/>
                  </a:lnTo>
                  <a:cubicBezTo>
                    <a:pt x="7106" y="12582"/>
                    <a:pt x="7187" y="12500"/>
                    <a:pt x="7187" y="12400"/>
                  </a:cubicBezTo>
                  <a:lnTo>
                    <a:pt x="7187" y="12222"/>
                  </a:lnTo>
                  <a:lnTo>
                    <a:pt x="9698" y="12222"/>
                  </a:lnTo>
                  <a:cubicBezTo>
                    <a:pt x="9794" y="12222"/>
                    <a:pt x="9878" y="12153"/>
                    <a:pt x="9887" y="12058"/>
                  </a:cubicBezTo>
                  <a:cubicBezTo>
                    <a:pt x="9895" y="11950"/>
                    <a:pt x="9811" y="11861"/>
                    <a:pt x="9707" y="11861"/>
                  </a:cubicBezTo>
                  <a:lnTo>
                    <a:pt x="7190" y="11861"/>
                  </a:lnTo>
                  <a:lnTo>
                    <a:pt x="7190" y="11750"/>
                  </a:lnTo>
                  <a:cubicBezTo>
                    <a:pt x="7190" y="11649"/>
                    <a:pt x="7107" y="11567"/>
                    <a:pt x="7007" y="11567"/>
                  </a:cubicBezTo>
                  <a:lnTo>
                    <a:pt x="6109" y="11567"/>
                  </a:lnTo>
                  <a:lnTo>
                    <a:pt x="6109" y="10671"/>
                  </a:lnTo>
                  <a:cubicBezTo>
                    <a:pt x="6109" y="10568"/>
                    <a:pt x="6027" y="10487"/>
                    <a:pt x="5925" y="10487"/>
                  </a:cubicBezTo>
                  <a:lnTo>
                    <a:pt x="5781" y="10487"/>
                  </a:lnTo>
                  <a:lnTo>
                    <a:pt x="5781" y="9864"/>
                  </a:lnTo>
                  <a:lnTo>
                    <a:pt x="9253" y="9864"/>
                  </a:lnTo>
                  <a:cubicBezTo>
                    <a:pt x="10371" y="9864"/>
                    <a:pt x="11194" y="8953"/>
                    <a:pt x="11035" y="7847"/>
                  </a:cubicBezTo>
                  <a:cubicBezTo>
                    <a:pt x="10951" y="7263"/>
                    <a:pt x="10579" y="6769"/>
                    <a:pt x="10069" y="6515"/>
                  </a:cubicBezTo>
                  <a:cubicBezTo>
                    <a:pt x="10652" y="6226"/>
                    <a:pt x="11052" y="5624"/>
                    <a:pt x="11052" y="4932"/>
                  </a:cubicBezTo>
                  <a:cubicBezTo>
                    <a:pt x="11052" y="4240"/>
                    <a:pt x="10652" y="3639"/>
                    <a:pt x="10070" y="3350"/>
                  </a:cubicBezTo>
                  <a:cubicBezTo>
                    <a:pt x="10580" y="3095"/>
                    <a:pt x="10951" y="2603"/>
                    <a:pt x="11035" y="2018"/>
                  </a:cubicBezTo>
                  <a:cubicBezTo>
                    <a:pt x="11193" y="910"/>
                    <a:pt x="10371" y="0"/>
                    <a:pt x="92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71"/>
            <p:cNvSpPr/>
            <p:nvPr/>
          </p:nvSpPr>
          <p:spPr>
            <a:xfrm>
              <a:off x="779580" y="3880224"/>
              <a:ext cx="343465" cy="74520"/>
            </a:xfrm>
            <a:custGeom>
              <a:rect b="b" l="l" r="r" t="t"/>
              <a:pathLst>
                <a:path extrusionOk="0" h="1967" w="9066">
                  <a:moveTo>
                    <a:pt x="999" y="1"/>
                  </a:moveTo>
                  <a:cubicBezTo>
                    <a:pt x="448" y="1"/>
                    <a:pt x="1" y="457"/>
                    <a:pt x="16" y="1012"/>
                  </a:cubicBezTo>
                  <a:cubicBezTo>
                    <a:pt x="32" y="1547"/>
                    <a:pt x="485" y="1966"/>
                    <a:pt x="1022" y="1966"/>
                  </a:cubicBezTo>
                  <a:lnTo>
                    <a:pt x="8045" y="1966"/>
                  </a:lnTo>
                  <a:cubicBezTo>
                    <a:pt x="8580" y="1966"/>
                    <a:pt x="9035" y="1547"/>
                    <a:pt x="9051" y="1012"/>
                  </a:cubicBezTo>
                  <a:cubicBezTo>
                    <a:pt x="9065" y="457"/>
                    <a:pt x="8619" y="1"/>
                    <a:pt x="8067" y="1"/>
                  </a:cubicBezTo>
                  <a:lnTo>
                    <a:pt x="6772" y="1"/>
                  </a:lnTo>
                  <a:cubicBezTo>
                    <a:pt x="6676" y="1"/>
                    <a:pt x="6591" y="70"/>
                    <a:pt x="6583" y="164"/>
                  </a:cubicBezTo>
                  <a:cubicBezTo>
                    <a:pt x="6574" y="271"/>
                    <a:pt x="6658" y="360"/>
                    <a:pt x="6762" y="360"/>
                  </a:cubicBezTo>
                  <a:lnTo>
                    <a:pt x="8080" y="360"/>
                  </a:lnTo>
                  <a:cubicBezTo>
                    <a:pt x="8375" y="360"/>
                    <a:pt x="8640" y="564"/>
                    <a:pt x="8699" y="854"/>
                  </a:cubicBezTo>
                  <a:cubicBezTo>
                    <a:pt x="8778" y="1253"/>
                    <a:pt x="8475" y="1605"/>
                    <a:pt x="8088" y="1605"/>
                  </a:cubicBezTo>
                  <a:lnTo>
                    <a:pt x="986" y="1605"/>
                  </a:lnTo>
                  <a:cubicBezTo>
                    <a:pt x="691" y="1605"/>
                    <a:pt x="426" y="1402"/>
                    <a:pt x="367" y="1112"/>
                  </a:cubicBezTo>
                  <a:cubicBezTo>
                    <a:pt x="287" y="713"/>
                    <a:pt x="591" y="360"/>
                    <a:pt x="977" y="360"/>
                  </a:cubicBezTo>
                  <a:lnTo>
                    <a:pt x="5908" y="360"/>
                  </a:lnTo>
                  <a:cubicBezTo>
                    <a:pt x="6003" y="360"/>
                    <a:pt x="6088" y="291"/>
                    <a:pt x="6096" y="196"/>
                  </a:cubicBezTo>
                  <a:cubicBezTo>
                    <a:pt x="6106" y="90"/>
                    <a:pt x="6022" y="1"/>
                    <a:pt x="59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71"/>
            <p:cNvSpPr/>
            <p:nvPr/>
          </p:nvSpPr>
          <p:spPr>
            <a:xfrm>
              <a:off x="818677" y="3906781"/>
              <a:ext cx="13676" cy="20761"/>
            </a:xfrm>
            <a:custGeom>
              <a:rect b="b" l="l" r="r" t="t"/>
              <a:pathLst>
                <a:path extrusionOk="0" h="548" w="361">
                  <a:moveTo>
                    <a:pt x="180" y="1"/>
                  </a:moveTo>
                  <a:cubicBezTo>
                    <a:pt x="81" y="1"/>
                    <a:pt x="0" y="81"/>
                    <a:pt x="0" y="180"/>
                  </a:cubicBezTo>
                  <a:lnTo>
                    <a:pt x="0" y="358"/>
                  </a:lnTo>
                  <a:cubicBezTo>
                    <a:pt x="0" y="454"/>
                    <a:pt x="69" y="539"/>
                    <a:pt x="164" y="547"/>
                  </a:cubicBezTo>
                  <a:cubicBezTo>
                    <a:pt x="169" y="547"/>
                    <a:pt x="175" y="548"/>
                    <a:pt x="180" y="548"/>
                  </a:cubicBezTo>
                  <a:cubicBezTo>
                    <a:pt x="280" y="548"/>
                    <a:pt x="361" y="467"/>
                    <a:pt x="361" y="368"/>
                  </a:cubicBezTo>
                  <a:lnTo>
                    <a:pt x="361" y="190"/>
                  </a:lnTo>
                  <a:cubicBezTo>
                    <a:pt x="361" y="93"/>
                    <a:pt x="290" y="9"/>
                    <a:pt x="196" y="1"/>
                  </a:cubicBezTo>
                  <a:cubicBezTo>
                    <a:pt x="191" y="1"/>
                    <a:pt x="185" y="1"/>
                    <a:pt x="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71"/>
            <p:cNvSpPr/>
            <p:nvPr/>
          </p:nvSpPr>
          <p:spPr>
            <a:xfrm>
              <a:off x="849705" y="3906781"/>
              <a:ext cx="13676" cy="20761"/>
            </a:xfrm>
            <a:custGeom>
              <a:rect b="b" l="l" r="r" t="t"/>
              <a:pathLst>
                <a:path extrusionOk="0" h="548" w="361">
                  <a:moveTo>
                    <a:pt x="181" y="1"/>
                  </a:moveTo>
                  <a:cubicBezTo>
                    <a:pt x="82" y="1"/>
                    <a:pt x="0" y="81"/>
                    <a:pt x="0" y="180"/>
                  </a:cubicBezTo>
                  <a:lnTo>
                    <a:pt x="0" y="358"/>
                  </a:lnTo>
                  <a:cubicBezTo>
                    <a:pt x="0" y="454"/>
                    <a:pt x="69" y="539"/>
                    <a:pt x="164" y="547"/>
                  </a:cubicBezTo>
                  <a:cubicBezTo>
                    <a:pt x="169" y="547"/>
                    <a:pt x="175" y="548"/>
                    <a:pt x="180" y="548"/>
                  </a:cubicBezTo>
                  <a:cubicBezTo>
                    <a:pt x="281" y="548"/>
                    <a:pt x="361" y="467"/>
                    <a:pt x="361" y="368"/>
                  </a:cubicBezTo>
                  <a:lnTo>
                    <a:pt x="361" y="190"/>
                  </a:lnTo>
                  <a:cubicBezTo>
                    <a:pt x="361" y="93"/>
                    <a:pt x="291" y="9"/>
                    <a:pt x="197" y="1"/>
                  </a:cubicBezTo>
                  <a:cubicBezTo>
                    <a:pt x="192" y="1"/>
                    <a:pt x="186" y="1"/>
                    <a:pt x="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71"/>
            <p:cNvSpPr/>
            <p:nvPr/>
          </p:nvSpPr>
          <p:spPr>
            <a:xfrm>
              <a:off x="879520" y="3906781"/>
              <a:ext cx="13676" cy="20761"/>
            </a:xfrm>
            <a:custGeom>
              <a:rect b="b" l="l" r="r" t="t"/>
              <a:pathLst>
                <a:path extrusionOk="0" h="548" w="361">
                  <a:moveTo>
                    <a:pt x="180" y="1"/>
                  </a:moveTo>
                  <a:cubicBezTo>
                    <a:pt x="81" y="1"/>
                    <a:pt x="1" y="81"/>
                    <a:pt x="1" y="180"/>
                  </a:cubicBezTo>
                  <a:lnTo>
                    <a:pt x="1" y="358"/>
                  </a:lnTo>
                  <a:cubicBezTo>
                    <a:pt x="1" y="454"/>
                    <a:pt x="70" y="539"/>
                    <a:pt x="164" y="547"/>
                  </a:cubicBezTo>
                  <a:cubicBezTo>
                    <a:pt x="170" y="547"/>
                    <a:pt x="175" y="548"/>
                    <a:pt x="181" y="548"/>
                  </a:cubicBezTo>
                  <a:cubicBezTo>
                    <a:pt x="280" y="548"/>
                    <a:pt x="360" y="467"/>
                    <a:pt x="360" y="368"/>
                  </a:cubicBezTo>
                  <a:lnTo>
                    <a:pt x="360" y="190"/>
                  </a:lnTo>
                  <a:cubicBezTo>
                    <a:pt x="360" y="93"/>
                    <a:pt x="291" y="9"/>
                    <a:pt x="197" y="1"/>
                  </a:cubicBezTo>
                  <a:cubicBezTo>
                    <a:pt x="191" y="1"/>
                    <a:pt x="186" y="1"/>
                    <a:pt x="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71"/>
            <p:cNvSpPr/>
            <p:nvPr/>
          </p:nvSpPr>
          <p:spPr>
            <a:xfrm>
              <a:off x="780072" y="4000660"/>
              <a:ext cx="342443" cy="74482"/>
            </a:xfrm>
            <a:custGeom>
              <a:rect b="b" l="l" r="r" t="t"/>
              <a:pathLst>
                <a:path extrusionOk="0" h="1966" w="9039">
                  <a:moveTo>
                    <a:pt x="8075" y="359"/>
                  </a:moveTo>
                  <a:cubicBezTo>
                    <a:pt x="8419" y="359"/>
                    <a:pt x="8698" y="639"/>
                    <a:pt x="8698" y="982"/>
                  </a:cubicBezTo>
                  <a:cubicBezTo>
                    <a:pt x="8698" y="1325"/>
                    <a:pt x="8420" y="1605"/>
                    <a:pt x="8075" y="1605"/>
                  </a:cubicBezTo>
                  <a:lnTo>
                    <a:pt x="973" y="1605"/>
                  </a:lnTo>
                  <a:cubicBezTo>
                    <a:pt x="678" y="1605"/>
                    <a:pt x="413" y="1401"/>
                    <a:pt x="354" y="1111"/>
                  </a:cubicBezTo>
                  <a:cubicBezTo>
                    <a:pt x="274" y="712"/>
                    <a:pt x="578" y="359"/>
                    <a:pt x="964" y="359"/>
                  </a:cubicBezTo>
                  <a:close/>
                  <a:moveTo>
                    <a:pt x="999" y="0"/>
                  </a:moveTo>
                  <a:cubicBezTo>
                    <a:pt x="448" y="0"/>
                    <a:pt x="0" y="457"/>
                    <a:pt x="16" y="1011"/>
                  </a:cubicBezTo>
                  <a:cubicBezTo>
                    <a:pt x="32" y="1546"/>
                    <a:pt x="485" y="1965"/>
                    <a:pt x="1021" y="1965"/>
                  </a:cubicBezTo>
                  <a:lnTo>
                    <a:pt x="8018" y="1965"/>
                  </a:lnTo>
                  <a:cubicBezTo>
                    <a:pt x="8554" y="1965"/>
                    <a:pt x="9007" y="1546"/>
                    <a:pt x="9023" y="1011"/>
                  </a:cubicBezTo>
                  <a:cubicBezTo>
                    <a:pt x="9039" y="456"/>
                    <a:pt x="8593" y="0"/>
                    <a:pt x="80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71"/>
            <p:cNvSpPr/>
            <p:nvPr/>
          </p:nvSpPr>
          <p:spPr>
            <a:xfrm>
              <a:off x="818677" y="4026915"/>
              <a:ext cx="13714" cy="20799"/>
            </a:xfrm>
            <a:custGeom>
              <a:rect b="b" l="l" r="r" t="t"/>
              <a:pathLst>
                <a:path extrusionOk="0" h="549" w="362">
                  <a:moveTo>
                    <a:pt x="180" y="1"/>
                  </a:moveTo>
                  <a:cubicBezTo>
                    <a:pt x="81" y="1"/>
                    <a:pt x="0" y="82"/>
                    <a:pt x="0" y="182"/>
                  </a:cubicBezTo>
                  <a:lnTo>
                    <a:pt x="0" y="360"/>
                  </a:lnTo>
                  <a:cubicBezTo>
                    <a:pt x="0" y="455"/>
                    <a:pt x="69" y="540"/>
                    <a:pt x="164" y="548"/>
                  </a:cubicBezTo>
                  <a:cubicBezTo>
                    <a:pt x="169" y="549"/>
                    <a:pt x="174" y="549"/>
                    <a:pt x="179" y="549"/>
                  </a:cubicBezTo>
                  <a:cubicBezTo>
                    <a:pt x="280" y="549"/>
                    <a:pt x="361" y="468"/>
                    <a:pt x="361" y="368"/>
                  </a:cubicBezTo>
                  <a:lnTo>
                    <a:pt x="361" y="182"/>
                  </a:lnTo>
                  <a:cubicBezTo>
                    <a:pt x="362" y="82"/>
                    <a:pt x="280" y="1"/>
                    <a:pt x="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71"/>
            <p:cNvSpPr/>
            <p:nvPr/>
          </p:nvSpPr>
          <p:spPr>
            <a:xfrm>
              <a:off x="849705" y="4026915"/>
              <a:ext cx="13676" cy="20799"/>
            </a:xfrm>
            <a:custGeom>
              <a:rect b="b" l="l" r="r" t="t"/>
              <a:pathLst>
                <a:path extrusionOk="0" h="549" w="361">
                  <a:moveTo>
                    <a:pt x="181" y="1"/>
                  </a:moveTo>
                  <a:cubicBezTo>
                    <a:pt x="82" y="1"/>
                    <a:pt x="0" y="82"/>
                    <a:pt x="0" y="182"/>
                  </a:cubicBezTo>
                  <a:lnTo>
                    <a:pt x="0" y="360"/>
                  </a:lnTo>
                  <a:cubicBezTo>
                    <a:pt x="0" y="455"/>
                    <a:pt x="70" y="540"/>
                    <a:pt x="165" y="548"/>
                  </a:cubicBezTo>
                  <a:cubicBezTo>
                    <a:pt x="170" y="549"/>
                    <a:pt x="175" y="549"/>
                    <a:pt x="179" y="549"/>
                  </a:cubicBezTo>
                  <a:cubicBezTo>
                    <a:pt x="280" y="549"/>
                    <a:pt x="361" y="468"/>
                    <a:pt x="361" y="368"/>
                  </a:cubicBezTo>
                  <a:lnTo>
                    <a:pt x="361" y="182"/>
                  </a:lnTo>
                  <a:cubicBezTo>
                    <a:pt x="361" y="82"/>
                    <a:pt x="281" y="1"/>
                    <a:pt x="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71"/>
            <p:cNvSpPr/>
            <p:nvPr/>
          </p:nvSpPr>
          <p:spPr>
            <a:xfrm>
              <a:off x="879444" y="4026915"/>
              <a:ext cx="13752" cy="20799"/>
            </a:xfrm>
            <a:custGeom>
              <a:rect b="b" l="l" r="r" t="t"/>
              <a:pathLst>
                <a:path extrusionOk="0" h="549" w="363">
                  <a:moveTo>
                    <a:pt x="182" y="1"/>
                  </a:moveTo>
                  <a:cubicBezTo>
                    <a:pt x="82" y="1"/>
                    <a:pt x="1" y="82"/>
                    <a:pt x="1" y="182"/>
                  </a:cubicBezTo>
                  <a:lnTo>
                    <a:pt x="1" y="360"/>
                  </a:lnTo>
                  <a:cubicBezTo>
                    <a:pt x="1" y="455"/>
                    <a:pt x="71" y="540"/>
                    <a:pt x="165" y="548"/>
                  </a:cubicBezTo>
                  <a:cubicBezTo>
                    <a:pt x="170" y="549"/>
                    <a:pt x="175" y="549"/>
                    <a:pt x="180" y="549"/>
                  </a:cubicBezTo>
                  <a:cubicBezTo>
                    <a:pt x="280" y="549"/>
                    <a:pt x="361" y="468"/>
                    <a:pt x="361" y="368"/>
                  </a:cubicBezTo>
                  <a:lnTo>
                    <a:pt x="361" y="182"/>
                  </a:lnTo>
                  <a:cubicBezTo>
                    <a:pt x="362" y="82"/>
                    <a:pt x="281" y="1"/>
                    <a:pt x="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85" name="Google Shape;2685;p71"/>
          <p:cNvGrpSpPr/>
          <p:nvPr/>
        </p:nvGrpSpPr>
        <p:grpSpPr>
          <a:xfrm>
            <a:off x="7759076" y="3435900"/>
            <a:ext cx="452298" cy="429824"/>
            <a:chOff x="7951248" y="2963331"/>
            <a:chExt cx="479586" cy="455757"/>
          </a:xfrm>
        </p:grpSpPr>
        <p:sp>
          <p:nvSpPr>
            <p:cNvPr id="2686" name="Google Shape;2686;p71"/>
            <p:cNvSpPr/>
            <p:nvPr/>
          </p:nvSpPr>
          <p:spPr>
            <a:xfrm>
              <a:off x="7951248" y="2963331"/>
              <a:ext cx="479586" cy="455757"/>
            </a:xfrm>
            <a:custGeom>
              <a:rect b="b" l="l" r="r" t="t"/>
              <a:pathLst>
                <a:path extrusionOk="0" h="12030" w="12659">
                  <a:moveTo>
                    <a:pt x="651" y="388"/>
                  </a:moveTo>
                  <a:cubicBezTo>
                    <a:pt x="774" y="388"/>
                    <a:pt x="877" y="488"/>
                    <a:pt x="877" y="614"/>
                  </a:cubicBezTo>
                  <a:cubicBezTo>
                    <a:pt x="877" y="739"/>
                    <a:pt x="775" y="840"/>
                    <a:pt x="651" y="840"/>
                  </a:cubicBezTo>
                  <a:cubicBezTo>
                    <a:pt x="526" y="839"/>
                    <a:pt x="423" y="739"/>
                    <a:pt x="423" y="614"/>
                  </a:cubicBezTo>
                  <a:cubicBezTo>
                    <a:pt x="423" y="490"/>
                    <a:pt x="525" y="388"/>
                    <a:pt x="651" y="388"/>
                  </a:cubicBezTo>
                  <a:close/>
                  <a:moveTo>
                    <a:pt x="6217" y="388"/>
                  </a:moveTo>
                  <a:cubicBezTo>
                    <a:pt x="6341" y="388"/>
                    <a:pt x="6444" y="488"/>
                    <a:pt x="6444" y="614"/>
                  </a:cubicBezTo>
                  <a:cubicBezTo>
                    <a:pt x="6444" y="739"/>
                    <a:pt x="6343" y="840"/>
                    <a:pt x="6217" y="840"/>
                  </a:cubicBezTo>
                  <a:cubicBezTo>
                    <a:pt x="6093" y="840"/>
                    <a:pt x="5990" y="740"/>
                    <a:pt x="5990" y="614"/>
                  </a:cubicBezTo>
                  <a:cubicBezTo>
                    <a:pt x="5992" y="488"/>
                    <a:pt x="6093" y="388"/>
                    <a:pt x="6217" y="388"/>
                  </a:cubicBezTo>
                  <a:close/>
                  <a:moveTo>
                    <a:pt x="12043" y="388"/>
                  </a:moveTo>
                  <a:cubicBezTo>
                    <a:pt x="12167" y="388"/>
                    <a:pt x="12269" y="488"/>
                    <a:pt x="12269" y="614"/>
                  </a:cubicBezTo>
                  <a:cubicBezTo>
                    <a:pt x="12269" y="739"/>
                    <a:pt x="12168" y="840"/>
                    <a:pt x="12043" y="840"/>
                  </a:cubicBezTo>
                  <a:cubicBezTo>
                    <a:pt x="11918" y="840"/>
                    <a:pt x="11817" y="740"/>
                    <a:pt x="11817" y="614"/>
                  </a:cubicBezTo>
                  <a:cubicBezTo>
                    <a:pt x="11817" y="488"/>
                    <a:pt x="11918" y="388"/>
                    <a:pt x="12043" y="388"/>
                  </a:cubicBezTo>
                  <a:close/>
                  <a:moveTo>
                    <a:pt x="12043" y="5798"/>
                  </a:moveTo>
                  <a:cubicBezTo>
                    <a:pt x="12167" y="5798"/>
                    <a:pt x="12269" y="5900"/>
                    <a:pt x="12269" y="6026"/>
                  </a:cubicBezTo>
                  <a:cubicBezTo>
                    <a:pt x="12269" y="6151"/>
                    <a:pt x="12167" y="6252"/>
                    <a:pt x="12043" y="6252"/>
                  </a:cubicBezTo>
                  <a:cubicBezTo>
                    <a:pt x="11918" y="6252"/>
                    <a:pt x="11817" y="6151"/>
                    <a:pt x="11817" y="6026"/>
                  </a:cubicBezTo>
                  <a:cubicBezTo>
                    <a:pt x="11817" y="5900"/>
                    <a:pt x="11917" y="5798"/>
                    <a:pt x="12043" y="5798"/>
                  </a:cubicBezTo>
                  <a:close/>
                  <a:moveTo>
                    <a:pt x="651" y="5801"/>
                  </a:moveTo>
                  <a:cubicBezTo>
                    <a:pt x="774" y="5801"/>
                    <a:pt x="877" y="5901"/>
                    <a:pt x="877" y="6027"/>
                  </a:cubicBezTo>
                  <a:cubicBezTo>
                    <a:pt x="877" y="6152"/>
                    <a:pt x="775" y="6253"/>
                    <a:pt x="651" y="6253"/>
                  </a:cubicBezTo>
                  <a:cubicBezTo>
                    <a:pt x="526" y="6252"/>
                    <a:pt x="423" y="6151"/>
                    <a:pt x="423" y="6027"/>
                  </a:cubicBezTo>
                  <a:cubicBezTo>
                    <a:pt x="423" y="5902"/>
                    <a:pt x="525" y="5801"/>
                    <a:pt x="651" y="5801"/>
                  </a:cubicBezTo>
                  <a:close/>
                  <a:moveTo>
                    <a:pt x="11472" y="806"/>
                  </a:moveTo>
                  <a:cubicBezTo>
                    <a:pt x="11531" y="985"/>
                    <a:pt x="11672" y="1127"/>
                    <a:pt x="11852" y="1186"/>
                  </a:cubicBezTo>
                  <a:lnTo>
                    <a:pt x="11852" y="5466"/>
                  </a:lnTo>
                  <a:cubicBezTo>
                    <a:pt x="11614" y="5543"/>
                    <a:pt x="11442" y="5767"/>
                    <a:pt x="11442" y="6032"/>
                  </a:cubicBezTo>
                  <a:cubicBezTo>
                    <a:pt x="11442" y="6296"/>
                    <a:pt x="11614" y="6519"/>
                    <a:pt x="11852" y="6597"/>
                  </a:cubicBezTo>
                  <a:lnTo>
                    <a:pt x="11852" y="10877"/>
                  </a:lnTo>
                  <a:cubicBezTo>
                    <a:pt x="11671" y="10936"/>
                    <a:pt x="11530" y="11077"/>
                    <a:pt x="11471" y="11258"/>
                  </a:cubicBezTo>
                  <a:lnTo>
                    <a:pt x="6783" y="11258"/>
                  </a:lnTo>
                  <a:cubicBezTo>
                    <a:pt x="6705" y="11019"/>
                    <a:pt x="6481" y="10849"/>
                    <a:pt x="6218" y="10849"/>
                  </a:cubicBezTo>
                  <a:cubicBezTo>
                    <a:pt x="5956" y="10849"/>
                    <a:pt x="5731" y="11022"/>
                    <a:pt x="5654" y="11258"/>
                  </a:cubicBezTo>
                  <a:lnTo>
                    <a:pt x="1224" y="11258"/>
                  </a:lnTo>
                  <a:cubicBezTo>
                    <a:pt x="1165" y="11078"/>
                    <a:pt x="1024" y="10936"/>
                    <a:pt x="842" y="10877"/>
                  </a:cubicBezTo>
                  <a:lnTo>
                    <a:pt x="842" y="6597"/>
                  </a:lnTo>
                  <a:cubicBezTo>
                    <a:pt x="1080" y="6519"/>
                    <a:pt x="1252" y="6295"/>
                    <a:pt x="1252" y="6032"/>
                  </a:cubicBezTo>
                  <a:cubicBezTo>
                    <a:pt x="1252" y="5768"/>
                    <a:pt x="1081" y="5545"/>
                    <a:pt x="842" y="5466"/>
                  </a:cubicBezTo>
                  <a:lnTo>
                    <a:pt x="842" y="1186"/>
                  </a:lnTo>
                  <a:cubicBezTo>
                    <a:pt x="1023" y="1127"/>
                    <a:pt x="1165" y="985"/>
                    <a:pt x="1224" y="806"/>
                  </a:cubicBezTo>
                  <a:lnTo>
                    <a:pt x="5654" y="806"/>
                  </a:lnTo>
                  <a:cubicBezTo>
                    <a:pt x="5731" y="1043"/>
                    <a:pt x="5956" y="1215"/>
                    <a:pt x="6218" y="1215"/>
                  </a:cubicBezTo>
                  <a:cubicBezTo>
                    <a:pt x="6481" y="1215"/>
                    <a:pt x="6705" y="1042"/>
                    <a:pt x="6783" y="806"/>
                  </a:cubicBezTo>
                  <a:close/>
                  <a:moveTo>
                    <a:pt x="12043" y="11212"/>
                  </a:moveTo>
                  <a:cubicBezTo>
                    <a:pt x="12167" y="11213"/>
                    <a:pt x="12269" y="11314"/>
                    <a:pt x="12269" y="11438"/>
                  </a:cubicBezTo>
                  <a:cubicBezTo>
                    <a:pt x="12269" y="11563"/>
                    <a:pt x="12168" y="11665"/>
                    <a:pt x="12043" y="11665"/>
                  </a:cubicBezTo>
                  <a:cubicBezTo>
                    <a:pt x="11918" y="11665"/>
                    <a:pt x="11817" y="11564"/>
                    <a:pt x="11817" y="11438"/>
                  </a:cubicBezTo>
                  <a:cubicBezTo>
                    <a:pt x="11817" y="11314"/>
                    <a:pt x="11917" y="11212"/>
                    <a:pt x="12043" y="11212"/>
                  </a:cubicBezTo>
                  <a:close/>
                  <a:moveTo>
                    <a:pt x="651" y="11212"/>
                  </a:moveTo>
                  <a:cubicBezTo>
                    <a:pt x="774" y="11212"/>
                    <a:pt x="877" y="11313"/>
                    <a:pt x="877" y="11438"/>
                  </a:cubicBezTo>
                  <a:cubicBezTo>
                    <a:pt x="876" y="11563"/>
                    <a:pt x="774" y="11666"/>
                    <a:pt x="651" y="11666"/>
                  </a:cubicBezTo>
                  <a:cubicBezTo>
                    <a:pt x="526" y="11666"/>
                    <a:pt x="423" y="11564"/>
                    <a:pt x="423" y="11438"/>
                  </a:cubicBezTo>
                  <a:cubicBezTo>
                    <a:pt x="423" y="11315"/>
                    <a:pt x="525" y="11212"/>
                    <a:pt x="651" y="11212"/>
                  </a:cubicBezTo>
                  <a:close/>
                  <a:moveTo>
                    <a:pt x="6217" y="11212"/>
                  </a:moveTo>
                  <a:cubicBezTo>
                    <a:pt x="6341" y="11212"/>
                    <a:pt x="6444" y="11313"/>
                    <a:pt x="6444" y="11438"/>
                  </a:cubicBezTo>
                  <a:cubicBezTo>
                    <a:pt x="6444" y="11563"/>
                    <a:pt x="6341" y="11666"/>
                    <a:pt x="6217" y="11666"/>
                  </a:cubicBezTo>
                  <a:cubicBezTo>
                    <a:pt x="6093" y="11666"/>
                    <a:pt x="5990" y="11564"/>
                    <a:pt x="5990" y="11438"/>
                  </a:cubicBezTo>
                  <a:cubicBezTo>
                    <a:pt x="5990" y="11315"/>
                    <a:pt x="6092" y="11212"/>
                    <a:pt x="6217" y="11212"/>
                  </a:cubicBezTo>
                  <a:close/>
                  <a:moveTo>
                    <a:pt x="12027" y="1"/>
                  </a:moveTo>
                  <a:cubicBezTo>
                    <a:pt x="11763" y="1"/>
                    <a:pt x="11540" y="174"/>
                    <a:pt x="11461" y="413"/>
                  </a:cubicBezTo>
                  <a:lnTo>
                    <a:pt x="6765" y="413"/>
                  </a:lnTo>
                  <a:cubicBezTo>
                    <a:pt x="6689" y="174"/>
                    <a:pt x="6465" y="1"/>
                    <a:pt x="6200" y="1"/>
                  </a:cubicBezTo>
                  <a:cubicBezTo>
                    <a:pt x="5937" y="1"/>
                    <a:pt x="5713" y="174"/>
                    <a:pt x="5634" y="413"/>
                  </a:cubicBezTo>
                  <a:lnTo>
                    <a:pt x="1197" y="413"/>
                  </a:lnTo>
                  <a:cubicBezTo>
                    <a:pt x="1118" y="173"/>
                    <a:pt x="894" y="1"/>
                    <a:pt x="629" y="1"/>
                  </a:cubicBezTo>
                  <a:cubicBezTo>
                    <a:pt x="603" y="1"/>
                    <a:pt x="576" y="3"/>
                    <a:pt x="549" y="7"/>
                  </a:cubicBezTo>
                  <a:cubicBezTo>
                    <a:pt x="288" y="42"/>
                    <a:pt x="79" y="252"/>
                    <a:pt x="42" y="512"/>
                  </a:cubicBezTo>
                  <a:cubicBezTo>
                    <a:pt x="0" y="812"/>
                    <a:pt x="184" y="1076"/>
                    <a:pt x="448" y="1163"/>
                  </a:cubicBezTo>
                  <a:lnTo>
                    <a:pt x="448" y="5449"/>
                  </a:lnTo>
                  <a:cubicBezTo>
                    <a:pt x="209" y="5527"/>
                    <a:pt x="37" y="5751"/>
                    <a:pt x="37" y="6015"/>
                  </a:cubicBezTo>
                  <a:cubicBezTo>
                    <a:pt x="37" y="6278"/>
                    <a:pt x="210" y="6503"/>
                    <a:pt x="448" y="6581"/>
                  </a:cubicBezTo>
                  <a:lnTo>
                    <a:pt x="448" y="10868"/>
                  </a:lnTo>
                  <a:cubicBezTo>
                    <a:pt x="184" y="10955"/>
                    <a:pt x="0" y="11218"/>
                    <a:pt x="42" y="11519"/>
                  </a:cubicBezTo>
                  <a:cubicBezTo>
                    <a:pt x="79" y="11779"/>
                    <a:pt x="288" y="11988"/>
                    <a:pt x="549" y="12024"/>
                  </a:cubicBezTo>
                  <a:cubicBezTo>
                    <a:pt x="577" y="12028"/>
                    <a:pt x="605" y="12030"/>
                    <a:pt x="632" y="12030"/>
                  </a:cubicBezTo>
                  <a:cubicBezTo>
                    <a:pt x="895" y="12030"/>
                    <a:pt x="1119" y="11857"/>
                    <a:pt x="1196" y="11619"/>
                  </a:cubicBezTo>
                  <a:lnTo>
                    <a:pt x="5633" y="11619"/>
                  </a:lnTo>
                  <a:cubicBezTo>
                    <a:pt x="5710" y="11856"/>
                    <a:pt x="5934" y="12029"/>
                    <a:pt x="6199" y="12029"/>
                  </a:cubicBezTo>
                  <a:cubicBezTo>
                    <a:pt x="6461" y="12029"/>
                    <a:pt x="6686" y="11856"/>
                    <a:pt x="6764" y="11619"/>
                  </a:cubicBezTo>
                  <a:lnTo>
                    <a:pt x="11460" y="11619"/>
                  </a:lnTo>
                  <a:cubicBezTo>
                    <a:pt x="11537" y="11857"/>
                    <a:pt x="11762" y="12029"/>
                    <a:pt x="12025" y="12029"/>
                  </a:cubicBezTo>
                  <a:cubicBezTo>
                    <a:pt x="12053" y="12029"/>
                    <a:pt x="12081" y="12027"/>
                    <a:pt x="12109" y="12023"/>
                  </a:cubicBezTo>
                  <a:cubicBezTo>
                    <a:pt x="12368" y="11987"/>
                    <a:pt x="12578" y="11778"/>
                    <a:pt x="12615" y="11517"/>
                  </a:cubicBezTo>
                  <a:cubicBezTo>
                    <a:pt x="12655" y="11217"/>
                    <a:pt x="12473" y="10954"/>
                    <a:pt x="12210" y="10868"/>
                  </a:cubicBezTo>
                  <a:lnTo>
                    <a:pt x="12210" y="6581"/>
                  </a:lnTo>
                  <a:cubicBezTo>
                    <a:pt x="12449" y="6503"/>
                    <a:pt x="12622" y="6279"/>
                    <a:pt x="12622" y="6015"/>
                  </a:cubicBezTo>
                  <a:cubicBezTo>
                    <a:pt x="12622" y="5750"/>
                    <a:pt x="12449" y="5526"/>
                    <a:pt x="12211" y="5449"/>
                  </a:cubicBezTo>
                  <a:lnTo>
                    <a:pt x="12211" y="1163"/>
                  </a:lnTo>
                  <a:cubicBezTo>
                    <a:pt x="12475" y="1076"/>
                    <a:pt x="12659" y="812"/>
                    <a:pt x="12617" y="512"/>
                  </a:cubicBezTo>
                  <a:cubicBezTo>
                    <a:pt x="12580" y="252"/>
                    <a:pt x="12371" y="42"/>
                    <a:pt x="12110" y="7"/>
                  </a:cubicBezTo>
                  <a:cubicBezTo>
                    <a:pt x="12082" y="3"/>
                    <a:pt x="12054" y="1"/>
                    <a:pt x="120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71"/>
            <p:cNvSpPr/>
            <p:nvPr/>
          </p:nvSpPr>
          <p:spPr>
            <a:xfrm>
              <a:off x="8015387" y="3029819"/>
              <a:ext cx="352596" cy="322780"/>
            </a:xfrm>
            <a:custGeom>
              <a:rect b="b" l="l" r="r" t="t"/>
              <a:pathLst>
                <a:path extrusionOk="0" h="8520" w="9307">
                  <a:moveTo>
                    <a:pt x="8800" y="394"/>
                  </a:moveTo>
                  <a:cubicBezTo>
                    <a:pt x="8879" y="394"/>
                    <a:pt x="8945" y="460"/>
                    <a:pt x="8945" y="540"/>
                  </a:cubicBezTo>
                  <a:lnTo>
                    <a:pt x="8945" y="1214"/>
                  </a:lnTo>
                  <a:lnTo>
                    <a:pt x="394" y="1214"/>
                  </a:lnTo>
                  <a:lnTo>
                    <a:pt x="394" y="540"/>
                  </a:lnTo>
                  <a:cubicBezTo>
                    <a:pt x="394" y="460"/>
                    <a:pt x="459" y="394"/>
                    <a:pt x="539" y="394"/>
                  </a:cubicBezTo>
                  <a:close/>
                  <a:moveTo>
                    <a:pt x="515" y="1"/>
                  </a:moveTo>
                  <a:cubicBezTo>
                    <a:pt x="231" y="1"/>
                    <a:pt x="1" y="231"/>
                    <a:pt x="1" y="516"/>
                  </a:cubicBezTo>
                  <a:lnTo>
                    <a:pt x="1" y="8006"/>
                  </a:lnTo>
                  <a:cubicBezTo>
                    <a:pt x="1" y="8289"/>
                    <a:pt x="231" y="8520"/>
                    <a:pt x="515" y="8520"/>
                  </a:cubicBezTo>
                  <a:lnTo>
                    <a:pt x="9098" y="8520"/>
                  </a:lnTo>
                  <a:cubicBezTo>
                    <a:pt x="9213" y="8520"/>
                    <a:pt x="9306" y="8427"/>
                    <a:pt x="9306" y="8313"/>
                  </a:cubicBezTo>
                  <a:lnTo>
                    <a:pt x="9306" y="6960"/>
                  </a:lnTo>
                  <a:cubicBezTo>
                    <a:pt x="9306" y="6938"/>
                    <a:pt x="9295" y="6916"/>
                    <a:pt x="9279" y="6902"/>
                  </a:cubicBezTo>
                  <a:cubicBezTo>
                    <a:pt x="9223" y="6852"/>
                    <a:pt x="9163" y="6832"/>
                    <a:pt x="9109" y="6832"/>
                  </a:cubicBezTo>
                  <a:cubicBezTo>
                    <a:pt x="9000" y="6832"/>
                    <a:pt x="8913" y="6915"/>
                    <a:pt x="8913" y="7016"/>
                  </a:cubicBezTo>
                  <a:lnTo>
                    <a:pt x="8913" y="8015"/>
                  </a:lnTo>
                  <a:cubicBezTo>
                    <a:pt x="8913" y="8095"/>
                    <a:pt x="8847" y="8160"/>
                    <a:pt x="8767" y="8160"/>
                  </a:cubicBezTo>
                  <a:lnTo>
                    <a:pt x="506" y="8160"/>
                  </a:lnTo>
                  <a:cubicBezTo>
                    <a:pt x="426" y="8160"/>
                    <a:pt x="361" y="8095"/>
                    <a:pt x="361" y="8015"/>
                  </a:cubicBezTo>
                  <a:lnTo>
                    <a:pt x="361" y="1575"/>
                  </a:lnTo>
                  <a:lnTo>
                    <a:pt x="8945" y="1575"/>
                  </a:lnTo>
                  <a:lnTo>
                    <a:pt x="8945" y="6195"/>
                  </a:lnTo>
                  <a:cubicBezTo>
                    <a:pt x="8945" y="6283"/>
                    <a:pt x="9003" y="6363"/>
                    <a:pt x="9089" y="6381"/>
                  </a:cubicBezTo>
                  <a:cubicBezTo>
                    <a:pt x="9101" y="6384"/>
                    <a:pt x="9113" y="6385"/>
                    <a:pt x="9125" y="6385"/>
                  </a:cubicBezTo>
                  <a:cubicBezTo>
                    <a:pt x="9224" y="6385"/>
                    <a:pt x="9306" y="6302"/>
                    <a:pt x="9306" y="6199"/>
                  </a:cubicBezTo>
                  <a:lnTo>
                    <a:pt x="9306" y="519"/>
                  </a:lnTo>
                  <a:cubicBezTo>
                    <a:pt x="9307" y="233"/>
                    <a:pt x="9080" y="1"/>
                    <a:pt x="88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71"/>
            <p:cNvSpPr/>
            <p:nvPr/>
          </p:nvSpPr>
          <p:spPr>
            <a:xfrm>
              <a:off x="8222505" y="3136731"/>
              <a:ext cx="54365" cy="54403"/>
            </a:xfrm>
            <a:custGeom>
              <a:rect b="b" l="l" r="r" t="t"/>
              <a:pathLst>
                <a:path extrusionOk="0" h="1436" w="1435">
                  <a:moveTo>
                    <a:pt x="717" y="370"/>
                  </a:moveTo>
                  <a:cubicBezTo>
                    <a:pt x="909" y="370"/>
                    <a:pt x="1065" y="525"/>
                    <a:pt x="1065" y="718"/>
                  </a:cubicBezTo>
                  <a:cubicBezTo>
                    <a:pt x="1065" y="910"/>
                    <a:pt x="909" y="1066"/>
                    <a:pt x="717" y="1066"/>
                  </a:cubicBezTo>
                  <a:cubicBezTo>
                    <a:pt x="717" y="1066"/>
                    <a:pt x="716" y="1066"/>
                    <a:pt x="716" y="1066"/>
                  </a:cubicBezTo>
                  <a:cubicBezTo>
                    <a:pt x="525" y="1066"/>
                    <a:pt x="369" y="910"/>
                    <a:pt x="369" y="718"/>
                  </a:cubicBezTo>
                  <a:cubicBezTo>
                    <a:pt x="369" y="525"/>
                    <a:pt x="525" y="370"/>
                    <a:pt x="717" y="370"/>
                  </a:cubicBezTo>
                  <a:close/>
                  <a:moveTo>
                    <a:pt x="717" y="0"/>
                  </a:moveTo>
                  <a:cubicBezTo>
                    <a:pt x="322" y="0"/>
                    <a:pt x="0" y="323"/>
                    <a:pt x="0" y="718"/>
                  </a:cubicBezTo>
                  <a:cubicBezTo>
                    <a:pt x="0" y="1114"/>
                    <a:pt x="322" y="1435"/>
                    <a:pt x="717" y="1435"/>
                  </a:cubicBezTo>
                  <a:cubicBezTo>
                    <a:pt x="1113" y="1435"/>
                    <a:pt x="1435" y="1115"/>
                    <a:pt x="1435" y="718"/>
                  </a:cubicBezTo>
                  <a:cubicBezTo>
                    <a:pt x="1435" y="322"/>
                    <a:pt x="1112" y="0"/>
                    <a:pt x="7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71"/>
            <p:cNvSpPr/>
            <p:nvPr/>
          </p:nvSpPr>
          <p:spPr>
            <a:xfrm>
              <a:off x="8078731" y="3108090"/>
              <a:ext cx="227196" cy="212232"/>
            </a:xfrm>
            <a:custGeom>
              <a:rect b="b" l="l" r="r" t="t"/>
              <a:pathLst>
                <a:path extrusionOk="0" h="5602" w="5997">
                  <a:moveTo>
                    <a:pt x="4360" y="3028"/>
                  </a:moveTo>
                  <a:lnTo>
                    <a:pt x="5634" y="4392"/>
                  </a:lnTo>
                  <a:lnTo>
                    <a:pt x="5634" y="5117"/>
                  </a:lnTo>
                  <a:cubicBezTo>
                    <a:pt x="5634" y="5185"/>
                    <a:pt x="5579" y="5242"/>
                    <a:pt x="5510" y="5242"/>
                  </a:cubicBezTo>
                  <a:lnTo>
                    <a:pt x="482" y="5242"/>
                  </a:lnTo>
                  <a:cubicBezTo>
                    <a:pt x="414" y="5242"/>
                    <a:pt x="358" y="5187"/>
                    <a:pt x="358" y="5117"/>
                  </a:cubicBezTo>
                  <a:lnTo>
                    <a:pt x="358" y="4189"/>
                  </a:lnTo>
                  <a:lnTo>
                    <a:pt x="1618" y="3028"/>
                  </a:lnTo>
                  <a:lnTo>
                    <a:pt x="3339" y="4872"/>
                  </a:lnTo>
                  <a:cubicBezTo>
                    <a:pt x="3376" y="4912"/>
                    <a:pt x="3424" y="4931"/>
                    <a:pt x="3473" y="4931"/>
                  </a:cubicBezTo>
                  <a:cubicBezTo>
                    <a:pt x="3634" y="4931"/>
                    <a:pt x="3718" y="4737"/>
                    <a:pt x="3609" y="4621"/>
                  </a:cubicBezTo>
                  <a:lnTo>
                    <a:pt x="3158" y="4139"/>
                  </a:lnTo>
                  <a:lnTo>
                    <a:pt x="4360" y="3028"/>
                  </a:lnTo>
                  <a:close/>
                  <a:moveTo>
                    <a:pt x="493" y="0"/>
                  </a:moveTo>
                  <a:cubicBezTo>
                    <a:pt x="220" y="0"/>
                    <a:pt x="0" y="219"/>
                    <a:pt x="0" y="492"/>
                  </a:cubicBezTo>
                  <a:lnTo>
                    <a:pt x="0" y="5109"/>
                  </a:lnTo>
                  <a:cubicBezTo>
                    <a:pt x="0" y="5381"/>
                    <a:pt x="220" y="5601"/>
                    <a:pt x="493" y="5601"/>
                  </a:cubicBezTo>
                  <a:lnTo>
                    <a:pt x="5504" y="5601"/>
                  </a:lnTo>
                  <a:cubicBezTo>
                    <a:pt x="5777" y="5601"/>
                    <a:pt x="5997" y="5381"/>
                    <a:pt x="5997" y="5109"/>
                  </a:cubicBezTo>
                  <a:lnTo>
                    <a:pt x="5997" y="492"/>
                  </a:lnTo>
                  <a:cubicBezTo>
                    <a:pt x="5997" y="220"/>
                    <a:pt x="5777" y="0"/>
                    <a:pt x="5504" y="0"/>
                  </a:cubicBezTo>
                  <a:lnTo>
                    <a:pt x="1955" y="0"/>
                  </a:lnTo>
                  <a:cubicBezTo>
                    <a:pt x="1868" y="0"/>
                    <a:pt x="1786" y="57"/>
                    <a:pt x="1769" y="144"/>
                  </a:cubicBezTo>
                  <a:cubicBezTo>
                    <a:pt x="1745" y="259"/>
                    <a:pt x="1836" y="361"/>
                    <a:pt x="1950" y="361"/>
                  </a:cubicBezTo>
                  <a:lnTo>
                    <a:pt x="5511" y="361"/>
                  </a:lnTo>
                  <a:cubicBezTo>
                    <a:pt x="5579" y="361"/>
                    <a:pt x="5635" y="416"/>
                    <a:pt x="5635" y="485"/>
                  </a:cubicBezTo>
                  <a:lnTo>
                    <a:pt x="5635" y="3763"/>
                  </a:lnTo>
                  <a:lnTo>
                    <a:pt x="4506" y="2582"/>
                  </a:lnTo>
                  <a:cubicBezTo>
                    <a:pt x="4470" y="2544"/>
                    <a:pt x="4420" y="2524"/>
                    <a:pt x="4371" y="2524"/>
                  </a:cubicBezTo>
                  <a:cubicBezTo>
                    <a:pt x="4326" y="2524"/>
                    <a:pt x="4282" y="2540"/>
                    <a:pt x="4246" y="2572"/>
                  </a:cubicBezTo>
                  <a:lnTo>
                    <a:pt x="2908" y="3782"/>
                  </a:lnTo>
                  <a:lnTo>
                    <a:pt x="1762" y="2581"/>
                  </a:lnTo>
                  <a:cubicBezTo>
                    <a:pt x="1726" y="2543"/>
                    <a:pt x="1677" y="2524"/>
                    <a:pt x="1627" y="2524"/>
                  </a:cubicBezTo>
                  <a:cubicBezTo>
                    <a:pt x="1583" y="2524"/>
                    <a:pt x="1538" y="2540"/>
                    <a:pt x="1502" y="2572"/>
                  </a:cubicBezTo>
                  <a:lnTo>
                    <a:pt x="361" y="3604"/>
                  </a:lnTo>
                  <a:lnTo>
                    <a:pt x="361" y="483"/>
                  </a:lnTo>
                  <a:cubicBezTo>
                    <a:pt x="361" y="414"/>
                    <a:pt x="415" y="359"/>
                    <a:pt x="483" y="359"/>
                  </a:cubicBezTo>
                  <a:lnTo>
                    <a:pt x="1100" y="359"/>
                  </a:lnTo>
                  <a:cubicBezTo>
                    <a:pt x="1188" y="359"/>
                    <a:pt x="1269" y="301"/>
                    <a:pt x="1287" y="216"/>
                  </a:cubicBezTo>
                  <a:cubicBezTo>
                    <a:pt x="1310" y="101"/>
                    <a:pt x="1220" y="0"/>
                    <a:pt x="1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0" name="Google Shape;2690;p71"/>
          <p:cNvGrpSpPr/>
          <p:nvPr/>
        </p:nvGrpSpPr>
        <p:grpSpPr>
          <a:xfrm>
            <a:off x="7015834" y="3427254"/>
            <a:ext cx="449654" cy="447188"/>
            <a:chOff x="7163164" y="2954163"/>
            <a:chExt cx="476783" cy="474169"/>
          </a:xfrm>
        </p:grpSpPr>
        <p:sp>
          <p:nvSpPr>
            <p:cNvPr id="2691" name="Google Shape;2691;p71"/>
            <p:cNvSpPr/>
            <p:nvPr/>
          </p:nvSpPr>
          <p:spPr>
            <a:xfrm>
              <a:off x="7368046" y="3217274"/>
              <a:ext cx="271901" cy="211057"/>
            </a:xfrm>
            <a:custGeom>
              <a:rect b="b" l="l" r="r" t="t"/>
              <a:pathLst>
                <a:path extrusionOk="0" h="5571" w="7177">
                  <a:moveTo>
                    <a:pt x="4804" y="393"/>
                  </a:moveTo>
                  <a:cubicBezTo>
                    <a:pt x="4831" y="393"/>
                    <a:pt x="4856" y="407"/>
                    <a:pt x="4871" y="430"/>
                  </a:cubicBezTo>
                  <a:lnTo>
                    <a:pt x="5302" y="1081"/>
                  </a:lnTo>
                  <a:lnTo>
                    <a:pt x="3132" y="1081"/>
                  </a:lnTo>
                  <a:lnTo>
                    <a:pt x="3132" y="1082"/>
                  </a:lnTo>
                  <a:lnTo>
                    <a:pt x="2675" y="393"/>
                  </a:lnTo>
                  <a:close/>
                  <a:moveTo>
                    <a:pt x="450" y="0"/>
                  </a:moveTo>
                  <a:cubicBezTo>
                    <a:pt x="202" y="0"/>
                    <a:pt x="0" y="202"/>
                    <a:pt x="0" y="450"/>
                  </a:cubicBezTo>
                  <a:lnTo>
                    <a:pt x="0" y="1274"/>
                  </a:lnTo>
                  <a:cubicBezTo>
                    <a:pt x="0" y="1362"/>
                    <a:pt x="58" y="1443"/>
                    <a:pt x="144" y="1460"/>
                  </a:cubicBezTo>
                  <a:cubicBezTo>
                    <a:pt x="156" y="1463"/>
                    <a:pt x="168" y="1464"/>
                    <a:pt x="180" y="1464"/>
                  </a:cubicBezTo>
                  <a:cubicBezTo>
                    <a:pt x="280" y="1464"/>
                    <a:pt x="361" y="1381"/>
                    <a:pt x="361" y="1278"/>
                  </a:cubicBezTo>
                  <a:lnTo>
                    <a:pt x="361" y="443"/>
                  </a:lnTo>
                  <a:cubicBezTo>
                    <a:pt x="361" y="397"/>
                    <a:pt x="397" y="361"/>
                    <a:pt x="442" y="361"/>
                  </a:cubicBezTo>
                  <a:lnTo>
                    <a:pt x="2120" y="361"/>
                  </a:lnTo>
                  <a:cubicBezTo>
                    <a:pt x="2147" y="361"/>
                    <a:pt x="2173" y="375"/>
                    <a:pt x="2186" y="397"/>
                  </a:cubicBezTo>
                  <a:lnTo>
                    <a:pt x="2806" y="1358"/>
                  </a:lnTo>
                  <a:cubicBezTo>
                    <a:pt x="2839" y="1410"/>
                    <a:pt x="2896" y="1440"/>
                    <a:pt x="2956" y="1440"/>
                  </a:cubicBezTo>
                  <a:lnTo>
                    <a:pt x="6569" y="1440"/>
                  </a:lnTo>
                  <a:cubicBezTo>
                    <a:pt x="6706" y="1440"/>
                    <a:pt x="6816" y="1550"/>
                    <a:pt x="6816" y="1687"/>
                  </a:cubicBezTo>
                  <a:lnTo>
                    <a:pt x="6816" y="4963"/>
                  </a:lnTo>
                  <a:cubicBezTo>
                    <a:pt x="6816" y="5099"/>
                    <a:pt x="6706" y="5209"/>
                    <a:pt x="6569" y="5209"/>
                  </a:cubicBezTo>
                  <a:lnTo>
                    <a:pt x="552" y="5209"/>
                  </a:lnTo>
                  <a:cubicBezTo>
                    <a:pt x="447" y="5209"/>
                    <a:pt x="362" y="5123"/>
                    <a:pt x="362" y="5017"/>
                  </a:cubicBezTo>
                  <a:lnTo>
                    <a:pt x="362" y="2122"/>
                  </a:lnTo>
                  <a:cubicBezTo>
                    <a:pt x="362" y="2073"/>
                    <a:pt x="338" y="2027"/>
                    <a:pt x="298" y="2000"/>
                  </a:cubicBezTo>
                  <a:cubicBezTo>
                    <a:pt x="259" y="1974"/>
                    <a:pt x="219" y="1963"/>
                    <a:pt x="182" y="1963"/>
                  </a:cubicBezTo>
                  <a:cubicBezTo>
                    <a:pt x="82" y="1963"/>
                    <a:pt x="1" y="2044"/>
                    <a:pt x="1" y="2146"/>
                  </a:cubicBezTo>
                  <a:lnTo>
                    <a:pt x="1" y="4957"/>
                  </a:lnTo>
                  <a:cubicBezTo>
                    <a:pt x="1" y="5295"/>
                    <a:pt x="277" y="5570"/>
                    <a:pt x="614" y="5570"/>
                  </a:cubicBezTo>
                  <a:lnTo>
                    <a:pt x="6564" y="5570"/>
                  </a:lnTo>
                  <a:cubicBezTo>
                    <a:pt x="6903" y="5570"/>
                    <a:pt x="7177" y="5295"/>
                    <a:pt x="7177" y="4957"/>
                  </a:cubicBezTo>
                  <a:lnTo>
                    <a:pt x="7177" y="1695"/>
                  </a:lnTo>
                  <a:cubicBezTo>
                    <a:pt x="7175" y="1357"/>
                    <a:pt x="6899" y="1082"/>
                    <a:pt x="6562" y="1082"/>
                  </a:cubicBezTo>
                  <a:lnTo>
                    <a:pt x="5829" y="1082"/>
                  </a:lnTo>
                  <a:lnTo>
                    <a:pt x="5248" y="205"/>
                  </a:lnTo>
                  <a:cubicBezTo>
                    <a:pt x="5164" y="78"/>
                    <a:pt x="5021" y="0"/>
                    <a:pt x="48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71"/>
            <p:cNvSpPr/>
            <p:nvPr/>
          </p:nvSpPr>
          <p:spPr>
            <a:xfrm>
              <a:off x="7163164" y="2954163"/>
              <a:ext cx="271939" cy="211019"/>
            </a:xfrm>
            <a:custGeom>
              <a:rect b="b" l="l" r="r" t="t"/>
              <a:pathLst>
                <a:path extrusionOk="0" h="5570" w="7178">
                  <a:moveTo>
                    <a:pt x="2173" y="359"/>
                  </a:moveTo>
                  <a:cubicBezTo>
                    <a:pt x="2200" y="359"/>
                    <a:pt x="2227" y="373"/>
                    <a:pt x="2242" y="395"/>
                  </a:cubicBezTo>
                  <a:lnTo>
                    <a:pt x="2880" y="1357"/>
                  </a:lnTo>
                  <a:cubicBezTo>
                    <a:pt x="2915" y="1409"/>
                    <a:pt x="2973" y="1439"/>
                    <a:pt x="3035" y="1439"/>
                  </a:cubicBezTo>
                  <a:lnTo>
                    <a:pt x="6539" y="1439"/>
                  </a:lnTo>
                  <a:cubicBezTo>
                    <a:pt x="6675" y="1439"/>
                    <a:pt x="6784" y="1549"/>
                    <a:pt x="6784" y="1685"/>
                  </a:cubicBezTo>
                  <a:lnTo>
                    <a:pt x="6784" y="4961"/>
                  </a:lnTo>
                  <a:cubicBezTo>
                    <a:pt x="6784" y="5097"/>
                    <a:pt x="6675" y="5207"/>
                    <a:pt x="6539" y="5207"/>
                  </a:cubicBezTo>
                  <a:lnTo>
                    <a:pt x="607" y="5207"/>
                  </a:lnTo>
                  <a:cubicBezTo>
                    <a:pt x="607" y="5207"/>
                    <a:pt x="606" y="5207"/>
                    <a:pt x="605" y="5207"/>
                  </a:cubicBezTo>
                  <a:cubicBezTo>
                    <a:pt x="470" y="5207"/>
                    <a:pt x="361" y="5097"/>
                    <a:pt x="361" y="4962"/>
                  </a:cubicBezTo>
                  <a:lnTo>
                    <a:pt x="361" y="441"/>
                  </a:lnTo>
                  <a:cubicBezTo>
                    <a:pt x="361" y="395"/>
                    <a:pt x="398" y="359"/>
                    <a:pt x="444" y="359"/>
                  </a:cubicBezTo>
                  <a:close/>
                  <a:moveTo>
                    <a:pt x="450" y="0"/>
                  </a:moveTo>
                  <a:cubicBezTo>
                    <a:pt x="203" y="0"/>
                    <a:pt x="1" y="201"/>
                    <a:pt x="1" y="449"/>
                  </a:cubicBezTo>
                  <a:lnTo>
                    <a:pt x="1" y="4956"/>
                  </a:lnTo>
                  <a:cubicBezTo>
                    <a:pt x="1" y="5296"/>
                    <a:pt x="276" y="5569"/>
                    <a:pt x="614" y="5569"/>
                  </a:cubicBezTo>
                  <a:lnTo>
                    <a:pt x="6563" y="5569"/>
                  </a:lnTo>
                  <a:cubicBezTo>
                    <a:pt x="6902" y="5569"/>
                    <a:pt x="7177" y="5294"/>
                    <a:pt x="7177" y="4955"/>
                  </a:cubicBezTo>
                  <a:lnTo>
                    <a:pt x="7177" y="1693"/>
                  </a:lnTo>
                  <a:cubicBezTo>
                    <a:pt x="7177" y="1354"/>
                    <a:pt x="6902" y="1080"/>
                    <a:pt x="6565" y="1080"/>
                  </a:cubicBezTo>
                  <a:lnTo>
                    <a:pt x="5760" y="1080"/>
                  </a:lnTo>
                  <a:lnTo>
                    <a:pt x="5179" y="204"/>
                  </a:lnTo>
                  <a:cubicBezTo>
                    <a:pt x="5095" y="76"/>
                    <a:pt x="4953" y="0"/>
                    <a:pt x="4801" y="0"/>
                  </a:cubicBezTo>
                  <a:lnTo>
                    <a:pt x="4241" y="0"/>
                  </a:lnTo>
                  <a:cubicBezTo>
                    <a:pt x="4145" y="0"/>
                    <a:pt x="4059" y="69"/>
                    <a:pt x="4052" y="164"/>
                  </a:cubicBezTo>
                  <a:cubicBezTo>
                    <a:pt x="4043" y="272"/>
                    <a:pt x="4126" y="361"/>
                    <a:pt x="4231" y="361"/>
                  </a:cubicBezTo>
                  <a:lnTo>
                    <a:pt x="4795" y="361"/>
                  </a:lnTo>
                  <a:cubicBezTo>
                    <a:pt x="4822" y="361"/>
                    <a:pt x="4847" y="373"/>
                    <a:pt x="4861" y="397"/>
                  </a:cubicBezTo>
                  <a:lnTo>
                    <a:pt x="5293" y="1049"/>
                  </a:lnTo>
                  <a:lnTo>
                    <a:pt x="3122" y="1049"/>
                  </a:lnTo>
                  <a:lnTo>
                    <a:pt x="2665" y="360"/>
                  </a:lnTo>
                  <a:lnTo>
                    <a:pt x="3361" y="360"/>
                  </a:lnTo>
                  <a:cubicBezTo>
                    <a:pt x="3456" y="360"/>
                    <a:pt x="3541" y="290"/>
                    <a:pt x="3549" y="196"/>
                  </a:cubicBezTo>
                  <a:cubicBezTo>
                    <a:pt x="3559" y="89"/>
                    <a:pt x="3475" y="0"/>
                    <a:pt x="33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71"/>
            <p:cNvSpPr/>
            <p:nvPr/>
          </p:nvSpPr>
          <p:spPr>
            <a:xfrm>
              <a:off x="7472154" y="3049671"/>
              <a:ext cx="125361" cy="137977"/>
            </a:xfrm>
            <a:custGeom>
              <a:rect b="b" l="l" r="r" t="t"/>
              <a:pathLst>
                <a:path extrusionOk="0" h="3642" w="3309">
                  <a:moveTo>
                    <a:pt x="201" y="0"/>
                  </a:moveTo>
                  <a:cubicBezTo>
                    <a:pt x="105" y="0"/>
                    <a:pt x="20" y="69"/>
                    <a:pt x="12" y="164"/>
                  </a:cubicBezTo>
                  <a:cubicBezTo>
                    <a:pt x="1" y="272"/>
                    <a:pt x="84" y="362"/>
                    <a:pt x="190" y="362"/>
                  </a:cubicBezTo>
                  <a:lnTo>
                    <a:pt x="2102" y="362"/>
                  </a:lnTo>
                  <a:lnTo>
                    <a:pt x="2102" y="2959"/>
                  </a:lnTo>
                  <a:lnTo>
                    <a:pt x="1604" y="2334"/>
                  </a:lnTo>
                  <a:cubicBezTo>
                    <a:pt x="1569" y="2289"/>
                    <a:pt x="1516" y="2266"/>
                    <a:pt x="1463" y="2266"/>
                  </a:cubicBezTo>
                  <a:cubicBezTo>
                    <a:pt x="1424" y="2266"/>
                    <a:pt x="1384" y="2279"/>
                    <a:pt x="1352" y="2305"/>
                  </a:cubicBezTo>
                  <a:cubicBezTo>
                    <a:pt x="1273" y="2366"/>
                    <a:pt x="1261" y="2480"/>
                    <a:pt x="1322" y="2557"/>
                  </a:cubicBezTo>
                  <a:cubicBezTo>
                    <a:pt x="1322" y="2557"/>
                    <a:pt x="2129" y="3572"/>
                    <a:pt x="2132" y="3575"/>
                  </a:cubicBezTo>
                  <a:cubicBezTo>
                    <a:pt x="2167" y="3620"/>
                    <a:pt x="2220" y="3642"/>
                    <a:pt x="2272" y="3642"/>
                  </a:cubicBezTo>
                  <a:cubicBezTo>
                    <a:pt x="2325" y="3642"/>
                    <a:pt x="2377" y="3620"/>
                    <a:pt x="2412" y="3576"/>
                  </a:cubicBezTo>
                  <a:lnTo>
                    <a:pt x="3241" y="2559"/>
                  </a:lnTo>
                  <a:cubicBezTo>
                    <a:pt x="3308" y="2477"/>
                    <a:pt x="3291" y="2356"/>
                    <a:pt x="3202" y="2295"/>
                  </a:cubicBezTo>
                  <a:cubicBezTo>
                    <a:pt x="3173" y="2275"/>
                    <a:pt x="3139" y="2266"/>
                    <a:pt x="3106" y="2266"/>
                  </a:cubicBezTo>
                  <a:cubicBezTo>
                    <a:pt x="3050" y="2266"/>
                    <a:pt x="2994" y="2292"/>
                    <a:pt x="2956" y="2339"/>
                  </a:cubicBezTo>
                  <a:lnTo>
                    <a:pt x="2463" y="2943"/>
                  </a:lnTo>
                  <a:lnTo>
                    <a:pt x="2463" y="184"/>
                  </a:lnTo>
                  <a:cubicBezTo>
                    <a:pt x="2463" y="83"/>
                    <a:pt x="2380" y="0"/>
                    <a:pt x="22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71"/>
            <p:cNvSpPr/>
            <p:nvPr/>
          </p:nvSpPr>
          <p:spPr>
            <a:xfrm>
              <a:off x="7203247" y="3194733"/>
              <a:ext cx="125248" cy="138015"/>
            </a:xfrm>
            <a:custGeom>
              <a:rect b="b" l="l" r="r" t="t"/>
              <a:pathLst>
                <a:path extrusionOk="0" h="3643" w="3306">
                  <a:moveTo>
                    <a:pt x="1034" y="1"/>
                  </a:moveTo>
                  <a:cubicBezTo>
                    <a:pt x="981" y="1"/>
                    <a:pt x="929" y="23"/>
                    <a:pt x="894" y="66"/>
                  </a:cubicBezTo>
                  <a:cubicBezTo>
                    <a:pt x="894" y="67"/>
                    <a:pt x="64" y="1083"/>
                    <a:pt x="64" y="1083"/>
                  </a:cubicBezTo>
                  <a:cubicBezTo>
                    <a:pt x="1" y="1161"/>
                    <a:pt x="13" y="1275"/>
                    <a:pt x="90" y="1338"/>
                  </a:cubicBezTo>
                  <a:cubicBezTo>
                    <a:pt x="123" y="1365"/>
                    <a:pt x="164" y="1378"/>
                    <a:pt x="204" y="1378"/>
                  </a:cubicBezTo>
                  <a:cubicBezTo>
                    <a:pt x="257" y="1378"/>
                    <a:pt x="309" y="1356"/>
                    <a:pt x="344" y="1312"/>
                  </a:cubicBezTo>
                  <a:lnTo>
                    <a:pt x="844" y="699"/>
                  </a:lnTo>
                  <a:lnTo>
                    <a:pt x="844" y="3459"/>
                  </a:lnTo>
                  <a:cubicBezTo>
                    <a:pt x="844" y="3559"/>
                    <a:pt x="927" y="3642"/>
                    <a:pt x="1027" y="3642"/>
                  </a:cubicBezTo>
                  <a:lnTo>
                    <a:pt x="3108" y="3642"/>
                  </a:lnTo>
                  <a:cubicBezTo>
                    <a:pt x="3204" y="3642"/>
                    <a:pt x="3288" y="3573"/>
                    <a:pt x="3297" y="3479"/>
                  </a:cubicBezTo>
                  <a:cubicBezTo>
                    <a:pt x="3305" y="3371"/>
                    <a:pt x="3221" y="3282"/>
                    <a:pt x="3117" y="3282"/>
                  </a:cubicBezTo>
                  <a:lnTo>
                    <a:pt x="1204" y="3282"/>
                  </a:lnTo>
                  <a:lnTo>
                    <a:pt x="1204" y="683"/>
                  </a:lnTo>
                  <a:lnTo>
                    <a:pt x="1702" y="1310"/>
                  </a:lnTo>
                  <a:cubicBezTo>
                    <a:pt x="1736" y="1352"/>
                    <a:pt x="1791" y="1376"/>
                    <a:pt x="1845" y="1376"/>
                  </a:cubicBezTo>
                  <a:cubicBezTo>
                    <a:pt x="1884" y="1376"/>
                    <a:pt x="1923" y="1364"/>
                    <a:pt x="1954" y="1339"/>
                  </a:cubicBezTo>
                  <a:cubicBezTo>
                    <a:pt x="2033" y="1277"/>
                    <a:pt x="2044" y="1164"/>
                    <a:pt x="1983" y="1087"/>
                  </a:cubicBezTo>
                  <a:lnTo>
                    <a:pt x="1174" y="67"/>
                  </a:lnTo>
                  <a:cubicBezTo>
                    <a:pt x="1139" y="23"/>
                    <a:pt x="1086" y="1"/>
                    <a:pt x="10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5" name="Google Shape;2695;p71"/>
          <p:cNvGrpSpPr/>
          <p:nvPr/>
        </p:nvGrpSpPr>
        <p:grpSpPr>
          <a:xfrm>
            <a:off x="6327258" y="3426003"/>
            <a:ext cx="320778" cy="449547"/>
            <a:chOff x="6433044" y="2952837"/>
            <a:chExt cx="340132" cy="476669"/>
          </a:xfrm>
        </p:grpSpPr>
        <p:sp>
          <p:nvSpPr>
            <p:cNvPr id="2696" name="Google Shape;2696;p71"/>
            <p:cNvSpPr/>
            <p:nvPr/>
          </p:nvSpPr>
          <p:spPr>
            <a:xfrm>
              <a:off x="6433044" y="2952837"/>
              <a:ext cx="340132" cy="476669"/>
            </a:xfrm>
            <a:custGeom>
              <a:rect b="b" l="l" r="r" t="t"/>
              <a:pathLst>
                <a:path extrusionOk="0" h="12582" w="8978">
                  <a:moveTo>
                    <a:pt x="6914" y="669"/>
                  </a:moveTo>
                  <a:lnTo>
                    <a:pt x="8393" y="2360"/>
                  </a:lnTo>
                  <a:lnTo>
                    <a:pt x="6914" y="2360"/>
                  </a:lnTo>
                  <a:lnTo>
                    <a:pt x="6914" y="669"/>
                  </a:lnTo>
                  <a:close/>
                  <a:moveTo>
                    <a:pt x="184" y="1"/>
                  </a:moveTo>
                  <a:cubicBezTo>
                    <a:pt x="82" y="1"/>
                    <a:pt x="1" y="84"/>
                    <a:pt x="1" y="184"/>
                  </a:cubicBezTo>
                  <a:lnTo>
                    <a:pt x="1" y="12398"/>
                  </a:lnTo>
                  <a:cubicBezTo>
                    <a:pt x="1" y="12500"/>
                    <a:pt x="83" y="12582"/>
                    <a:pt x="184" y="12582"/>
                  </a:cubicBezTo>
                  <a:lnTo>
                    <a:pt x="8793" y="12582"/>
                  </a:lnTo>
                  <a:cubicBezTo>
                    <a:pt x="8896" y="12582"/>
                    <a:pt x="8977" y="12499"/>
                    <a:pt x="8977" y="12398"/>
                  </a:cubicBezTo>
                  <a:lnTo>
                    <a:pt x="8977" y="2550"/>
                  </a:lnTo>
                  <a:cubicBezTo>
                    <a:pt x="8978" y="2507"/>
                    <a:pt x="8962" y="2464"/>
                    <a:pt x="8934" y="2430"/>
                  </a:cubicBezTo>
                  <a:lnTo>
                    <a:pt x="6867" y="64"/>
                  </a:lnTo>
                  <a:cubicBezTo>
                    <a:pt x="6833" y="23"/>
                    <a:pt x="6782" y="1"/>
                    <a:pt x="6729" y="1"/>
                  </a:cubicBezTo>
                  <a:lnTo>
                    <a:pt x="2844" y="1"/>
                  </a:lnTo>
                  <a:cubicBezTo>
                    <a:pt x="2749" y="1"/>
                    <a:pt x="2664" y="70"/>
                    <a:pt x="2656" y="165"/>
                  </a:cubicBezTo>
                  <a:cubicBezTo>
                    <a:pt x="2646" y="272"/>
                    <a:pt x="2730" y="361"/>
                    <a:pt x="2835" y="361"/>
                  </a:cubicBezTo>
                  <a:lnTo>
                    <a:pt x="6553" y="361"/>
                  </a:lnTo>
                  <a:lnTo>
                    <a:pt x="6553" y="2569"/>
                  </a:lnTo>
                  <a:cubicBezTo>
                    <a:pt x="6553" y="2671"/>
                    <a:pt x="6636" y="2752"/>
                    <a:pt x="6738" y="2752"/>
                  </a:cubicBezTo>
                  <a:lnTo>
                    <a:pt x="8618" y="2752"/>
                  </a:lnTo>
                  <a:lnTo>
                    <a:pt x="8618" y="12222"/>
                  </a:lnTo>
                  <a:lnTo>
                    <a:pt x="361" y="12222"/>
                  </a:lnTo>
                  <a:lnTo>
                    <a:pt x="361" y="361"/>
                  </a:lnTo>
                  <a:lnTo>
                    <a:pt x="1941" y="361"/>
                  </a:lnTo>
                  <a:cubicBezTo>
                    <a:pt x="2037" y="361"/>
                    <a:pt x="2122" y="292"/>
                    <a:pt x="2130" y="198"/>
                  </a:cubicBezTo>
                  <a:cubicBezTo>
                    <a:pt x="2138" y="90"/>
                    <a:pt x="2055" y="1"/>
                    <a:pt x="19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71"/>
            <p:cNvSpPr/>
            <p:nvPr/>
          </p:nvSpPr>
          <p:spPr>
            <a:xfrm>
              <a:off x="6498472" y="3305395"/>
              <a:ext cx="25534" cy="13676"/>
            </a:xfrm>
            <a:custGeom>
              <a:rect b="b" l="l" r="r" t="t"/>
              <a:pathLst>
                <a:path extrusionOk="0" h="361" w="674">
                  <a:moveTo>
                    <a:pt x="199" y="1"/>
                  </a:moveTo>
                  <a:cubicBezTo>
                    <a:pt x="102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476" y="361"/>
                  </a:lnTo>
                  <a:cubicBezTo>
                    <a:pt x="572" y="361"/>
                    <a:pt x="656" y="292"/>
                    <a:pt x="665" y="197"/>
                  </a:cubicBezTo>
                  <a:cubicBezTo>
                    <a:pt x="673" y="90"/>
                    <a:pt x="589" y="1"/>
                    <a:pt x="4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71"/>
            <p:cNvSpPr/>
            <p:nvPr/>
          </p:nvSpPr>
          <p:spPr>
            <a:xfrm>
              <a:off x="6498472" y="3331498"/>
              <a:ext cx="25534" cy="13676"/>
            </a:xfrm>
            <a:custGeom>
              <a:rect b="b" l="l" r="r" t="t"/>
              <a:pathLst>
                <a:path extrusionOk="0" h="361" w="674">
                  <a:moveTo>
                    <a:pt x="199" y="1"/>
                  </a:moveTo>
                  <a:cubicBezTo>
                    <a:pt x="102" y="1"/>
                    <a:pt x="18" y="70"/>
                    <a:pt x="10" y="164"/>
                  </a:cubicBezTo>
                  <a:cubicBezTo>
                    <a:pt x="1" y="270"/>
                    <a:pt x="85" y="361"/>
                    <a:pt x="189" y="361"/>
                  </a:cubicBezTo>
                  <a:lnTo>
                    <a:pt x="476" y="361"/>
                  </a:lnTo>
                  <a:cubicBezTo>
                    <a:pt x="572" y="361"/>
                    <a:pt x="656" y="291"/>
                    <a:pt x="665" y="197"/>
                  </a:cubicBezTo>
                  <a:cubicBezTo>
                    <a:pt x="673" y="90"/>
                    <a:pt x="589" y="1"/>
                    <a:pt x="4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71"/>
            <p:cNvSpPr/>
            <p:nvPr/>
          </p:nvSpPr>
          <p:spPr>
            <a:xfrm>
              <a:off x="6498472" y="3356312"/>
              <a:ext cx="25534" cy="13676"/>
            </a:xfrm>
            <a:custGeom>
              <a:rect b="b" l="l" r="r" t="t"/>
              <a:pathLst>
                <a:path extrusionOk="0" h="361" w="674">
                  <a:moveTo>
                    <a:pt x="199" y="0"/>
                  </a:moveTo>
                  <a:cubicBezTo>
                    <a:pt x="102" y="0"/>
                    <a:pt x="18" y="69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476" y="361"/>
                  </a:lnTo>
                  <a:cubicBezTo>
                    <a:pt x="572" y="361"/>
                    <a:pt x="656" y="290"/>
                    <a:pt x="665" y="196"/>
                  </a:cubicBezTo>
                  <a:cubicBezTo>
                    <a:pt x="673" y="89"/>
                    <a:pt x="589" y="0"/>
                    <a:pt x="4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71"/>
            <p:cNvSpPr/>
            <p:nvPr/>
          </p:nvSpPr>
          <p:spPr>
            <a:xfrm>
              <a:off x="6589585" y="3305395"/>
              <a:ext cx="25534" cy="13676"/>
            </a:xfrm>
            <a:custGeom>
              <a:rect b="b" l="l" r="r" t="t"/>
              <a:pathLst>
                <a:path extrusionOk="0" h="361" w="674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476" y="361"/>
                  </a:lnTo>
                  <a:cubicBezTo>
                    <a:pt x="571" y="361"/>
                    <a:pt x="656" y="292"/>
                    <a:pt x="665" y="197"/>
                  </a:cubicBezTo>
                  <a:cubicBezTo>
                    <a:pt x="674" y="90"/>
                    <a:pt x="589" y="1"/>
                    <a:pt x="4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71"/>
            <p:cNvSpPr/>
            <p:nvPr/>
          </p:nvSpPr>
          <p:spPr>
            <a:xfrm>
              <a:off x="6589585" y="3331498"/>
              <a:ext cx="25534" cy="13676"/>
            </a:xfrm>
            <a:custGeom>
              <a:rect b="b" l="l" r="r" t="t"/>
              <a:pathLst>
                <a:path extrusionOk="0" h="361" w="674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1" y="270"/>
                    <a:pt x="84" y="361"/>
                    <a:pt x="189" y="361"/>
                  </a:cubicBezTo>
                  <a:lnTo>
                    <a:pt x="476" y="361"/>
                  </a:lnTo>
                  <a:cubicBezTo>
                    <a:pt x="571" y="361"/>
                    <a:pt x="656" y="291"/>
                    <a:pt x="665" y="197"/>
                  </a:cubicBezTo>
                  <a:cubicBezTo>
                    <a:pt x="674" y="90"/>
                    <a:pt x="589" y="1"/>
                    <a:pt x="4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71"/>
            <p:cNvSpPr/>
            <p:nvPr/>
          </p:nvSpPr>
          <p:spPr>
            <a:xfrm>
              <a:off x="6589585" y="3356312"/>
              <a:ext cx="25534" cy="13676"/>
            </a:xfrm>
            <a:custGeom>
              <a:rect b="b" l="l" r="r" t="t"/>
              <a:pathLst>
                <a:path extrusionOk="0" h="361" w="674">
                  <a:moveTo>
                    <a:pt x="198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476" y="361"/>
                  </a:lnTo>
                  <a:cubicBezTo>
                    <a:pt x="571" y="361"/>
                    <a:pt x="656" y="290"/>
                    <a:pt x="665" y="196"/>
                  </a:cubicBezTo>
                  <a:cubicBezTo>
                    <a:pt x="674" y="89"/>
                    <a:pt x="589" y="0"/>
                    <a:pt x="4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71"/>
            <p:cNvSpPr/>
            <p:nvPr/>
          </p:nvSpPr>
          <p:spPr>
            <a:xfrm>
              <a:off x="6472786" y="3076986"/>
              <a:ext cx="259436" cy="319030"/>
            </a:xfrm>
            <a:custGeom>
              <a:rect b="b" l="l" r="r" t="t"/>
              <a:pathLst>
                <a:path extrusionOk="0" h="8421" w="6848">
                  <a:moveTo>
                    <a:pt x="1015" y="363"/>
                  </a:moveTo>
                  <a:cubicBezTo>
                    <a:pt x="1340" y="363"/>
                    <a:pt x="1605" y="628"/>
                    <a:pt x="1605" y="953"/>
                  </a:cubicBezTo>
                  <a:cubicBezTo>
                    <a:pt x="1605" y="1278"/>
                    <a:pt x="1340" y="1542"/>
                    <a:pt x="1015" y="1542"/>
                  </a:cubicBezTo>
                  <a:cubicBezTo>
                    <a:pt x="690" y="1542"/>
                    <a:pt x="426" y="1278"/>
                    <a:pt x="426" y="953"/>
                  </a:cubicBezTo>
                  <a:cubicBezTo>
                    <a:pt x="426" y="628"/>
                    <a:pt x="690" y="363"/>
                    <a:pt x="1015" y="363"/>
                  </a:cubicBezTo>
                  <a:close/>
                  <a:moveTo>
                    <a:pt x="3420" y="363"/>
                  </a:moveTo>
                  <a:cubicBezTo>
                    <a:pt x="3744" y="363"/>
                    <a:pt x="4009" y="628"/>
                    <a:pt x="4009" y="953"/>
                  </a:cubicBezTo>
                  <a:cubicBezTo>
                    <a:pt x="4009" y="1278"/>
                    <a:pt x="3744" y="1542"/>
                    <a:pt x="3420" y="1542"/>
                  </a:cubicBezTo>
                  <a:cubicBezTo>
                    <a:pt x="3095" y="1542"/>
                    <a:pt x="2831" y="1278"/>
                    <a:pt x="2831" y="953"/>
                  </a:cubicBezTo>
                  <a:cubicBezTo>
                    <a:pt x="2831" y="628"/>
                    <a:pt x="3095" y="363"/>
                    <a:pt x="3420" y="363"/>
                  </a:cubicBezTo>
                  <a:close/>
                  <a:moveTo>
                    <a:pt x="5825" y="363"/>
                  </a:moveTo>
                  <a:cubicBezTo>
                    <a:pt x="6150" y="363"/>
                    <a:pt x="6414" y="628"/>
                    <a:pt x="6414" y="953"/>
                  </a:cubicBezTo>
                  <a:cubicBezTo>
                    <a:pt x="6414" y="1278"/>
                    <a:pt x="6150" y="1542"/>
                    <a:pt x="5825" y="1542"/>
                  </a:cubicBezTo>
                  <a:cubicBezTo>
                    <a:pt x="5501" y="1542"/>
                    <a:pt x="5236" y="1278"/>
                    <a:pt x="5236" y="953"/>
                  </a:cubicBezTo>
                  <a:cubicBezTo>
                    <a:pt x="5236" y="628"/>
                    <a:pt x="5501" y="363"/>
                    <a:pt x="5825" y="363"/>
                  </a:cubicBezTo>
                  <a:close/>
                  <a:moveTo>
                    <a:pt x="4881" y="3080"/>
                  </a:moveTo>
                  <a:lnTo>
                    <a:pt x="4881" y="4031"/>
                  </a:lnTo>
                  <a:lnTo>
                    <a:pt x="1966" y="4031"/>
                  </a:lnTo>
                  <a:lnTo>
                    <a:pt x="1966" y="3080"/>
                  </a:lnTo>
                  <a:close/>
                  <a:moveTo>
                    <a:pt x="1638" y="5735"/>
                  </a:moveTo>
                  <a:lnTo>
                    <a:pt x="1638" y="8029"/>
                  </a:lnTo>
                  <a:lnTo>
                    <a:pt x="393" y="8029"/>
                  </a:lnTo>
                  <a:lnTo>
                    <a:pt x="393" y="5735"/>
                  </a:lnTo>
                  <a:close/>
                  <a:moveTo>
                    <a:pt x="4030" y="5735"/>
                  </a:moveTo>
                  <a:lnTo>
                    <a:pt x="4030" y="8029"/>
                  </a:lnTo>
                  <a:lnTo>
                    <a:pt x="2785" y="8029"/>
                  </a:lnTo>
                  <a:lnTo>
                    <a:pt x="2785" y="5735"/>
                  </a:lnTo>
                  <a:close/>
                  <a:moveTo>
                    <a:pt x="5814" y="0"/>
                  </a:moveTo>
                  <a:cubicBezTo>
                    <a:pt x="5298" y="0"/>
                    <a:pt x="4879" y="430"/>
                    <a:pt x="4879" y="958"/>
                  </a:cubicBezTo>
                  <a:cubicBezTo>
                    <a:pt x="4879" y="1423"/>
                    <a:pt x="5204" y="1812"/>
                    <a:pt x="5637" y="1897"/>
                  </a:cubicBezTo>
                  <a:lnTo>
                    <a:pt x="5637" y="3049"/>
                  </a:lnTo>
                  <a:lnTo>
                    <a:pt x="5244" y="3049"/>
                  </a:lnTo>
                  <a:lnTo>
                    <a:pt x="5244" y="2905"/>
                  </a:lnTo>
                  <a:cubicBezTo>
                    <a:pt x="5244" y="2803"/>
                    <a:pt x="5161" y="2722"/>
                    <a:pt x="5061" y="2722"/>
                  </a:cubicBezTo>
                  <a:lnTo>
                    <a:pt x="3606" y="2722"/>
                  </a:lnTo>
                  <a:lnTo>
                    <a:pt x="3606" y="1900"/>
                  </a:lnTo>
                  <a:cubicBezTo>
                    <a:pt x="4050" y="1811"/>
                    <a:pt x="4382" y="1402"/>
                    <a:pt x="4362" y="918"/>
                  </a:cubicBezTo>
                  <a:cubicBezTo>
                    <a:pt x="4343" y="439"/>
                    <a:pt x="3966" y="37"/>
                    <a:pt x="3487" y="5"/>
                  </a:cubicBezTo>
                  <a:cubicBezTo>
                    <a:pt x="3466" y="4"/>
                    <a:pt x="3446" y="3"/>
                    <a:pt x="3425" y="3"/>
                  </a:cubicBezTo>
                  <a:cubicBezTo>
                    <a:pt x="2908" y="3"/>
                    <a:pt x="2488" y="433"/>
                    <a:pt x="2488" y="960"/>
                  </a:cubicBezTo>
                  <a:cubicBezTo>
                    <a:pt x="2488" y="1425"/>
                    <a:pt x="2814" y="1814"/>
                    <a:pt x="3246" y="1900"/>
                  </a:cubicBezTo>
                  <a:lnTo>
                    <a:pt x="3246" y="2722"/>
                  </a:lnTo>
                  <a:lnTo>
                    <a:pt x="1791" y="2722"/>
                  </a:lnTo>
                  <a:cubicBezTo>
                    <a:pt x="1689" y="2722"/>
                    <a:pt x="1608" y="2804"/>
                    <a:pt x="1608" y="2905"/>
                  </a:cubicBezTo>
                  <a:lnTo>
                    <a:pt x="1608" y="3049"/>
                  </a:lnTo>
                  <a:lnTo>
                    <a:pt x="1183" y="3049"/>
                  </a:lnTo>
                  <a:lnTo>
                    <a:pt x="1183" y="1903"/>
                  </a:lnTo>
                  <a:cubicBezTo>
                    <a:pt x="1611" y="1817"/>
                    <a:pt x="1937" y="1430"/>
                    <a:pt x="1937" y="963"/>
                  </a:cubicBezTo>
                  <a:cubicBezTo>
                    <a:pt x="1937" y="434"/>
                    <a:pt x="1514" y="5"/>
                    <a:pt x="996" y="5"/>
                  </a:cubicBezTo>
                  <a:cubicBezTo>
                    <a:pt x="976" y="5"/>
                    <a:pt x="957" y="6"/>
                    <a:pt x="938" y="7"/>
                  </a:cubicBezTo>
                  <a:cubicBezTo>
                    <a:pt x="458" y="39"/>
                    <a:pt x="82" y="440"/>
                    <a:pt x="62" y="922"/>
                  </a:cubicBezTo>
                  <a:cubicBezTo>
                    <a:pt x="41" y="1404"/>
                    <a:pt x="375" y="1814"/>
                    <a:pt x="819" y="1902"/>
                  </a:cubicBezTo>
                  <a:lnTo>
                    <a:pt x="819" y="3225"/>
                  </a:lnTo>
                  <a:cubicBezTo>
                    <a:pt x="819" y="3326"/>
                    <a:pt x="901" y="3408"/>
                    <a:pt x="1002" y="3408"/>
                  </a:cubicBezTo>
                  <a:lnTo>
                    <a:pt x="1605" y="3408"/>
                  </a:lnTo>
                  <a:lnTo>
                    <a:pt x="1605" y="3735"/>
                  </a:lnTo>
                  <a:lnTo>
                    <a:pt x="1002" y="3735"/>
                  </a:lnTo>
                  <a:cubicBezTo>
                    <a:pt x="900" y="3735"/>
                    <a:pt x="819" y="3818"/>
                    <a:pt x="819" y="3919"/>
                  </a:cubicBezTo>
                  <a:lnTo>
                    <a:pt x="819" y="5374"/>
                  </a:lnTo>
                  <a:lnTo>
                    <a:pt x="183" y="5374"/>
                  </a:lnTo>
                  <a:cubicBezTo>
                    <a:pt x="82" y="5374"/>
                    <a:pt x="0" y="5457"/>
                    <a:pt x="0" y="5557"/>
                  </a:cubicBezTo>
                  <a:lnTo>
                    <a:pt x="0" y="8237"/>
                  </a:lnTo>
                  <a:cubicBezTo>
                    <a:pt x="0" y="8339"/>
                    <a:pt x="83" y="8421"/>
                    <a:pt x="183" y="8421"/>
                  </a:cubicBezTo>
                  <a:lnTo>
                    <a:pt x="1815" y="8421"/>
                  </a:lnTo>
                  <a:cubicBezTo>
                    <a:pt x="1917" y="8421"/>
                    <a:pt x="1998" y="8338"/>
                    <a:pt x="1998" y="8237"/>
                  </a:cubicBezTo>
                  <a:lnTo>
                    <a:pt x="1998" y="5557"/>
                  </a:lnTo>
                  <a:cubicBezTo>
                    <a:pt x="1998" y="5456"/>
                    <a:pt x="1916" y="5374"/>
                    <a:pt x="1815" y="5374"/>
                  </a:cubicBezTo>
                  <a:lnTo>
                    <a:pt x="1213" y="5374"/>
                  </a:lnTo>
                  <a:lnTo>
                    <a:pt x="1213" y="4096"/>
                  </a:lnTo>
                  <a:lnTo>
                    <a:pt x="1606" y="4096"/>
                  </a:lnTo>
                  <a:lnTo>
                    <a:pt x="1606" y="4241"/>
                  </a:lnTo>
                  <a:cubicBezTo>
                    <a:pt x="1606" y="4342"/>
                    <a:pt x="1688" y="4424"/>
                    <a:pt x="1789" y="4424"/>
                  </a:cubicBezTo>
                  <a:lnTo>
                    <a:pt x="3244" y="4424"/>
                  </a:lnTo>
                  <a:lnTo>
                    <a:pt x="3244" y="5374"/>
                  </a:lnTo>
                  <a:lnTo>
                    <a:pt x="2608" y="5374"/>
                  </a:lnTo>
                  <a:cubicBezTo>
                    <a:pt x="2506" y="5374"/>
                    <a:pt x="2425" y="5457"/>
                    <a:pt x="2425" y="5557"/>
                  </a:cubicBezTo>
                  <a:lnTo>
                    <a:pt x="2425" y="8237"/>
                  </a:lnTo>
                  <a:cubicBezTo>
                    <a:pt x="2425" y="8339"/>
                    <a:pt x="2507" y="8421"/>
                    <a:pt x="2608" y="8421"/>
                  </a:cubicBezTo>
                  <a:lnTo>
                    <a:pt x="4240" y="8421"/>
                  </a:lnTo>
                  <a:cubicBezTo>
                    <a:pt x="4341" y="8421"/>
                    <a:pt x="4423" y="8338"/>
                    <a:pt x="4423" y="8237"/>
                  </a:cubicBezTo>
                  <a:lnTo>
                    <a:pt x="4423" y="5557"/>
                  </a:lnTo>
                  <a:cubicBezTo>
                    <a:pt x="4423" y="5456"/>
                    <a:pt x="4340" y="5374"/>
                    <a:pt x="4240" y="5374"/>
                  </a:cubicBezTo>
                  <a:lnTo>
                    <a:pt x="3605" y="5374"/>
                  </a:lnTo>
                  <a:lnTo>
                    <a:pt x="3605" y="4424"/>
                  </a:lnTo>
                  <a:lnTo>
                    <a:pt x="5059" y="4424"/>
                  </a:lnTo>
                  <a:cubicBezTo>
                    <a:pt x="5161" y="4424"/>
                    <a:pt x="5242" y="4341"/>
                    <a:pt x="5242" y="4241"/>
                  </a:cubicBezTo>
                  <a:lnTo>
                    <a:pt x="5242" y="4096"/>
                  </a:lnTo>
                  <a:lnTo>
                    <a:pt x="5635" y="4096"/>
                  </a:lnTo>
                  <a:lnTo>
                    <a:pt x="5635" y="5374"/>
                  </a:lnTo>
                  <a:lnTo>
                    <a:pt x="5033" y="5374"/>
                  </a:lnTo>
                  <a:cubicBezTo>
                    <a:pt x="4931" y="5374"/>
                    <a:pt x="4849" y="5457"/>
                    <a:pt x="4849" y="5557"/>
                  </a:cubicBezTo>
                  <a:lnTo>
                    <a:pt x="4849" y="8237"/>
                  </a:lnTo>
                  <a:cubicBezTo>
                    <a:pt x="4849" y="8339"/>
                    <a:pt x="4932" y="8421"/>
                    <a:pt x="5033" y="8421"/>
                  </a:cubicBezTo>
                  <a:lnTo>
                    <a:pt x="6665" y="8421"/>
                  </a:lnTo>
                  <a:cubicBezTo>
                    <a:pt x="6766" y="8421"/>
                    <a:pt x="6848" y="8339"/>
                    <a:pt x="6848" y="8238"/>
                  </a:cubicBezTo>
                  <a:lnTo>
                    <a:pt x="6848" y="7578"/>
                  </a:lnTo>
                  <a:cubicBezTo>
                    <a:pt x="6848" y="7482"/>
                    <a:pt x="6779" y="7396"/>
                    <a:pt x="6684" y="7388"/>
                  </a:cubicBezTo>
                  <a:cubicBezTo>
                    <a:pt x="6679" y="7387"/>
                    <a:pt x="6673" y="7387"/>
                    <a:pt x="6668" y="7387"/>
                  </a:cubicBezTo>
                  <a:cubicBezTo>
                    <a:pt x="6568" y="7387"/>
                    <a:pt x="6487" y="7469"/>
                    <a:pt x="6487" y="7571"/>
                  </a:cubicBezTo>
                  <a:lnTo>
                    <a:pt x="6487" y="8028"/>
                  </a:lnTo>
                  <a:lnTo>
                    <a:pt x="5242" y="8028"/>
                  </a:lnTo>
                  <a:lnTo>
                    <a:pt x="5242" y="5734"/>
                  </a:lnTo>
                  <a:lnTo>
                    <a:pt x="6487" y="5734"/>
                  </a:lnTo>
                  <a:lnTo>
                    <a:pt x="6487" y="6684"/>
                  </a:lnTo>
                  <a:cubicBezTo>
                    <a:pt x="6487" y="6780"/>
                    <a:pt x="6557" y="6865"/>
                    <a:pt x="6651" y="6875"/>
                  </a:cubicBezTo>
                  <a:cubicBezTo>
                    <a:pt x="6656" y="6875"/>
                    <a:pt x="6661" y="6875"/>
                    <a:pt x="6665" y="6875"/>
                  </a:cubicBezTo>
                  <a:cubicBezTo>
                    <a:pt x="6767" y="6875"/>
                    <a:pt x="6848" y="6793"/>
                    <a:pt x="6848" y="6691"/>
                  </a:cubicBezTo>
                  <a:lnTo>
                    <a:pt x="6848" y="5557"/>
                  </a:lnTo>
                  <a:cubicBezTo>
                    <a:pt x="6848" y="5456"/>
                    <a:pt x="6765" y="5374"/>
                    <a:pt x="6664" y="5374"/>
                  </a:cubicBezTo>
                  <a:lnTo>
                    <a:pt x="6030" y="5374"/>
                  </a:lnTo>
                  <a:lnTo>
                    <a:pt x="6030" y="3919"/>
                  </a:lnTo>
                  <a:cubicBezTo>
                    <a:pt x="6030" y="3818"/>
                    <a:pt x="5947" y="3736"/>
                    <a:pt x="5846" y="3736"/>
                  </a:cubicBezTo>
                  <a:lnTo>
                    <a:pt x="5244" y="3736"/>
                  </a:lnTo>
                  <a:lnTo>
                    <a:pt x="5244" y="3409"/>
                  </a:lnTo>
                  <a:lnTo>
                    <a:pt x="5813" y="3409"/>
                  </a:lnTo>
                  <a:cubicBezTo>
                    <a:pt x="5916" y="3409"/>
                    <a:pt x="5996" y="3326"/>
                    <a:pt x="5996" y="3226"/>
                  </a:cubicBezTo>
                  <a:lnTo>
                    <a:pt x="5996" y="1897"/>
                  </a:lnTo>
                  <a:cubicBezTo>
                    <a:pt x="6440" y="1808"/>
                    <a:pt x="6774" y="1399"/>
                    <a:pt x="6753" y="915"/>
                  </a:cubicBezTo>
                  <a:cubicBezTo>
                    <a:pt x="6732" y="435"/>
                    <a:pt x="6356" y="32"/>
                    <a:pt x="5876" y="2"/>
                  </a:cubicBezTo>
                  <a:cubicBezTo>
                    <a:pt x="5855" y="1"/>
                    <a:pt x="5835" y="0"/>
                    <a:pt x="58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71"/>
            <p:cNvSpPr/>
            <p:nvPr/>
          </p:nvSpPr>
          <p:spPr>
            <a:xfrm>
              <a:off x="6681987" y="3305395"/>
              <a:ext cx="25534" cy="13676"/>
            </a:xfrm>
            <a:custGeom>
              <a:rect b="b" l="l" r="r" t="t"/>
              <a:pathLst>
                <a:path extrusionOk="0" h="361" w="674">
                  <a:moveTo>
                    <a:pt x="199" y="1"/>
                  </a:moveTo>
                  <a:cubicBezTo>
                    <a:pt x="102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476" y="361"/>
                  </a:lnTo>
                  <a:cubicBezTo>
                    <a:pt x="572" y="361"/>
                    <a:pt x="656" y="292"/>
                    <a:pt x="665" y="197"/>
                  </a:cubicBezTo>
                  <a:cubicBezTo>
                    <a:pt x="673" y="90"/>
                    <a:pt x="589" y="1"/>
                    <a:pt x="4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71"/>
            <p:cNvSpPr/>
            <p:nvPr/>
          </p:nvSpPr>
          <p:spPr>
            <a:xfrm>
              <a:off x="6681949" y="3331422"/>
              <a:ext cx="25572" cy="13676"/>
            </a:xfrm>
            <a:custGeom>
              <a:rect b="b" l="l" r="r" t="t"/>
              <a:pathLst>
                <a:path extrusionOk="0" h="361" w="675">
                  <a:moveTo>
                    <a:pt x="198" y="1"/>
                  </a:moveTo>
                  <a:cubicBezTo>
                    <a:pt x="102" y="1"/>
                    <a:pt x="18" y="71"/>
                    <a:pt x="9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475" y="361"/>
                  </a:lnTo>
                  <a:cubicBezTo>
                    <a:pt x="572" y="361"/>
                    <a:pt x="656" y="292"/>
                    <a:pt x="664" y="197"/>
                  </a:cubicBezTo>
                  <a:cubicBezTo>
                    <a:pt x="674" y="92"/>
                    <a:pt x="590" y="1"/>
                    <a:pt x="4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71"/>
            <p:cNvSpPr/>
            <p:nvPr/>
          </p:nvSpPr>
          <p:spPr>
            <a:xfrm>
              <a:off x="6681949" y="3356312"/>
              <a:ext cx="25572" cy="13676"/>
            </a:xfrm>
            <a:custGeom>
              <a:rect b="b" l="l" r="r" t="t"/>
              <a:pathLst>
                <a:path extrusionOk="0" h="361" w="675">
                  <a:moveTo>
                    <a:pt x="198" y="0"/>
                  </a:moveTo>
                  <a:cubicBezTo>
                    <a:pt x="102" y="0"/>
                    <a:pt x="18" y="69"/>
                    <a:pt x="9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475" y="361"/>
                  </a:lnTo>
                  <a:cubicBezTo>
                    <a:pt x="572" y="361"/>
                    <a:pt x="656" y="290"/>
                    <a:pt x="664" y="196"/>
                  </a:cubicBezTo>
                  <a:cubicBezTo>
                    <a:pt x="674" y="89"/>
                    <a:pt x="590" y="0"/>
                    <a:pt x="4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7" name="Google Shape;2707;p71"/>
          <p:cNvGrpSpPr/>
          <p:nvPr/>
        </p:nvGrpSpPr>
        <p:grpSpPr>
          <a:xfrm>
            <a:off x="5498337" y="3433613"/>
            <a:ext cx="449618" cy="434397"/>
            <a:chOff x="5554112" y="2960907"/>
            <a:chExt cx="476745" cy="460606"/>
          </a:xfrm>
        </p:grpSpPr>
        <p:sp>
          <p:nvSpPr>
            <p:cNvPr id="2708" name="Google Shape;2708;p71"/>
            <p:cNvSpPr/>
            <p:nvPr/>
          </p:nvSpPr>
          <p:spPr>
            <a:xfrm>
              <a:off x="5824611" y="3184390"/>
              <a:ext cx="168853" cy="93159"/>
            </a:xfrm>
            <a:custGeom>
              <a:rect b="b" l="l" r="r" t="t"/>
              <a:pathLst>
                <a:path extrusionOk="0" h="2459" w="4457">
                  <a:moveTo>
                    <a:pt x="4097" y="360"/>
                  </a:moveTo>
                  <a:lnTo>
                    <a:pt x="4097" y="2097"/>
                  </a:lnTo>
                  <a:lnTo>
                    <a:pt x="396" y="2097"/>
                  </a:lnTo>
                  <a:lnTo>
                    <a:pt x="396" y="360"/>
                  </a:lnTo>
                  <a:close/>
                  <a:moveTo>
                    <a:pt x="184" y="0"/>
                  </a:moveTo>
                  <a:cubicBezTo>
                    <a:pt x="83" y="0"/>
                    <a:pt x="1" y="83"/>
                    <a:pt x="1" y="183"/>
                  </a:cubicBezTo>
                  <a:lnTo>
                    <a:pt x="1" y="2275"/>
                  </a:lnTo>
                  <a:cubicBezTo>
                    <a:pt x="1" y="2375"/>
                    <a:pt x="83" y="2458"/>
                    <a:pt x="184" y="2458"/>
                  </a:cubicBezTo>
                  <a:lnTo>
                    <a:pt x="4273" y="2458"/>
                  </a:lnTo>
                  <a:cubicBezTo>
                    <a:pt x="4373" y="2458"/>
                    <a:pt x="4456" y="2375"/>
                    <a:pt x="4456" y="2275"/>
                  </a:cubicBezTo>
                  <a:lnTo>
                    <a:pt x="4456" y="183"/>
                  </a:lnTo>
                  <a:cubicBezTo>
                    <a:pt x="4456" y="83"/>
                    <a:pt x="4373" y="0"/>
                    <a:pt x="4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71"/>
            <p:cNvSpPr/>
            <p:nvPr/>
          </p:nvSpPr>
          <p:spPr>
            <a:xfrm>
              <a:off x="5554112" y="2960907"/>
              <a:ext cx="476745" cy="460606"/>
            </a:xfrm>
            <a:custGeom>
              <a:rect b="b" l="l" r="r" t="t"/>
              <a:pathLst>
                <a:path extrusionOk="0" h="12158" w="12584">
                  <a:moveTo>
                    <a:pt x="1243" y="2492"/>
                  </a:moveTo>
                  <a:lnTo>
                    <a:pt x="1243" y="3540"/>
                  </a:lnTo>
                  <a:lnTo>
                    <a:pt x="358" y="3540"/>
                  </a:lnTo>
                  <a:lnTo>
                    <a:pt x="358" y="2699"/>
                  </a:lnTo>
                  <a:cubicBezTo>
                    <a:pt x="358" y="2584"/>
                    <a:pt x="451" y="2492"/>
                    <a:pt x="567" y="2492"/>
                  </a:cubicBezTo>
                  <a:close/>
                  <a:moveTo>
                    <a:pt x="12220" y="1770"/>
                  </a:moveTo>
                  <a:lnTo>
                    <a:pt x="12220" y="9459"/>
                  </a:lnTo>
                  <a:cubicBezTo>
                    <a:pt x="12220" y="9574"/>
                    <a:pt x="12126" y="9667"/>
                    <a:pt x="12013" y="9667"/>
                  </a:cubicBezTo>
                  <a:lnTo>
                    <a:pt x="1845" y="9667"/>
                  </a:lnTo>
                  <a:cubicBezTo>
                    <a:pt x="1730" y="9667"/>
                    <a:pt x="1637" y="9574"/>
                    <a:pt x="1637" y="9459"/>
                  </a:cubicBezTo>
                  <a:lnTo>
                    <a:pt x="1637" y="1770"/>
                  </a:lnTo>
                  <a:close/>
                  <a:moveTo>
                    <a:pt x="1815" y="0"/>
                  </a:moveTo>
                  <a:cubicBezTo>
                    <a:pt x="1501" y="0"/>
                    <a:pt x="1246" y="257"/>
                    <a:pt x="1246" y="572"/>
                  </a:cubicBezTo>
                  <a:lnTo>
                    <a:pt x="1246" y="2131"/>
                  </a:lnTo>
                  <a:lnTo>
                    <a:pt x="576" y="2131"/>
                  </a:lnTo>
                  <a:cubicBezTo>
                    <a:pt x="258" y="2131"/>
                    <a:pt x="1" y="2388"/>
                    <a:pt x="1" y="2705"/>
                  </a:cubicBezTo>
                  <a:lnTo>
                    <a:pt x="1" y="11964"/>
                  </a:lnTo>
                  <a:cubicBezTo>
                    <a:pt x="1" y="12071"/>
                    <a:pt x="86" y="12156"/>
                    <a:pt x="192" y="12156"/>
                  </a:cubicBezTo>
                  <a:lnTo>
                    <a:pt x="8417" y="12156"/>
                  </a:lnTo>
                  <a:cubicBezTo>
                    <a:pt x="8433" y="12156"/>
                    <a:pt x="8449" y="12151"/>
                    <a:pt x="8460" y="12139"/>
                  </a:cubicBezTo>
                  <a:cubicBezTo>
                    <a:pt x="8620" y="11983"/>
                    <a:pt x="8510" y="11796"/>
                    <a:pt x="8355" y="11796"/>
                  </a:cubicBezTo>
                  <a:lnTo>
                    <a:pt x="569" y="11796"/>
                  </a:lnTo>
                  <a:cubicBezTo>
                    <a:pt x="454" y="11796"/>
                    <a:pt x="360" y="11702"/>
                    <a:pt x="360" y="11587"/>
                  </a:cubicBezTo>
                  <a:lnTo>
                    <a:pt x="360" y="3932"/>
                  </a:lnTo>
                  <a:lnTo>
                    <a:pt x="1246" y="3932"/>
                  </a:lnTo>
                  <a:lnTo>
                    <a:pt x="1246" y="9452"/>
                  </a:lnTo>
                  <a:cubicBezTo>
                    <a:pt x="1246" y="9768"/>
                    <a:pt x="1504" y="10026"/>
                    <a:pt x="1820" y="10026"/>
                  </a:cubicBezTo>
                  <a:lnTo>
                    <a:pt x="10977" y="10026"/>
                  </a:lnTo>
                  <a:lnTo>
                    <a:pt x="10977" y="11727"/>
                  </a:lnTo>
                  <a:cubicBezTo>
                    <a:pt x="10977" y="11764"/>
                    <a:pt x="10946" y="11796"/>
                    <a:pt x="10908" y="11796"/>
                  </a:cubicBezTo>
                  <a:lnTo>
                    <a:pt x="9181" y="11796"/>
                  </a:lnTo>
                  <a:cubicBezTo>
                    <a:pt x="9162" y="11796"/>
                    <a:pt x="9146" y="11804"/>
                    <a:pt x="9134" y="11817"/>
                  </a:cubicBezTo>
                  <a:cubicBezTo>
                    <a:pt x="8984" y="11973"/>
                    <a:pt x="9092" y="12157"/>
                    <a:pt x="9243" y="12157"/>
                  </a:cubicBezTo>
                  <a:lnTo>
                    <a:pt x="11147" y="12157"/>
                  </a:lnTo>
                  <a:cubicBezTo>
                    <a:pt x="11252" y="12157"/>
                    <a:pt x="11338" y="12072"/>
                    <a:pt x="11338" y="11966"/>
                  </a:cubicBezTo>
                  <a:lnTo>
                    <a:pt x="11338" y="10027"/>
                  </a:lnTo>
                  <a:lnTo>
                    <a:pt x="12009" y="10027"/>
                  </a:lnTo>
                  <a:cubicBezTo>
                    <a:pt x="12327" y="10027"/>
                    <a:pt x="12584" y="9769"/>
                    <a:pt x="12584" y="9453"/>
                  </a:cubicBezTo>
                  <a:lnTo>
                    <a:pt x="12584" y="576"/>
                  </a:lnTo>
                  <a:cubicBezTo>
                    <a:pt x="12581" y="259"/>
                    <a:pt x="12325" y="1"/>
                    <a:pt x="12011" y="1"/>
                  </a:cubicBezTo>
                  <a:lnTo>
                    <a:pt x="4286" y="1"/>
                  </a:lnTo>
                  <a:cubicBezTo>
                    <a:pt x="4190" y="1"/>
                    <a:pt x="4105" y="71"/>
                    <a:pt x="4097" y="165"/>
                  </a:cubicBezTo>
                  <a:cubicBezTo>
                    <a:pt x="4088" y="273"/>
                    <a:pt x="4171" y="362"/>
                    <a:pt x="4276" y="362"/>
                  </a:cubicBezTo>
                  <a:lnTo>
                    <a:pt x="12013" y="362"/>
                  </a:lnTo>
                  <a:cubicBezTo>
                    <a:pt x="12126" y="362"/>
                    <a:pt x="12220" y="455"/>
                    <a:pt x="12220" y="569"/>
                  </a:cubicBezTo>
                  <a:lnTo>
                    <a:pt x="12220" y="1410"/>
                  </a:lnTo>
                  <a:lnTo>
                    <a:pt x="1637" y="1410"/>
                  </a:lnTo>
                  <a:lnTo>
                    <a:pt x="1637" y="552"/>
                  </a:lnTo>
                  <a:cubicBezTo>
                    <a:pt x="1637" y="448"/>
                    <a:pt x="1724" y="362"/>
                    <a:pt x="1829" y="362"/>
                  </a:cubicBezTo>
                  <a:lnTo>
                    <a:pt x="3414" y="362"/>
                  </a:lnTo>
                  <a:cubicBezTo>
                    <a:pt x="3483" y="362"/>
                    <a:pt x="3547" y="322"/>
                    <a:pt x="3574" y="258"/>
                  </a:cubicBezTo>
                  <a:cubicBezTo>
                    <a:pt x="3630" y="127"/>
                    <a:pt x="3536" y="0"/>
                    <a:pt x="34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71"/>
            <p:cNvSpPr/>
            <p:nvPr/>
          </p:nvSpPr>
          <p:spPr>
            <a:xfrm>
              <a:off x="5670533" y="3077630"/>
              <a:ext cx="227689" cy="13676"/>
            </a:xfrm>
            <a:custGeom>
              <a:rect b="b" l="l" r="r" t="t"/>
              <a:pathLst>
                <a:path extrusionOk="0" h="361" w="6010">
                  <a:moveTo>
                    <a:pt x="198" y="1"/>
                  </a:moveTo>
                  <a:cubicBezTo>
                    <a:pt x="102" y="1"/>
                    <a:pt x="18" y="71"/>
                    <a:pt x="8" y="165"/>
                  </a:cubicBezTo>
                  <a:cubicBezTo>
                    <a:pt x="1" y="271"/>
                    <a:pt x="86" y="361"/>
                    <a:pt x="191" y="361"/>
                  </a:cubicBezTo>
                  <a:lnTo>
                    <a:pt x="5810" y="361"/>
                  </a:lnTo>
                  <a:cubicBezTo>
                    <a:pt x="5906" y="361"/>
                    <a:pt x="5992" y="292"/>
                    <a:pt x="6000" y="198"/>
                  </a:cubicBezTo>
                  <a:cubicBezTo>
                    <a:pt x="6009" y="90"/>
                    <a:pt x="5925" y="1"/>
                    <a:pt x="58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71"/>
            <p:cNvSpPr/>
            <p:nvPr/>
          </p:nvSpPr>
          <p:spPr>
            <a:xfrm>
              <a:off x="5670457" y="3107408"/>
              <a:ext cx="291449" cy="13676"/>
            </a:xfrm>
            <a:custGeom>
              <a:rect b="b" l="l" r="r" t="t"/>
              <a:pathLst>
                <a:path extrusionOk="0" h="361" w="7693">
                  <a:moveTo>
                    <a:pt x="200" y="0"/>
                  </a:moveTo>
                  <a:cubicBezTo>
                    <a:pt x="104" y="0"/>
                    <a:pt x="20" y="70"/>
                    <a:pt x="10" y="165"/>
                  </a:cubicBezTo>
                  <a:cubicBezTo>
                    <a:pt x="1" y="272"/>
                    <a:pt x="88" y="361"/>
                    <a:pt x="193" y="361"/>
                  </a:cubicBezTo>
                  <a:lnTo>
                    <a:pt x="7493" y="361"/>
                  </a:lnTo>
                  <a:cubicBezTo>
                    <a:pt x="7589" y="361"/>
                    <a:pt x="7675" y="291"/>
                    <a:pt x="7683" y="197"/>
                  </a:cubicBezTo>
                  <a:cubicBezTo>
                    <a:pt x="7692" y="89"/>
                    <a:pt x="7608" y="0"/>
                    <a:pt x="7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71"/>
            <p:cNvSpPr/>
            <p:nvPr/>
          </p:nvSpPr>
          <p:spPr>
            <a:xfrm>
              <a:off x="5670533" y="3138474"/>
              <a:ext cx="291374" cy="13676"/>
            </a:xfrm>
            <a:custGeom>
              <a:rect b="b" l="l" r="r" t="t"/>
              <a:pathLst>
                <a:path extrusionOk="0" h="361" w="7691">
                  <a:moveTo>
                    <a:pt x="198" y="0"/>
                  </a:moveTo>
                  <a:cubicBezTo>
                    <a:pt x="102" y="0"/>
                    <a:pt x="18" y="69"/>
                    <a:pt x="8" y="164"/>
                  </a:cubicBezTo>
                  <a:cubicBezTo>
                    <a:pt x="1" y="272"/>
                    <a:pt x="86" y="361"/>
                    <a:pt x="191" y="361"/>
                  </a:cubicBezTo>
                  <a:lnTo>
                    <a:pt x="7491" y="361"/>
                  </a:lnTo>
                  <a:cubicBezTo>
                    <a:pt x="7587" y="361"/>
                    <a:pt x="7673" y="290"/>
                    <a:pt x="7681" y="196"/>
                  </a:cubicBezTo>
                  <a:cubicBezTo>
                    <a:pt x="7690" y="89"/>
                    <a:pt x="7606" y="0"/>
                    <a:pt x="74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71"/>
            <p:cNvSpPr/>
            <p:nvPr/>
          </p:nvSpPr>
          <p:spPr>
            <a:xfrm>
              <a:off x="5638444" y="3184390"/>
              <a:ext cx="168891" cy="93159"/>
            </a:xfrm>
            <a:custGeom>
              <a:rect b="b" l="l" r="r" t="t"/>
              <a:pathLst>
                <a:path extrusionOk="0" h="2459" w="4458">
                  <a:moveTo>
                    <a:pt x="4097" y="360"/>
                  </a:moveTo>
                  <a:lnTo>
                    <a:pt x="4097" y="2097"/>
                  </a:lnTo>
                  <a:lnTo>
                    <a:pt x="394" y="2097"/>
                  </a:lnTo>
                  <a:lnTo>
                    <a:pt x="394" y="360"/>
                  </a:lnTo>
                  <a:close/>
                  <a:moveTo>
                    <a:pt x="185" y="0"/>
                  </a:moveTo>
                  <a:cubicBezTo>
                    <a:pt x="84" y="0"/>
                    <a:pt x="2" y="83"/>
                    <a:pt x="2" y="183"/>
                  </a:cubicBezTo>
                  <a:lnTo>
                    <a:pt x="2" y="2275"/>
                  </a:lnTo>
                  <a:cubicBezTo>
                    <a:pt x="1" y="2375"/>
                    <a:pt x="83" y="2458"/>
                    <a:pt x="185" y="2458"/>
                  </a:cubicBezTo>
                  <a:lnTo>
                    <a:pt x="4274" y="2458"/>
                  </a:lnTo>
                  <a:cubicBezTo>
                    <a:pt x="4374" y="2458"/>
                    <a:pt x="4457" y="2375"/>
                    <a:pt x="4457" y="2275"/>
                  </a:cubicBezTo>
                  <a:lnTo>
                    <a:pt x="4457" y="183"/>
                  </a:lnTo>
                  <a:cubicBezTo>
                    <a:pt x="4457" y="83"/>
                    <a:pt x="4374" y="0"/>
                    <a:pt x="42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71"/>
            <p:cNvSpPr/>
            <p:nvPr/>
          </p:nvSpPr>
          <p:spPr>
            <a:xfrm>
              <a:off x="5707963" y="3205454"/>
              <a:ext cx="31634" cy="50917"/>
            </a:xfrm>
            <a:custGeom>
              <a:rect b="b" l="l" r="r" t="t"/>
              <a:pathLst>
                <a:path extrusionOk="0" h="1344" w="835">
                  <a:moveTo>
                    <a:pt x="119" y="0"/>
                  </a:moveTo>
                  <a:cubicBezTo>
                    <a:pt x="53" y="0"/>
                    <a:pt x="1" y="53"/>
                    <a:pt x="1" y="119"/>
                  </a:cubicBezTo>
                  <a:lnTo>
                    <a:pt x="1" y="1161"/>
                  </a:lnTo>
                  <a:cubicBezTo>
                    <a:pt x="1" y="1261"/>
                    <a:pt x="83" y="1344"/>
                    <a:pt x="184" y="1344"/>
                  </a:cubicBezTo>
                  <a:lnTo>
                    <a:pt x="580" y="1344"/>
                  </a:lnTo>
                  <a:cubicBezTo>
                    <a:pt x="675" y="1344"/>
                    <a:pt x="760" y="1275"/>
                    <a:pt x="768" y="1181"/>
                  </a:cubicBezTo>
                  <a:cubicBezTo>
                    <a:pt x="778" y="1073"/>
                    <a:pt x="694" y="984"/>
                    <a:pt x="589" y="984"/>
                  </a:cubicBezTo>
                  <a:lnTo>
                    <a:pt x="361" y="984"/>
                  </a:lnTo>
                  <a:lnTo>
                    <a:pt x="361" y="853"/>
                  </a:lnTo>
                  <a:lnTo>
                    <a:pt x="549" y="853"/>
                  </a:lnTo>
                  <a:cubicBezTo>
                    <a:pt x="645" y="853"/>
                    <a:pt x="729" y="784"/>
                    <a:pt x="738" y="689"/>
                  </a:cubicBezTo>
                  <a:cubicBezTo>
                    <a:pt x="747" y="582"/>
                    <a:pt x="663" y="494"/>
                    <a:pt x="559" y="494"/>
                  </a:cubicBezTo>
                  <a:lnTo>
                    <a:pt x="361" y="494"/>
                  </a:lnTo>
                  <a:lnTo>
                    <a:pt x="361" y="363"/>
                  </a:lnTo>
                  <a:lnTo>
                    <a:pt x="623" y="363"/>
                  </a:lnTo>
                  <a:lnTo>
                    <a:pt x="623" y="361"/>
                  </a:lnTo>
                  <a:cubicBezTo>
                    <a:pt x="660" y="361"/>
                    <a:pt x="696" y="344"/>
                    <a:pt x="720" y="314"/>
                  </a:cubicBezTo>
                  <a:cubicBezTo>
                    <a:pt x="834" y="166"/>
                    <a:pt x="732" y="0"/>
                    <a:pt x="5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71"/>
            <p:cNvSpPr/>
            <p:nvPr/>
          </p:nvSpPr>
          <p:spPr>
            <a:xfrm>
              <a:off x="5746152" y="3205492"/>
              <a:ext cx="40575" cy="51637"/>
            </a:xfrm>
            <a:custGeom>
              <a:rect b="b" l="l" r="r" t="t"/>
              <a:pathLst>
                <a:path extrusionOk="0" h="1363" w="1071">
                  <a:moveTo>
                    <a:pt x="532" y="1"/>
                  </a:moveTo>
                  <a:cubicBezTo>
                    <a:pt x="481" y="1"/>
                    <a:pt x="428" y="8"/>
                    <a:pt x="374" y="24"/>
                  </a:cubicBezTo>
                  <a:cubicBezTo>
                    <a:pt x="214" y="74"/>
                    <a:pt x="102" y="200"/>
                    <a:pt x="80" y="356"/>
                  </a:cubicBezTo>
                  <a:cubicBezTo>
                    <a:pt x="62" y="477"/>
                    <a:pt x="107" y="611"/>
                    <a:pt x="198" y="693"/>
                  </a:cubicBezTo>
                  <a:cubicBezTo>
                    <a:pt x="295" y="777"/>
                    <a:pt x="455" y="819"/>
                    <a:pt x="573" y="862"/>
                  </a:cubicBezTo>
                  <a:cubicBezTo>
                    <a:pt x="641" y="887"/>
                    <a:pt x="668" y="919"/>
                    <a:pt x="666" y="932"/>
                  </a:cubicBezTo>
                  <a:cubicBezTo>
                    <a:pt x="662" y="954"/>
                    <a:pt x="623" y="996"/>
                    <a:pt x="551" y="996"/>
                  </a:cubicBezTo>
                  <a:cubicBezTo>
                    <a:pt x="429" y="996"/>
                    <a:pt x="358" y="929"/>
                    <a:pt x="340" y="908"/>
                  </a:cubicBezTo>
                  <a:cubicBezTo>
                    <a:pt x="303" y="868"/>
                    <a:pt x="253" y="848"/>
                    <a:pt x="202" y="848"/>
                  </a:cubicBezTo>
                  <a:cubicBezTo>
                    <a:pt x="159" y="848"/>
                    <a:pt x="115" y="863"/>
                    <a:pt x="81" y="895"/>
                  </a:cubicBezTo>
                  <a:cubicBezTo>
                    <a:pt x="6" y="964"/>
                    <a:pt x="0" y="1080"/>
                    <a:pt x="68" y="1154"/>
                  </a:cubicBezTo>
                  <a:cubicBezTo>
                    <a:pt x="186" y="1286"/>
                    <a:pt x="363" y="1363"/>
                    <a:pt x="551" y="1363"/>
                  </a:cubicBezTo>
                  <a:cubicBezTo>
                    <a:pt x="789" y="1363"/>
                    <a:pt x="990" y="1208"/>
                    <a:pt x="1028" y="996"/>
                  </a:cubicBezTo>
                  <a:cubicBezTo>
                    <a:pt x="1070" y="747"/>
                    <a:pt x="878" y="583"/>
                    <a:pt x="700" y="517"/>
                  </a:cubicBezTo>
                  <a:cubicBezTo>
                    <a:pt x="590" y="476"/>
                    <a:pt x="487" y="432"/>
                    <a:pt x="443" y="414"/>
                  </a:cubicBezTo>
                  <a:cubicBezTo>
                    <a:pt x="422" y="405"/>
                    <a:pt x="479" y="375"/>
                    <a:pt x="480" y="375"/>
                  </a:cubicBezTo>
                  <a:cubicBezTo>
                    <a:pt x="498" y="370"/>
                    <a:pt x="516" y="368"/>
                    <a:pt x="533" y="368"/>
                  </a:cubicBezTo>
                  <a:cubicBezTo>
                    <a:pt x="621" y="368"/>
                    <a:pt x="695" y="425"/>
                    <a:pt x="700" y="428"/>
                  </a:cubicBezTo>
                  <a:cubicBezTo>
                    <a:pt x="734" y="456"/>
                    <a:pt x="775" y="470"/>
                    <a:pt x="817" y="470"/>
                  </a:cubicBezTo>
                  <a:cubicBezTo>
                    <a:pt x="869" y="470"/>
                    <a:pt x="921" y="448"/>
                    <a:pt x="956" y="405"/>
                  </a:cubicBezTo>
                  <a:cubicBezTo>
                    <a:pt x="1022" y="327"/>
                    <a:pt x="1012" y="211"/>
                    <a:pt x="934" y="147"/>
                  </a:cubicBezTo>
                  <a:cubicBezTo>
                    <a:pt x="861" y="84"/>
                    <a:pt x="709" y="1"/>
                    <a:pt x="5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71"/>
            <p:cNvSpPr/>
            <p:nvPr/>
          </p:nvSpPr>
          <p:spPr>
            <a:xfrm>
              <a:off x="5660304" y="3206060"/>
              <a:ext cx="39363" cy="51561"/>
            </a:xfrm>
            <a:custGeom>
              <a:rect b="b" l="l" r="r" t="t"/>
              <a:pathLst>
                <a:path extrusionOk="0" h="1361" w="1039">
                  <a:moveTo>
                    <a:pt x="204" y="1"/>
                  </a:moveTo>
                  <a:cubicBezTo>
                    <a:pt x="177" y="1"/>
                    <a:pt x="149" y="7"/>
                    <a:pt x="123" y="21"/>
                  </a:cubicBezTo>
                  <a:cubicBezTo>
                    <a:pt x="29" y="72"/>
                    <a:pt x="1" y="194"/>
                    <a:pt x="57" y="283"/>
                  </a:cubicBezTo>
                  <a:lnTo>
                    <a:pt x="341" y="725"/>
                  </a:lnTo>
                  <a:lnTo>
                    <a:pt x="340" y="1177"/>
                  </a:lnTo>
                  <a:cubicBezTo>
                    <a:pt x="340" y="1279"/>
                    <a:pt x="420" y="1360"/>
                    <a:pt x="520" y="1360"/>
                  </a:cubicBezTo>
                  <a:cubicBezTo>
                    <a:pt x="620" y="1360"/>
                    <a:pt x="701" y="1279"/>
                    <a:pt x="701" y="1177"/>
                  </a:cubicBezTo>
                  <a:lnTo>
                    <a:pt x="702" y="723"/>
                  </a:lnTo>
                  <a:lnTo>
                    <a:pt x="984" y="285"/>
                  </a:lnTo>
                  <a:cubicBezTo>
                    <a:pt x="1039" y="201"/>
                    <a:pt x="1016" y="87"/>
                    <a:pt x="932" y="32"/>
                  </a:cubicBezTo>
                  <a:cubicBezTo>
                    <a:pt x="901" y="12"/>
                    <a:pt x="867" y="3"/>
                    <a:pt x="833" y="3"/>
                  </a:cubicBezTo>
                  <a:cubicBezTo>
                    <a:pt x="773" y="3"/>
                    <a:pt x="715" y="32"/>
                    <a:pt x="681" y="86"/>
                  </a:cubicBezTo>
                  <a:lnTo>
                    <a:pt x="521" y="334"/>
                  </a:lnTo>
                  <a:lnTo>
                    <a:pt x="364" y="89"/>
                  </a:lnTo>
                  <a:cubicBezTo>
                    <a:pt x="329" y="34"/>
                    <a:pt x="267" y="1"/>
                    <a:pt x="2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71"/>
            <p:cNvSpPr/>
            <p:nvPr/>
          </p:nvSpPr>
          <p:spPr>
            <a:xfrm>
              <a:off x="5861890" y="3205530"/>
              <a:ext cx="39741" cy="51486"/>
            </a:xfrm>
            <a:custGeom>
              <a:rect b="b" l="l" r="r" t="t"/>
              <a:pathLst>
                <a:path extrusionOk="0" h="1359" w="1049">
                  <a:moveTo>
                    <a:pt x="868" y="0"/>
                  </a:moveTo>
                  <a:cubicBezTo>
                    <a:pt x="769" y="0"/>
                    <a:pt x="687" y="81"/>
                    <a:pt x="687" y="180"/>
                  </a:cubicBezTo>
                  <a:lnTo>
                    <a:pt x="687" y="600"/>
                  </a:lnTo>
                  <a:lnTo>
                    <a:pt x="330" y="82"/>
                  </a:lnTo>
                  <a:cubicBezTo>
                    <a:pt x="296" y="32"/>
                    <a:pt x="240" y="4"/>
                    <a:pt x="181" y="4"/>
                  </a:cubicBezTo>
                  <a:cubicBezTo>
                    <a:pt x="151" y="4"/>
                    <a:pt x="119" y="12"/>
                    <a:pt x="90" y="28"/>
                  </a:cubicBezTo>
                  <a:cubicBezTo>
                    <a:pt x="33" y="60"/>
                    <a:pt x="0" y="124"/>
                    <a:pt x="0" y="191"/>
                  </a:cubicBezTo>
                  <a:lnTo>
                    <a:pt x="0" y="1169"/>
                  </a:lnTo>
                  <a:cubicBezTo>
                    <a:pt x="0" y="1264"/>
                    <a:pt x="69" y="1349"/>
                    <a:pt x="164" y="1358"/>
                  </a:cubicBezTo>
                  <a:cubicBezTo>
                    <a:pt x="169" y="1358"/>
                    <a:pt x="175" y="1358"/>
                    <a:pt x="180" y="1358"/>
                  </a:cubicBezTo>
                  <a:cubicBezTo>
                    <a:pt x="280" y="1358"/>
                    <a:pt x="360" y="1278"/>
                    <a:pt x="360" y="1179"/>
                  </a:cubicBezTo>
                  <a:lnTo>
                    <a:pt x="360" y="776"/>
                  </a:lnTo>
                  <a:lnTo>
                    <a:pt x="692" y="1258"/>
                  </a:lnTo>
                  <a:cubicBezTo>
                    <a:pt x="731" y="1314"/>
                    <a:pt x="792" y="1346"/>
                    <a:pt x="855" y="1346"/>
                  </a:cubicBezTo>
                  <a:cubicBezTo>
                    <a:pt x="874" y="1346"/>
                    <a:pt x="893" y="1343"/>
                    <a:pt x="911" y="1337"/>
                  </a:cubicBezTo>
                  <a:cubicBezTo>
                    <a:pt x="993" y="1312"/>
                    <a:pt x="1048" y="1233"/>
                    <a:pt x="1048" y="1142"/>
                  </a:cubicBezTo>
                  <a:lnTo>
                    <a:pt x="1048" y="179"/>
                  </a:lnTo>
                  <a:cubicBezTo>
                    <a:pt x="1049" y="81"/>
                    <a:pt x="968" y="0"/>
                    <a:pt x="8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71"/>
            <p:cNvSpPr/>
            <p:nvPr/>
          </p:nvSpPr>
          <p:spPr>
            <a:xfrm>
              <a:off x="5911103" y="3205454"/>
              <a:ext cx="51637" cy="51599"/>
            </a:xfrm>
            <a:custGeom>
              <a:rect b="b" l="l" r="r" t="t"/>
              <a:pathLst>
                <a:path extrusionOk="0" h="1362" w="1363">
                  <a:moveTo>
                    <a:pt x="682" y="367"/>
                  </a:moveTo>
                  <a:cubicBezTo>
                    <a:pt x="855" y="367"/>
                    <a:pt x="996" y="508"/>
                    <a:pt x="996" y="681"/>
                  </a:cubicBezTo>
                  <a:cubicBezTo>
                    <a:pt x="995" y="856"/>
                    <a:pt x="855" y="995"/>
                    <a:pt x="682" y="995"/>
                  </a:cubicBezTo>
                  <a:cubicBezTo>
                    <a:pt x="509" y="995"/>
                    <a:pt x="367" y="855"/>
                    <a:pt x="367" y="681"/>
                  </a:cubicBezTo>
                  <a:cubicBezTo>
                    <a:pt x="367" y="508"/>
                    <a:pt x="509" y="367"/>
                    <a:pt x="682" y="367"/>
                  </a:cubicBezTo>
                  <a:close/>
                  <a:moveTo>
                    <a:pt x="682" y="0"/>
                  </a:moveTo>
                  <a:cubicBezTo>
                    <a:pt x="307" y="0"/>
                    <a:pt x="1" y="306"/>
                    <a:pt x="1" y="681"/>
                  </a:cubicBezTo>
                  <a:cubicBezTo>
                    <a:pt x="1" y="1057"/>
                    <a:pt x="307" y="1362"/>
                    <a:pt x="682" y="1362"/>
                  </a:cubicBezTo>
                  <a:cubicBezTo>
                    <a:pt x="1058" y="1362"/>
                    <a:pt x="1362" y="1057"/>
                    <a:pt x="1362" y="681"/>
                  </a:cubicBezTo>
                  <a:cubicBezTo>
                    <a:pt x="1362" y="307"/>
                    <a:pt x="1057" y="0"/>
                    <a:pt x="6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9" name="Google Shape;2719;p71"/>
          <p:cNvGrpSpPr/>
          <p:nvPr/>
        </p:nvGrpSpPr>
        <p:grpSpPr>
          <a:xfrm>
            <a:off x="2514562" y="3425967"/>
            <a:ext cx="346575" cy="449475"/>
            <a:chOff x="2390336" y="2952799"/>
            <a:chExt cx="367485" cy="476593"/>
          </a:xfrm>
        </p:grpSpPr>
        <p:sp>
          <p:nvSpPr>
            <p:cNvPr id="2720" name="Google Shape;2720;p71"/>
            <p:cNvSpPr/>
            <p:nvPr/>
          </p:nvSpPr>
          <p:spPr>
            <a:xfrm>
              <a:off x="2390336" y="2952799"/>
              <a:ext cx="367485" cy="476593"/>
            </a:xfrm>
            <a:custGeom>
              <a:rect b="b" l="l" r="r" t="t"/>
              <a:pathLst>
                <a:path extrusionOk="0" h="12580" w="9700">
                  <a:moveTo>
                    <a:pt x="7635" y="670"/>
                  </a:moveTo>
                  <a:lnTo>
                    <a:pt x="9112" y="2361"/>
                  </a:lnTo>
                  <a:lnTo>
                    <a:pt x="7635" y="2361"/>
                  </a:lnTo>
                  <a:lnTo>
                    <a:pt x="7635" y="670"/>
                  </a:lnTo>
                  <a:close/>
                  <a:moveTo>
                    <a:pt x="906" y="1"/>
                  </a:moveTo>
                  <a:cubicBezTo>
                    <a:pt x="803" y="1"/>
                    <a:pt x="720" y="83"/>
                    <a:pt x="720" y="184"/>
                  </a:cubicBezTo>
                  <a:lnTo>
                    <a:pt x="720" y="6456"/>
                  </a:lnTo>
                  <a:lnTo>
                    <a:pt x="184" y="6456"/>
                  </a:lnTo>
                  <a:cubicBezTo>
                    <a:pt x="81" y="6456"/>
                    <a:pt x="1" y="6537"/>
                    <a:pt x="1" y="6639"/>
                  </a:cubicBezTo>
                  <a:lnTo>
                    <a:pt x="1" y="10234"/>
                  </a:lnTo>
                  <a:cubicBezTo>
                    <a:pt x="1" y="10337"/>
                    <a:pt x="83" y="10418"/>
                    <a:pt x="184" y="10418"/>
                  </a:cubicBezTo>
                  <a:lnTo>
                    <a:pt x="720" y="10418"/>
                  </a:lnTo>
                  <a:lnTo>
                    <a:pt x="720" y="12396"/>
                  </a:lnTo>
                  <a:cubicBezTo>
                    <a:pt x="720" y="12499"/>
                    <a:pt x="803" y="12579"/>
                    <a:pt x="904" y="12579"/>
                  </a:cubicBezTo>
                  <a:lnTo>
                    <a:pt x="9516" y="12579"/>
                  </a:lnTo>
                  <a:cubicBezTo>
                    <a:pt x="9616" y="12579"/>
                    <a:pt x="9698" y="12499"/>
                    <a:pt x="9698" y="12397"/>
                  </a:cubicBezTo>
                  <a:lnTo>
                    <a:pt x="9698" y="4384"/>
                  </a:lnTo>
                  <a:cubicBezTo>
                    <a:pt x="9698" y="4289"/>
                    <a:pt x="9628" y="4204"/>
                    <a:pt x="9534" y="4194"/>
                  </a:cubicBezTo>
                  <a:cubicBezTo>
                    <a:pt x="9528" y="4194"/>
                    <a:pt x="9523" y="4194"/>
                    <a:pt x="9517" y="4194"/>
                  </a:cubicBezTo>
                  <a:cubicBezTo>
                    <a:pt x="9418" y="4194"/>
                    <a:pt x="9338" y="4275"/>
                    <a:pt x="9338" y="4378"/>
                  </a:cubicBezTo>
                  <a:lnTo>
                    <a:pt x="9338" y="12219"/>
                  </a:lnTo>
                  <a:lnTo>
                    <a:pt x="1081" y="12219"/>
                  </a:lnTo>
                  <a:lnTo>
                    <a:pt x="1081" y="10418"/>
                  </a:lnTo>
                  <a:lnTo>
                    <a:pt x="1981" y="10418"/>
                  </a:lnTo>
                  <a:cubicBezTo>
                    <a:pt x="2077" y="10418"/>
                    <a:pt x="2162" y="10349"/>
                    <a:pt x="2170" y="10254"/>
                  </a:cubicBezTo>
                  <a:cubicBezTo>
                    <a:pt x="2179" y="10148"/>
                    <a:pt x="2095" y="10058"/>
                    <a:pt x="1991" y="10058"/>
                  </a:cubicBezTo>
                  <a:lnTo>
                    <a:pt x="361" y="10058"/>
                  </a:lnTo>
                  <a:lnTo>
                    <a:pt x="361" y="6814"/>
                  </a:lnTo>
                  <a:lnTo>
                    <a:pt x="7275" y="6814"/>
                  </a:lnTo>
                  <a:lnTo>
                    <a:pt x="7275" y="10058"/>
                  </a:lnTo>
                  <a:lnTo>
                    <a:pt x="2971" y="10058"/>
                  </a:lnTo>
                  <a:cubicBezTo>
                    <a:pt x="2876" y="10058"/>
                    <a:pt x="2791" y="10128"/>
                    <a:pt x="2782" y="10222"/>
                  </a:cubicBezTo>
                  <a:cubicBezTo>
                    <a:pt x="2773" y="10329"/>
                    <a:pt x="2857" y="10418"/>
                    <a:pt x="2962" y="10418"/>
                  </a:cubicBezTo>
                  <a:lnTo>
                    <a:pt x="7452" y="10418"/>
                  </a:lnTo>
                  <a:cubicBezTo>
                    <a:pt x="7553" y="10418"/>
                    <a:pt x="7635" y="10336"/>
                    <a:pt x="7635" y="10234"/>
                  </a:cubicBezTo>
                  <a:lnTo>
                    <a:pt x="7635" y="6639"/>
                  </a:lnTo>
                  <a:cubicBezTo>
                    <a:pt x="7635" y="6536"/>
                    <a:pt x="7552" y="6456"/>
                    <a:pt x="7452" y="6456"/>
                  </a:cubicBezTo>
                  <a:lnTo>
                    <a:pt x="1082" y="6456"/>
                  </a:lnTo>
                  <a:lnTo>
                    <a:pt x="1082" y="361"/>
                  </a:lnTo>
                  <a:lnTo>
                    <a:pt x="7275" y="361"/>
                  </a:lnTo>
                  <a:lnTo>
                    <a:pt x="7275" y="2535"/>
                  </a:lnTo>
                  <a:cubicBezTo>
                    <a:pt x="7275" y="2637"/>
                    <a:pt x="7357" y="2719"/>
                    <a:pt x="7458" y="2719"/>
                  </a:cubicBezTo>
                  <a:lnTo>
                    <a:pt x="9338" y="2719"/>
                  </a:lnTo>
                  <a:lnTo>
                    <a:pt x="9338" y="3526"/>
                  </a:lnTo>
                  <a:cubicBezTo>
                    <a:pt x="9339" y="3630"/>
                    <a:pt x="9418" y="3713"/>
                    <a:pt x="9518" y="3713"/>
                  </a:cubicBezTo>
                  <a:cubicBezTo>
                    <a:pt x="9617" y="3713"/>
                    <a:pt x="9699" y="3630"/>
                    <a:pt x="9699" y="3529"/>
                  </a:cubicBezTo>
                  <a:lnTo>
                    <a:pt x="9699" y="2537"/>
                  </a:lnTo>
                  <a:cubicBezTo>
                    <a:pt x="9699" y="2493"/>
                    <a:pt x="9683" y="2452"/>
                    <a:pt x="9654" y="2417"/>
                  </a:cubicBezTo>
                  <a:lnTo>
                    <a:pt x="7630" y="64"/>
                  </a:lnTo>
                  <a:cubicBezTo>
                    <a:pt x="7595" y="24"/>
                    <a:pt x="7546" y="1"/>
                    <a:pt x="74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71"/>
            <p:cNvSpPr/>
            <p:nvPr/>
          </p:nvSpPr>
          <p:spPr>
            <a:xfrm>
              <a:off x="2466523" y="3234209"/>
              <a:ext cx="65958" cy="76641"/>
            </a:xfrm>
            <a:custGeom>
              <a:rect b="b" l="l" r="r" t="t"/>
              <a:pathLst>
                <a:path extrusionOk="0" h="2023" w="1741">
                  <a:moveTo>
                    <a:pt x="864" y="610"/>
                  </a:moveTo>
                  <a:lnTo>
                    <a:pt x="1095" y="1224"/>
                  </a:lnTo>
                  <a:lnTo>
                    <a:pt x="629" y="1224"/>
                  </a:lnTo>
                  <a:lnTo>
                    <a:pt x="864" y="610"/>
                  </a:lnTo>
                  <a:close/>
                  <a:moveTo>
                    <a:pt x="864" y="1"/>
                  </a:moveTo>
                  <a:cubicBezTo>
                    <a:pt x="772" y="1"/>
                    <a:pt x="693" y="55"/>
                    <a:pt x="659" y="139"/>
                  </a:cubicBezTo>
                  <a:cubicBezTo>
                    <a:pt x="659" y="140"/>
                    <a:pt x="657" y="141"/>
                    <a:pt x="657" y="142"/>
                  </a:cubicBezTo>
                  <a:lnTo>
                    <a:pt x="37" y="1774"/>
                  </a:lnTo>
                  <a:cubicBezTo>
                    <a:pt x="1" y="1869"/>
                    <a:pt x="49" y="1975"/>
                    <a:pt x="143" y="2010"/>
                  </a:cubicBezTo>
                  <a:cubicBezTo>
                    <a:pt x="165" y="2019"/>
                    <a:pt x="187" y="2023"/>
                    <a:pt x="209" y="2023"/>
                  </a:cubicBezTo>
                  <a:cubicBezTo>
                    <a:pt x="283" y="2023"/>
                    <a:pt x="353" y="1977"/>
                    <a:pt x="380" y="1905"/>
                  </a:cubicBezTo>
                  <a:lnTo>
                    <a:pt x="490" y="1617"/>
                  </a:lnTo>
                  <a:lnTo>
                    <a:pt x="1233" y="1617"/>
                  </a:lnTo>
                  <a:lnTo>
                    <a:pt x="1342" y="1904"/>
                  </a:lnTo>
                  <a:cubicBezTo>
                    <a:pt x="1373" y="1986"/>
                    <a:pt x="1440" y="2021"/>
                    <a:pt x="1508" y="2021"/>
                  </a:cubicBezTo>
                  <a:cubicBezTo>
                    <a:pt x="1623" y="2021"/>
                    <a:pt x="1741" y="1919"/>
                    <a:pt x="1687" y="1774"/>
                  </a:cubicBezTo>
                  <a:lnTo>
                    <a:pt x="1071" y="142"/>
                  </a:lnTo>
                  <a:cubicBezTo>
                    <a:pt x="1071" y="142"/>
                    <a:pt x="1071" y="142"/>
                    <a:pt x="1071" y="142"/>
                  </a:cubicBezTo>
                  <a:cubicBezTo>
                    <a:pt x="1070" y="142"/>
                    <a:pt x="1069" y="140"/>
                    <a:pt x="1069" y="139"/>
                  </a:cubicBezTo>
                  <a:cubicBezTo>
                    <a:pt x="1034" y="55"/>
                    <a:pt x="954" y="1"/>
                    <a:pt x="8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71"/>
            <p:cNvSpPr/>
            <p:nvPr/>
          </p:nvSpPr>
          <p:spPr>
            <a:xfrm>
              <a:off x="2586353" y="3234209"/>
              <a:ext cx="65958" cy="76717"/>
            </a:xfrm>
            <a:custGeom>
              <a:rect b="b" l="l" r="r" t="t"/>
              <a:pathLst>
                <a:path extrusionOk="0" h="2025" w="1741">
                  <a:moveTo>
                    <a:pt x="865" y="611"/>
                  </a:moveTo>
                  <a:lnTo>
                    <a:pt x="1096" y="1225"/>
                  </a:lnTo>
                  <a:lnTo>
                    <a:pt x="631" y="1225"/>
                  </a:lnTo>
                  <a:lnTo>
                    <a:pt x="865" y="611"/>
                  </a:lnTo>
                  <a:close/>
                  <a:moveTo>
                    <a:pt x="864" y="1"/>
                  </a:moveTo>
                  <a:cubicBezTo>
                    <a:pt x="772" y="1"/>
                    <a:pt x="693" y="55"/>
                    <a:pt x="659" y="139"/>
                  </a:cubicBezTo>
                  <a:cubicBezTo>
                    <a:pt x="659" y="140"/>
                    <a:pt x="657" y="141"/>
                    <a:pt x="657" y="142"/>
                  </a:cubicBezTo>
                  <a:lnTo>
                    <a:pt x="37" y="1774"/>
                  </a:lnTo>
                  <a:cubicBezTo>
                    <a:pt x="1" y="1869"/>
                    <a:pt x="49" y="1976"/>
                    <a:pt x="143" y="2013"/>
                  </a:cubicBezTo>
                  <a:cubicBezTo>
                    <a:pt x="164" y="2021"/>
                    <a:pt x="186" y="2024"/>
                    <a:pt x="208" y="2024"/>
                  </a:cubicBezTo>
                  <a:cubicBezTo>
                    <a:pt x="283" y="2024"/>
                    <a:pt x="353" y="1979"/>
                    <a:pt x="380" y="1906"/>
                  </a:cubicBezTo>
                  <a:lnTo>
                    <a:pt x="490" y="1618"/>
                  </a:lnTo>
                  <a:lnTo>
                    <a:pt x="1233" y="1618"/>
                  </a:lnTo>
                  <a:lnTo>
                    <a:pt x="1342" y="1905"/>
                  </a:lnTo>
                  <a:cubicBezTo>
                    <a:pt x="1373" y="1987"/>
                    <a:pt x="1440" y="2022"/>
                    <a:pt x="1508" y="2022"/>
                  </a:cubicBezTo>
                  <a:cubicBezTo>
                    <a:pt x="1623" y="2022"/>
                    <a:pt x="1741" y="1920"/>
                    <a:pt x="1687" y="1775"/>
                  </a:cubicBezTo>
                  <a:lnTo>
                    <a:pt x="1071" y="144"/>
                  </a:lnTo>
                  <a:cubicBezTo>
                    <a:pt x="1070" y="142"/>
                    <a:pt x="1070" y="140"/>
                    <a:pt x="1069" y="139"/>
                  </a:cubicBezTo>
                  <a:cubicBezTo>
                    <a:pt x="1034" y="55"/>
                    <a:pt x="955" y="1"/>
                    <a:pt x="8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71"/>
            <p:cNvSpPr/>
            <p:nvPr/>
          </p:nvSpPr>
          <p:spPr>
            <a:xfrm>
              <a:off x="2418939" y="3234626"/>
              <a:ext cx="35953" cy="75088"/>
            </a:xfrm>
            <a:custGeom>
              <a:rect b="b" l="l" r="r" t="t"/>
              <a:pathLst>
                <a:path extrusionOk="0" h="1982" w="949">
                  <a:moveTo>
                    <a:pt x="769" y="0"/>
                  </a:moveTo>
                  <a:cubicBezTo>
                    <a:pt x="668" y="0"/>
                    <a:pt x="588" y="81"/>
                    <a:pt x="588" y="180"/>
                  </a:cubicBezTo>
                  <a:lnTo>
                    <a:pt x="588" y="1475"/>
                  </a:lnTo>
                  <a:cubicBezTo>
                    <a:pt x="588" y="1530"/>
                    <a:pt x="560" y="1579"/>
                    <a:pt x="515" y="1606"/>
                  </a:cubicBezTo>
                  <a:cubicBezTo>
                    <a:pt x="497" y="1616"/>
                    <a:pt x="479" y="1620"/>
                    <a:pt x="461" y="1620"/>
                  </a:cubicBezTo>
                  <a:cubicBezTo>
                    <a:pt x="392" y="1620"/>
                    <a:pt x="330" y="1562"/>
                    <a:pt x="326" y="1557"/>
                  </a:cubicBezTo>
                  <a:cubicBezTo>
                    <a:pt x="290" y="1522"/>
                    <a:pt x="245" y="1505"/>
                    <a:pt x="199" y="1505"/>
                  </a:cubicBezTo>
                  <a:cubicBezTo>
                    <a:pt x="153" y="1505"/>
                    <a:pt x="107" y="1522"/>
                    <a:pt x="72" y="1557"/>
                  </a:cubicBezTo>
                  <a:cubicBezTo>
                    <a:pt x="1" y="1628"/>
                    <a:pt x="1" y="1742"/>
                    <a:pt x="70" y="1812"/>
                  </a:cubicBezTo>
                  <a:cubicBezTo>
                    <a:pt x="145" y="1888"/>
                    <a:pt x="290" y="1982"/>
                    <a:pt x="461" y="1982"/>
                  </a:cubicBezTo>
                  <a:cubicBezTo>
                    <a:pt x="732" y="1982"/>
                    <a:pt x="949" y="1741"/>
                    <a:pt x="949" y="1475"/>
                  </a:cubicBezTo>
                  <a:lnTo>
                    <a:pt x="949" y="190"/>
                  </a:lnTo>
                  <a:cubicBezTo>
                    <a:pt x="949" y="93"/>
                    <a:pt x="880" y="8"/>
                    <a:pt x="785" y="1"/>
                  </a:cubicBezTo>
                  <a:cubicBezTo>
                    <a:pt x="780" y="1"/>
                    <a:pt x="774" y="0"/>
                    <a:pt x="7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71"/>
            <p:cNvSpPr/>
            <p:nvPr/>
          </p:nvSpPr>
          <p:spPr>
            <a:xfrm>
              <a:off x="2528238" y="3233754"/>
              <a:ext cx="60351" cy="76603"/>
            </a:xfrm>
            <a:custGeom>
              <a:rect b="b" l="l" r="r" t="t"/>
              <a:pathLst>
                <a:path extrusionOk="0" h="2022" w="1593">
                  <a:moveTo>
                    <a:pt x="206" y="1"/>
                  </a:moveTo>
                  <a:cubicBezTo>
                    <a:pt x="186" y="1"/>
                    <a:pt x="166" y="4"/>
                    <a:pt x="147" y="10"/>
                  </a:cubicBezTo>
                  <a:cubicBezTo>
                    <a:pt x="51" y="43"/>
                    <a:pt x="0" y="148"/>
                    <a:pt x="33" y="245"/>
                  </a:cubicBezTo>
                  <a:lnTo>
                    <a:pt x="598" y="1875"/>
                  </a:lnTo>
                  <a:cubicBezTo>
                    <a:pt x="630" y="1963"/>
                    <a:pt x="713" y="2021"/>
                    <a:pt x="807" y="2021"/>
                  </a:cubicBezTo>
                  <a:lnTo>
                    <a:pt x="808" y="2021"/>
                  </a:lnTo>
                  <a:cubicBezTo>
                    <a:pt x="902" y="2021"/>
                    <a:pt x="986" y="1960"/>
                    <a:pt x="1016" y="1870"/>
                  </a:cubicBezTo>
                  <a:lnTo>
                    <a:pt x="1557" y="243"/>
                  </a:lnTo>
                  <a:cubicBezTo>
                    <a:pt x="1592" y="150"/>
                    <a:pt x="1540" y="45"/>
                    <a:pt x="1442" y="13"/>
                  </a:cubicBezTo>
                  <a:cubicBezTo>
                    <a:pt x="1424" y="7"/>
                    <a:pt x="1404" y="4"/>
                    <a:pt x="1385" y="4"/>
                  </a:cubicBezTo>
                  <a:cubicBezTo>
                    <a:pt x="1308" y="4"/>
                    <a:pt x="1236" y="52"/>
                    <a:pt x="1210" y="130"/>
                  </a:cubicBezTo>
                  <a:lnTo>
                    <a:pt x="805" y="1346"/>
                  </a:lnTo>
                  <a:lnTo>
                    <a:pt x="380" y="125"/>
                  </a:lnTo>
                  <a:cubicBezTo>
                    <a:pt x="354" y="49"/>
                    <a:pt x="283" y="1"/>
                    <a:pt x="2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5" name="Google Shape;2725;p71"/>
          <p:cNvGrpSpPr/>
          <p:nvPr/>
        </p:nvGrpSpPr>
        <p:grpSpPr>
          <a:xfrm>
            <a:off x="3941538" y="3462876"/>
            <a:ext cx="449832" cy="375837"/>
            <a:chOff x="3903387" y="2991934"/>
            <a:chExt cx="476972" cy="398512"/>
          </a:xfrm>
        </p:grpSpPr>
        <p:sp>
          <p:nvSpPr>
            <p:cNvPr id="2726" name="Google Shape;2726;p71"/>
            <p:cNvSpPr/>
            <p:nvPr/>
          </p:nvSpPr>
          <p:spPr>
            <a:xfrm>
              <a:off x="4087281" y="3050353"/>
              <a:ext cx="182530" cy="64594"/>
            </a:xfrm>
            <a:custGeom>
              <a:rect b="b" l="l" r="r" t="t"/>
              <a:pathLst>
                <a:path extrusionOk="0" h="1705" w="4818">
                  <a:moveTo>
                    <a:pt x="3377" y="359"/>
                  </a:moveTo>
                  <a:lnTo>
                    <a:pt x="2399" y="656"/>
                  </a:lnTo>
                  <a:lnTo>
                    <a:pt x="1422" y="359"/>
                  </a:lnTo>
                  <a:close/>
                  <a:moveTo>
                    <a:pt x="361" y="431"/>
                  </a:moveTo>
                  <a:lnTo>
                    <a:pt x="1764" y="855"/>
                  </a:lnTo>
                  <a:lnTo>
                    <a:pt x="361" y="1279"/>
                  </a:lnTo>
                  <a:lnTo>
                    <a:pt x="361" y="431"/>
                  </a:lnTo>
                  <a:close/>
                  <a:moveTo>
                    <a:pt x="4425" y="431"/>
                  </a:moveTo>
                  <a:lnTo>
                    <a:pt x="4425" y="1279"/>
                  </a:lnTo>
                  <a:lnTo>
                    <a:pt x="3021" y="855"/>
                  </a:lnTo>
                  <a:lnTo>
                    <a:pt x="4425" y="431"/>
                  </a:lnTo>
                  <a:close/>
                  <a:moveTo>
                    <a:pt x="2399" y="1047"/>
                  </a:moveTo>
                  <a:lnTo>
                    <a:pt x="3377" y="1343"/>
                  </a:lnTo>
                  <a:lnTo>
                    <a:pt x="1422" y="1343"/>
                  </a:lnTo>
                  <a:lnTo>
                    <a:pt x="2399" y="1047"/>
                  </a:lnTo>
                  <a:close/>
                  <a:moveTo>
                    <a:pt x="186" y="0"/>
                  </a:moveTo>
                  <a:cubicBezTo>
                    <a:pt x="83" y="0"/>
                    <a:pt x="1" y="82"/>
                    <a:pt x="1" y="184"/>
                  </a:cubicBezTo>
                  <a:lnTo>
                    <a:pt x="1" y="1520"/>
                  </a:lnTo>
                  <a:cubicBezTo>
                    <a:pt x="1" y="1621"/>
                    <a:pt x="83" y="1704"/>
                    <a:pt x="186" y="1704"/>
                  </a:cubicBezTo>
                  <a:lnTo>
                    <a:pt x="4633" y="1704"/>
                  </a:lnTo>
                  <a:cubicBezTo>
                    <a:pt x="4735" y="1704"/>
                    <a:pt x="4817" y="1621"/>
                    <a:pt x="4817" y="1520"/>
                  </a:cubicBezTo>
                  <a:lnTo>
                    <a:pt x="4817" y="184"/>
                  </a:lnTo>
                  <a:cubicBezTo>
                    <a:pt x="4817" y="82"/>
                    <a:pt x="4735" y="0"/>
                    <a:pt x="46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71"/>
            <p:cNvSpPr/>
            <p:nvPr/>
          </p:nvSpPr>
          <p:spPr>
            <a:xfrm>
              <a:off x="3979271" y="3050353"/>
              <a:ext cx="91947" cy="157753"/>
            </a:xfrm>
            <a:custGeom>
              <a:rect b="b" l="l" r="r" t="t"/>
              <a:pathLst>
                <a:path extrusionOk="0" h="4164" w="2427">
                  <a:moveTo>
                    <a:pt x="216" y="0"/>
                  </a:moveTo>
                  <a:cubicBezTo>
                    <a:pt x="116" y="0"/>
                    <a:pt x="33" y="81"/>
                    <a:pt x="33" y="183"/>
                  </a:cubicBezTo>
                  <a:lnTo>
                    <a:pt x="33" y="1331"/>
                  </a:lnTo>
                  <a:cubicBezTo>
                    <a:pt x="33" y="1419"/>
                    <a:pt x="91" y="1500"/>
                    <a:pt x="178" y="1517"/>
                  </a:cubicBezTo>
                  <a:cubicBezTo>
                    <a:pt x="190" y="1519"/>
                    <a:pt x="203" y="1521"/>
                    <a:pt x="215" y="1521"/>
                  </a:cubicBezTo>
                  <a:cubicBezTo>
                    <a:pt x="314" y="1521"/>
                    <a:pt x="393" y="1438"/>
                    <a:pt x="393" y="1337"/>
                  </a:cubicBezTo>
                  <a:lnTo>
                    <a:pt x="393" y="361"/>
                  </a:lnTo>
                  <a:lnTo>
                    <a:pt x="2064" y="361"/>
                  </a:lnTo>
                  <a:lnTo>
                    <a:pt x="2064" y="3802"/>
                  </a:lnTo>
                  <a:lnTo>
                    <a:pt x="393" y="3802"/>
                  </a:lnTo>
                  <a:lnTo>
                    <a:pt x="393" y="2180"/>
                  </a:lnTo>
                  <a:cubicBezTo>
                    <a:pt x="393" y="2096"/>
                    <a:pt x="341" y="2019"/>
                    <a:pt x="260" y="1996"/>
                  </a:cubicBezTo>
                  <a:cubicBezTo>
                    <a:pt x="239" y="1990"/>
                    <a:pt x="217" y="1987"/>
                    <a:pt x="196" y="1987"/>
                  </a:cubicBezTo>
                  <a:cubicBezTo>
                    <a:pt x="88" y="1987"/>
                    <a:pt x="1" y="2069"/>
                    <a:pt x="1" y="2171"/>
                  </a:cubicBezTo>
                  <a:lnTo>
                    <a:pt x="1" y="3978"/>
                  </a:lnTo>
                  <a:cubicBezTo>
                    <a:pt x="1" y="4081"/>
                    <a:pt x="83" y="4163"/>
                    <a:pt x="185" y="4163"/>
                  </a:cubicBezTo>
                  <a:lnTo>
                    <a:pt x="2241" y="4163"/>
                  </a:lnTo>
                  <a:cubicBezTo>
                    <a:pt x="2343" y="4163"/>
                    <a:pt x="2425" y="4081"/>
                    <a:pt x="2425" y="3978"/>
                  </a:cubicBezTo>
                  <a:lnTo>
                    <a:pt x="2425" y="183"/>
                  </a:lnTo>
                  <a:cubicBezTo>
                    <a:pt x="2426" y="82"/>
                    <a:pt x="2343" y="0"/>
                    <a:pt x="2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71"/>
            <p:cNvSpPr/>
            <p:nvPr/>
          </p:nvSpPr>
          <p:spPr>
            <a:xfrm>
              <a:off x="4088001" y="3132260"/>
              <a:ext cx="121497" cy="13676"/>
            </a:xfrm>
            <a:custGeom>
              <a:rect b="b" l="l" r="r" t="t"/>
              <a:pathLst>
                <a:path extrusionOk="0" h="361" w="3207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3008" y="360"/>
                  </a:lnTo>
                  <a:cubicBezTo>
                    <a:pt x="3105" y="360"/>
                    <a:pt x="3190" y="291"/>
                    <a:pt x="3197" y="197"/>
                  </a:cubicBezTo>
                  <a:cubicBezTo>
                    <a:pt x="3206" y="90"/>
                    <a:pt x="3123" y="1"/>
                    <a:pt x="30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71"/>
            <p:cNvSpPr/>
            <p:nvPr/>
          </p:nvSpPr>
          <p:spPr>
            <a:xfrm>
              <a:off x="4088001" y="3163250"/>
              <a:ext cx="121497" cy="13714"/>
            </a:xfrm>
            <a:custGeom>
              <a:rect b="b" l="l" r="r" t="t"/>
              <a:pathLst>
                <a:path extrusionOk="0" h="362" w="3207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3008" y="361"/>
                  </a:lnTo>
                  <a:cubicBezTo>
                    <a:pt x="3105" y="361"/>
                    <a:pt x="3190" y="291"/>
                    <a:pt x="3197" y="197"/>
                  </a:cubicBezTo>
                  <a:cubicBezTo>
                    <a:pt x="3206" y="91"/>
                    <a:pt x="3123" y="1"/>
                    <a:pt x="30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71"/>
            <p:cNvSpPr/>
            <p:nvPr/>
          </p:nvSpPr>
          <p:spPr>
            <a:xfrm>
              <a:off x="4087433" y="3194278"/>
              <a:ext cx="75959" cy="13714"/>
            </a:xfrm>
            <a:custGeom>
              <a:rect b="b" l="l" r="r" t="t"/>
              <a:pathLst>
                <a:path extrusionOk="0" h="362" w="2005">
                  <a:moveTo>
                    <a:pt x="199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806" y="361"/>
                  </a:lnTo>
                  <a:cubicBezTo>
                    <a:pt x="1902" y="361"/>
                    <a:pt x="1987" y="292"/>
                    <a:pt x="1995" y="198"/>
                  </a:cubicBezTo>
                  <a:cubicBezTo>
                    <a:pt x="2004" y="90"/>
                    <a:pt x="1921" y="1"/>
                    <a:pt x="18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71"/>
            <p:cNvSpPr/>
            <p:nvPr/>
          </p:nvSpPr>
          <p:spPr>
            <a:xfrm>
              <a:off x="3903387" y="2991934"/>
              <a:ext cx="476972" cy="398512"/>
            </a:xfrm>
            <a:custGeom>
              <a:rect b="b" l="l" r="r" t="t"/>
              <a:pathLst>
                <a:path extrusionOk="0" h="10519" w="12590">
                  <a:moveTo>
                    <a:pt x="9906" y="1181"/>
                  </a:moveTo>
                  <a:cubicBezTo>
                    <a:pt x="9957" y="1181"/>
                    <a:pt x="9999" y="1223"/>
                    <a:pt x="9999" y="1273"/>
                  </a:cubicBezTo>
                  <a:lnTo>
                    <a:pt x="9999" y="3705"/>
                  </a:lnTo>
                  <a:lnTo>
                    <a:pt x="9199" y="3705"/>
                  </a:lnTo>
                  <a:cubicBezTo>
                    <a:pt x="8881" y="3705"/>
                    <a:pt x="8623" y="3963"/>
                    <a:pt x="8623" y="4281"/>
                  </a:cubicBezTo>
                  <a:lnTo>
                    <a:pt x="8623" y="6064"/>
                  </a:lnTo>
                  <a:lnTo>
                    <a:pt x="1769" y="6064"/>
                  </a:lnTo>
                  <a:cubicBezTo>
                    <a:pt x="1718" y="6064"/>
                    <a:pt x="1676" y="6022"/>
                    <a:pt x="1676" y="5970"/>
                  </a:cubicBezTo>
                  <a:lnTo>
                    <a:pt x="1676" y="1273"/>
                  </a:lnTo>
                  <a:cubicBezTo>
                    <a:pt x="1676" y="1223"/>
                    <a:pt x="1718" y="1181"/>
                    <a:pt x="1768" y="1181"/>
                  </a:cubicBezTo>
                  <a:close/>
                  <a:moveTo>
                    <a:pt x="10300" y="361"/>
                  </a:moveTo>
                  <a:cubicBezTo>
                    <a:pt x="10533" y="361"/>
                    <a:pt x="10721" y="549"/>
                    <a:pt x="10721" y="783"/>
                  </a:cubicBezTo>
                  <a:lnTo>
                    <a:pt x="10720" y="3705"/>
                  </a:lnTo>
                  <a:lnTo>
                    <a:pt x="10361" y="3705"/>
                  </a:lnTo>
                  <a:lnTo>
                    <a:pt x="10361" y="1282"/>
                  </a:lnTo>
                  <a:cubicBezTo>
                    <a:pt x="10361" y="1027"/>
                    <a:pt x="10153" y="822"/>
                    <a:pt x="9900" y="822"/>
                  </a:cubicBezTo>
                  <a:lnTo>
                    <a:pt x="1779" y="822"/>
                  </a:lnTo>
                  <a:cubicBezTo>
                    <a:pt x="1523" y="822"/>
                    <a:pt x="1318" y="1028"/>
                    <a:pt x="1318" y="1282"/>
                  </a:cubicBezTo>
                  <a:lnTo>
                    <a:pt x="1318" y="5995"/>
                  </a:lnTo>
                  <a:cubicBezTo>
                    <a:pt x="1318" y="6251"/>
                    <a:pt x="1524" y="6456"/>
                    <a:pt x="1779" y="6456"/>
                  </a:cubicBezTo>
                  <a:lnTo>
                    <a:pt x="8624" y="6456"/>
                  </a:lnTo>
                  <a:lnTo>
                    <a:pt x="8624" y="6882"/>
                  </a:lnTo>
                  <a:lnTo>
                    <a:pt x="1377" y="6882"/>
                  </a:lnTo>
                  <a:cubicBezTo>
                    <a:pt x="1145" y="6882"/>
                    <a:pt x="956" y="6693"/>
                    <a:pt x="956" y="6461"/>
                  </a:cubicBezTo>
                  <a:lnTo>
                    <a:pt x="956" y="783"/>
                  </a:lnTo>
                  <a:cubicBezTo>
                    <a:pt x="956" y="549"/>
                    <a:pt x="1145" y="361"/>
                    <a:pt x="1377" y="361"/>
                  </a:cubicBezTo>
                  <a:close/>
                  <a:moveTo>
                    <a:pt x="8624" y="7242"/>
                  </a:moveTo>
                  <a:lnTo>
                    <a:pt x="8624" y="7963"/>
                  </a:lnTo>
                  <a:lnTo>
                    <a:pt x="994" y="7963"/>
                  </a:lnTo>
                  <a:cubicBezTo>
                    <a:pt x="642" y="7963"/>
                    <a:pt x="355" y="7683"/>
                    <a:pt x="355" y="7338"/>
                  </a:cubicBezTo>
                  <a:cubicBezTo>
                    <a:pt x="355" y="7285"/>
                    <a:pt x="400" y="7242"/>
                    <a:pt x="453" y="7242"/>
                  </a:cubicBezTo>
                  <a:close/>
                  <a:moveTo>
                    <a:pt x="12227" y="9436"/>
                  </a:moveTo>
                  <a:lnTo>
                    <a:pt x="12227" y="9437"/>
                  </a:lnTo>
                  <a:lnTo>
                    <a:pt x="12227" y="9918"/>
                  </a:lnTo>
                  <a:cubicBezTo>
                    <a:pt x="12227" y="10032"/>
                    <a:pt x="12134" y="10125"/>
                    <a:pt x="12021" y="10125"/>
                  </a:cubicBezTo>
                  <a:lnTo>
                    <a:pt x="9222" y="10125"/>
                  </a:lnTo>
                  <a:cubicBezTo>
                    <a:pt x="9109" y="10125"/>
                    <a:pt x="9016" y="10032"/>
                    <a:pt x="9016" y="9918"/>
                  </a:cubicBezTo>
                  <a:lnTo>
                    <a:pt x="9016" y="9436"/>
                  </a:lnTo>
                  <a:close/>
                  <a:moveTo>
                    <a:pt x="1387" y="0"/>
                  </a:moveTo>
                  <a:cubicBezTo>
                    <a:pt x="951" y="0"/>
                    <a:pt x="597" y="354"/>
                    <a:pt x="597" y="790"/>
                  </a:cubicBezTo>
                  <a:lnTo>
                    <a:pt x="597" y="6461"/>
                  </a:lnTo>
                  <a:cubicBezTo>
                    <a:pt x="597" y="6614"/>
                    <a:pt x="642" y="6759"/>
                    <a:pt x="720" y="6882"/>
                  </a:cubicBezTo>
                  <a:lnTo>
                    <a:pt x="475" y="6882"/>
                  </a:lnTo>
                  <a:cubicBezTo>
                    <a:pt x="223" y="6882"/>
                    <a:pt x="13" y="7082"/>
                    <a:pt x="9" y="7334"/>
                  </a:cubicBezTo>
                  <a:cubicBezTo>
                    <a:pt x="0" y="7896"/>
                    <a:pt x="456" y="8356"/>
                    <a:pt x="1016" y="8356"/>
                  </a:cubicBezTo>
                  <a:lnTo>
                    <a:pt x="8625" y="8356"/>
                  </a:lnTo>
                  <a:lnTo>
                    <a:pt x="8625" y="9943"/>
                  </a:lnTo>
                  <a:cubicBezTo>
                    <a:pt x="8625" y="10261"/>
                    <a:pt x="8884" y="10519"/>
                    <a:pt x="9201" y="10519"/>
                  </a:cubicBezTo>
                  <a:lnTo>
                    <a:pt x="12399" y="10519"/>
                  </a:lnTo>
                  <a:cubicBezTo>
                    <a:pt x="12504" y="10519"/>
                    <a:pt x="12589" y="10432"/>
                    <a:pt x="12589" y="10327"/>
                  </a:cubicBezTo>
                  <a:lnTo>
                    <a:pt x="12589" y="6902"/>
                  </a:lnTo>
                  <a:cubicBezTo>
                    <a:pt x="12589" y="6887"/>
                    <a:pt x="12584" y="6871"/>
                    <a:pt x="12573" y="6860"/>
                  </a:cubicBezTo>
                  <a:cubicBezTo>
                    <a:pt x="12519" y="6805"/>
                    <a:pt x="12462" y="6782"/>
                    <a:pt x="12410" y="6782"/>
                  </a:cubicBezTo>
                  <a:cubicBezTo>
                    <a:pt x="12310" y="6782"/>
                    <a:pt x="12230" y="6865"/>
                    <a:pt x="12230" y="6967"/>
                  </a:cubicBezTo>
                  <a:lnTo>
                    <a:pt x="12230" y="9079"/>
                  </a:lnTo>
                  <a:lnTo>
                    <a:pt x="9018" y="9079"/>
                  </a:lnTo>
                  <a:lnTo>
                    <a:pt x="9018" y="4304"/>
                  </a:lnTo>
                  <a:cubicBezTo>
                    <a:pt x="9018" y="4190"/>
                    <a:pt x="9111" y="4098"/>
                    <a:pt x="9225" y="4098"/>
                  </a:cubicBezTo>
                  <a:lnTo>
                    <a:pt x="12008" y="4098"/>
                  </a:lnTo>
                  <a:cubicBezTo>
                    <a:pt x="12008" y="4098"/>
                    <a:pt x="12215" y="4173"/>
                    <a:pt x="12230" y="4287"/>
                  </a:cubicBezTo>
                  <a:lnTo>
                    <a:pt x="12230" y="6107"/>
                  </a:lnTo>
                  <a:cubicBezTo>
                    <a:pt x="12214" y="6209"/>
                    <a:pt x="12296" y="6291"/>
                    <a:pt x="12399" y="6291"/>
                  </a:cubicBezTo>
                  <a:cubicBezTo>
                    <a:pt x="12500" y="6291"/>
                    <a:pt x="12583" y="6209"/>
                    <a:pt x="12588" y="6107"/>
                  </a:cubicBezTo>
                  <a:lnTo>
                    <a:pt x="12588" y="4287"/>
                  </a:lnTo>
                  <a:cubicBezTo>
                    <a:pt x="12583" y="3969"/>
                    <a:pt x="12007" y="3703"/>
                    <a:pt x="12007" y="3703"/>
                  </a:cubicBezTo>
                  <a:lnTo>
                    <a:pt x="11115" y="3703"/>
                  </a:lnTo>
                  <a:lnTo>
                    <a:pt x="11115" y="790"/>
                  </a:lnTo>
                  <a:cubicBezTo>
                    <a:pt x="11115" y="354"/>
                    <a:pt x="10761" y="0"/>
                    <a:pt x="103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71"/>
            <p:cNvSpPr/>
            <p:nvPr/>
          </p:nvSpPr>
          <p:spPr>
            <a:xfrm>
              <a:off x="4252346" y="3168213"/>
              <a:ext cx="105585" cy="60919"/>
            </a:xfrm>
            <a:custGeom>
              <a:rect b="b" l="l" r="r" t="t"/>
              <a:pathLst>
                <a:path extrusionOk="0" h="1608" w="2787">
                  <a:moveTo>
                    <a:pt x="1841" y="362"/>
                  </a:moveTo>
                  <a:lnTo>
                    <a:pt x="1399" y="586"/>
                  </a:lnTo>
                  <a:lnTo>
                    <a:pt x="958" y="362"/>
                  </a:lnTo>
                  <a:close/>
                  <a:moveTo>
                    <a:pt x="2427" y="477"/>
                  </a:moveTo>
                  <a:lnTo>
                    <a:pt x="2427" y="1108"/>
                  </a:lnTo>
                  <a:lnTo>
                    <a:pt x="1807" y="793"/>
                  </a:lnTo>
                  <a:lnTo>
                    <a:pt x="2427" y="477"/>
                  </a:lnTo>
                  <a:close/>
                  <a:moveTo>
                    <a:pt x="362" y="478"/>
                  </a:moveTo>
                  <a:lnTo>
                    <a:pt x="982" y="794"/>
                  </a:lnTo>
                  <a:lnTo>
                    <a:pt x="362" y="1110"/>
                  </a:lnTo>
                  <a:lnTo>
                    <a:pt x="362" y="478"/>
                  </a:lnTo>
                  <a:close/>
                  <a:moveTo>
                    <a:pt x="1399" y="988"/>
                  </a:moveTo>
                  <a:lnTo>
                    <a:pt x="1841" y="1213"/>
                  </a:lnTo>
                  <a:lnTo>
                    <a:pt x="958" y="1213"/>
                  </a:lnTo>
                  <a:lnTo>
                    <a:pt x="1399" y="988"/>
                  </a:lnTo>
                  <a:close/>
                  <a:moveTo>
                    <a:pt x="185" y="1"/>
                  </a:moveTo>
                  <a:cubicBezTo>
                    <a:pt x="83" y="1"/>
                    <a:pt x="1" y="84"/>
                    <a:pt x="1" y="185"/>
                  </a:cubicBezTo>
                  <a:lnTo>
                    <a:pt x="1" y="1422"/>
                  </a:lnTo>
                  <a:cubicBezTo>
                    <a:pt x="1" y="1525"/>
                    <a:pt x="83" y="1607"/>
                    <a:pt x="185" y="1607"/>
                  </a:cubicBezTo>
                  <a:lnTo>
                    <a:pt x="2602" y="1607"/>
                  </a:lnTo>
                  <a:cubicBezTo>
                    <a:pt x="2705" y="1607"/>
                    <a:pt x="2787" y="1525"/>
                    <a:pt x="2787" y="1422"/>
                  </a:cubicBezTo>
                  <a:lnTo>
                    <a:pt x="2787" y="185"/>
                  </a:lnTo>
                  <a:cubicBezTo>
                    <a:pt x="2787" y="84"/>
                    <a:pt x="2705" y="1"/>
                    <a:pt x="26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71"/>
            <p:cNvSpPr/>
            <p:nvPr/>
          </p:nvSpPr>
          <p:spPr>
            <a:xfrm>
              <a:off x="4253407" y="3243983"/>
              <a:ext cx="103881" cy="13639"/>
            </a:xfrm>
            <a:custGeom>
              <a:rect b="b" l="l" r="r" t="t"/>
              <a:pathLst>
                <a:path extrusionOk="0" h="360" w="2742">
                  <a:moveTo>
                    <a:pt x="198" y="0"/>
                  </a:moveTo>
                  <a:cubicBezTo>
                    <a:pt x="102" y="0"/>
                    <a:pt x="18" y="69"/>
                    <a:pt x="9" y="164"/>
                  </a:cubicBezTo>
                  <a:cubicBezTo>
                    <a:pt x="1" y="270"/>
                    <a:pt x="85" y="359"/>
                    <a:pt x="189" y="359"/>
                  </a:cubicBezTo>
                  <a:lnTo>
                    <a:pt x="2544" y="359"/>
                  </a:lnTo>
                  <a:cubicBezTo>
                    <a:pt x="2640" y="359"/>
                    <a:pt x="2725" y="290"/>
                    <a:pt x="2732" y="196"/>
                  </a:cubicBezTo>
                  <a:cubicBezTo>
                    <a:pt x="2742" y="89"/>
                    <a:pt x="2658" y="0"/>
                    <a:pt x="25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71"/>
            <p:cNvSpPr/>
            <p:nvPr/>
          </p:nvSpPr>
          <p:spPr>
            <a:xfrm>
              <a:off x="4253407" y="3271223"/>
              <a:ext cx="103615" cy="13714"/>
            </a:xfrm>
            <a:custGeom>
              <a:rect b="b" l="l" r="r" t="t"/>
              <a:pathLst>
                <a:path extrusionOk="0" h="362" w="2735">
                  <a:moveTo>
                    <a:pt x="198" y="1"/>
                  </a:moveTo>
                  <a:cubicBezTo>
                    <a:pt x="102" y="1"/>
                    <a:pt x="18" y="70"/>
                    <a:pt x="9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2553" y="361"/>
                  </a:lnTo>
                  <a:cubicBezTo>
                    <a:pt x="2554" y="361"/>
                    <a:pt x="2554" y="361"/>
                    <a:pt x="2555" y="361"/>
                  </a:cubicBezTo>
                  <a:cubicBezTo>
                    <a:pt x="2654" y="361"/>
                    <a:pt x="2734" y="280"/>
                    <a:pt x="2734" y="182"/>
                  </a:cubicBezTo>
                  <a:cubicBezTo>
                    <a:pt x="2734" y="82"/>
                    <a:pt x="2653" y="1"/>
                    <a:pt x="25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71"/>
            <p:cNvSpPr/>
            <p:nvPr/>
          </p:nvSpPr>
          <p:spPr>
            <a:xfrm>
              <a:off x="4252952" y="3299788"/>
              <a:ext cx="65768" cy="13714"/>
            </a:xfrm>
            <a:custGeom>
              <a:rect b="b" l="l" r="r" t="t"/>
              <a:pathLst>
                <a:path extrusionOk="0" h="362" w="1736">
                  <a:moveTo>
                    <a:pt x="189" y="1"/>
                  </a:moveTo>
                  <a:cubicBezTo>
                    <a:pt x="84" y="1"/>
                    <a:pt x="0" y="90"/>
                    <a:pt x="10" y="198"/>
                  </a:cubicBezTo>
                  <a:cubicBezTo>
                    <a:pt x="18" y="292"/>
                    <a:pt x="104" y="361"/>
                    <a:pt x="198" y="361"/>
                  </a:cubicBezTo>
                  <a:lnTo>
                    <a:pt x="1538" y="361"/>
                  </a:lnTo>
                  <a:cubicBezTo>
                    <a:pt x="1633" y="361"/>
                    <a:pt x="1718" y="292"/>
                    <a:pt x="1726" y="198"/>
                  </a:cubicBezTo>
                  <a:cubicBezTo>
                    <a:pt x="1736" y="90"/>
                    <a:pt x="1652" y="1"/>
                    <a:pt x="15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6" name="Google Shape;2736;p71"/>
          <p:cNvGrpSpPr/>
          <p:nvPr/>
        </p:nvGrpSpPr>
        <p:grpSpPr>
          <a:xfrm>
            <a:off x="4839345" y="3426003"/>
            <a:ext cx="249355" cy="449547"/>
            <a:chOff x="4855362" y="2952837"/>
            <a:chExt cx="264399" cy="476669"/>
          </a:xfrm>
        </p:grpSpPr>
        <p:sp>
          <p:nvSpPr>
            <p:cNvPr id="2737" name="Google Shape;2737;p71"/>
            <p:cNvSpPr/>
            <p:nvPr/>
          </p:nvSpPr>
          <p:spPr>
            <a:xfrm>
              <a:off x="4972464" y="3378665"/>
              <a:ext cx="29247" cy="13676"/>
            </a:xfrm>
            <a:custGeom>
              <a:rect b="b" l="l" r="r" t="t"/>
              <a:pathLst>
                <a:path extrusionOk="0" h="361" w="772">
                  <a:moveTo>
                    <a:pt x="199" y="1"/>
                  </a:moveTo>
                  <a:cubicBezTo>
                    <a:pt x="104" y="1"/>
                    <a:pt x="18" y="70"/>
                    <a:pt x="10" y="164"/>
                  </a:cubicBezTo>
                  <a:cubicBezTo>
                    <a:pt x="1" y="270"/>
                    <a:pt x="85" y="360"/>
                    <a:pt x="189" y="360"/>
                  </a:cubicBezTo>
                  <a:lnTo>
                    <a:pt x="575" y="360"/>
                  </a:lnTo>
                  <a:cubicBezTo>
                    <a:pt x="670" y="360"/>
                    <a:pt x="755" y="291"/>
                    <a:pt x="762" y="197"/>
                  </a:cubicBezTo>
                  <a:cubicBezTo>
                    <a:pt x="772" y="89"/>
                    <a:pt x="688" y="1"/>
                    <a:pt x="5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71"/>
            <p:cNvSpPr/>
            <p:nvPr/>
          </p:nvSpPr>
          <p:spPr>
            <a:xfrm>
              <a:off x="4855362" y="2952837"/>
              <a:ext cx="264399" cy="476669"/>
            </a:xfrm>
            <a:custGeom>
              <a:rect b="b" l="l" r="r" t="t"/>
              <a:pathLst>
                <a:path extrusionOk="0" h="12582" w="6979">
                  <a:moveTo>
                    <a:pt x="6585" y="1994"/>
                  </a:moveTo>
                  <a:lnTo>
                    <a:pt x="6585" y="5870"/>
                  </a:lnTo>
                  <a:lnTo>
                    <a:pt x="4485" y="4200"/>
                  </a:lnTo>
                  <a:lnTo>
                    <a:pt x="6585" y="1994"/>
                  </a:lnTo>
                  <a:close/>
                  <a:moveTo>
                    <a:pt x="359" y="2309"/>
                  </a:moveTo>
                  <a:lnTo>
                    <a:pt x="5072" y="6058"/>
                  </a:lnTo>
                  <a:lnTo>
                    <a:pt x="1379" y="10223"/>
                  </a:lnTo>
                  <a:lnTo>
                    <a:pt x="358" y="10223"/>
                  </a:lnTo>
                  <a:lnTo>
                    <a:pt x="358" y="2309"/>
                  </a:lnTo>
                  <a:close/>
                  <a:moveTo>
                    <a:pt x="6050" y="360"/>
                  </a:moveTo>
                  <a:cubicBezTo>
                    <a:pt x="6207" y="360"/>
                    <a:pt x="6348" y="428"/>
                    <a:pt x="6447" y="535"/>
                  </a:cubicBezTo>
                  <a:lnTo>
                    <a:pt x="5572" y="1455"/>
                  </a:lnTo>
                  <a:cubicBezTo>
                    <a:pt x="5501" y="1528"/>
                    <a:pt x="5505" y="1644"/>
                    <a:pt x="5578" y="1715"/>
                  </a:cubicBezTo>
                  <a:cubicBezTo>
                    <a:pt x="5613" y="1749"/>
                    <a:pt x="5659" y="1766"/>
                    <a:pt x="5704" y="1766"/>
                  </a:cubicBezTo>
                  <a:cubicBezTo>
                    <a:pt x="5753" y="1766"/>
                    <a:pt x="5802" y="1746"/>
                    <a:pt x="5839" y="1708"/>
                  </a:cubicBezTo>
                  <a:lnTo>
                    <a:pt x="6586" y="921"/>
                  </a:lnTo>
                  <a:lnTo>
                    <a:pt x="6586" y="1450"/>
                  </a:lnTo>
                  <a:lnTo>
                    <a:pt x="6585" y="1450"/>
                  </a:lnTo>
                  <a:lnTo>
                    <a:pt x="4081" y="4082"/>
                  </a:lnTo>
                  <a:cubicBezTo>
                    <a:pt x="4045" y="4120"/>
                    <a:pt x="4027" y="4169"/>
                    <a:pt x="4030" y="4222"/>
                  </a:cubicBezTo>
                  <a:cubicBezTo>
                    <a:pt x="4034" y="4274"/>
                    <a:pt x="4060" y="4321"/>
                    <a:pt x="4100" y="4353"/>
                  </a:cubicBezTo>
                  <a:lnTo>
                    <a:pt x="6585" y="6330"/>
                  </a:lnTo>
                  <a:lnTo>
                    <a:pt x="6585" y="6793"/>
                  </a:lnTo>
                  <a:lnTo>
                    <a:pt x="6024" y="6348"/>
                  </a:lnTo>
                  <a:cubicBezTo>
                    <a:pt x="5991" y="6321"/>
                    <a:pt x="5950" y="6308"/>
                    <a:pt x="5911" y="6308"/>
                  </a:cubicBezTo>
                  <a:cubicBezTo>
                    <a:pt x="5859" y="6308"/>
                    <a:pt x="5809" y="6330"/>
                    <a:pt x="5772" y="6371"/>
                  </a:cubicBezTo>
                  <a:lnTo>
                    <a:pt x="2357" y="10223"/>
                  </a:lnTo>
                  <a:lnTo>
                    <a:pt x="1872" y="10223"/>
                  </a:lnTo>
                  <a:lnTo>
                    <a:pt x="5475" y="6158"/>
                  </a:lnTo>
                  <a:cubicBezTo>
                    <a:pt x="5509" y="6120"/>
                    <a:pt x="5525" y="6070"/>
                    <a:pt x="5521" y="6020"/>
                  </a:cubicBezTo>
                  <a:cubicBezTo>
                    <a:pt x="5516" y="5969"/>
                    <a:pt x="5491" y="5923"/>
                    <a:pt x="5452" y="5891"/>
                  </a:cubicBezTo>
                  <a:lnTo>
                    <a:pt x="359" y="1841"/>
                  </a:lnTo>
                  <a:lnTo>
                    <a:pt x="359" y="1377"/>
                  </a:lnTo>
                  <a:lnTo>
                    <a:pt x="3525" y="3895"/>
                  </a:lnTo>
                  <a:cubicBezTo>
                    <a:pt x="3559" y="3922"/>
                    <a:pt x="3600" y="3935"/>
                    <a:pt x="3641" y="3935"/>
                  </a:cubicBezTo>
                  <a:cubicBezTo>
                    <a:pt x="3689" y="3935"/>
                    <a:pt x="3738" y="3916"/>
                    <a:pt x="3774" y="3878"/>
                  </a:cubicBezTo>
                  <a:lnTo>
                    <a:pt x="5243" y="2333"/>
                  </a:lnTo>
                  <a:cubicBezTo>
                    <a:pt x="5305" y="2268"/>
                    <a:pt x="5317" y="2169"/>
                    <a:pt x="5266" y="2096"/>
                  </a:cubicBezTo>
                  <a:cubicBezTo>
                    <a:pt x="5229" y="2042"/>
                    <a:pt x="5172" y="2015"/>
                    <a:pt x="5115" y="2015"/>
                  </a:cubicBezTo>
                  <a:cubicBezTo>
                    <a:pt x="5066" y="2015"/>
                    <a:pt x="5018" y="2035"/>
                    <a:pt x="4981" y="2074"/>
                  </a:cubicBezTo>
                  <a:lnTo>
                    <a:pt x="3624" y="3501"/>
                  </a:lnTo>
                  <a:lnTo>
                    <a:pt x="361" y="906"/>
                  </a:lnTo>
                  <a:lnTo>
                    <a:pt x="361" y="898"/>
                  </a:lnTo>
                  <a:cubicBezTo>
                    <a:pt x="361" y="601"/>
                    <a:pt x="602" y="360"/>
                    <a:pt x="899" y="360"/>
                  </a:cubicBezTo>
                  <a:close/>
                  <a:moveTo>
                    <a:pt x="5933" y="6745"/>
                  </a:moveTo>
                  <a:lnTo>
                    <a:pt x="6586" y="7264"/>
                  </a:lnTo>
                  <a:lnTo>
                    <a:pt x="6586" y="10225"/>
                  </a:lnTo>
                  <a:lnTo>
                    <a:pt x="2849" y="10225"/>
                  </a:lnTo>
                  <a:lnTo>
                    <a:pt x="5933" y="6745"/>
                  </a:lnTo>
                  <a:close/>
                  <a:moveTo>
                    <a:pt x="6585" y="10616"/>
                  </a:moveTo>
                  <a:lnTo>
                    <a:pt x="6585" y="11684"/>
                  </a:lnTo>
                  <a:cubicBezTo>
                    <a:pt x="6585" y="11981"/>
                    <a:pt x="6344" y="12222"/>
                    <a:pt x="6046" y="12222"/>
                  </a:cubicBezTo>
                  <a:lnTo>
                    <a:pt x="898" y="12222"/>
                  </a:lnTo>
                  <a:cubicBezTo>
                    <a:pt x="600" y="12222"/>
                    <a:pt x="359" y="11981"/>
                    <a:pt x="359" y="11684"/>
                  </a:cubicBezTo>
                  <a:lnTo>
                    <a:pt x="359" y="10616"/>
                  </a:lnTo>
                  <a:close/>
                  <a:moveTo>
                    <a:pt x="906" y="1"/>
                  </a:moveTo>
                  <a:cubicBezTo>
                    <a:pt x="405" y="1"/>
                    <a:pt x="0" y="407"/>
                    <a:pt x="0" y="907"/>
                  </a:cubicBezTo>
                  <a:lnTo>
                    <a:pt x="0" y="11676"/>
                  </a:lnTo>
                  <a:cubicBezTo>
                    <a:pt x="0" y="12175"/>
                    <a:pt x="405" y="12582"/>
                    <a:pt x="906" y="12582"/>
                  </a:cubicBezTo>
                  <a:lnTo>
                    <a:pt x="6072" y="12582"/>
                  </a:lnTo>
                  <a:cubicBezTo>
                    <a:pt x="6572" y="12582"/>
                    <a:pt x="6978" y="12175"/>
                    <a:pt x="6978" y="11676"/>
                  </a:cubicBezTo>
                  <a:lnTo>
                    <a:pt x="6978" y="907"/>
                  </a:lnTo>
                  <a:cubicBezTo>
                    <a:pt x="6979" y="408"/>
                    <a:pt x="6570" y="1"/>
                    <a:pt x="60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71"/>
            <p:cNvSpPr/>
            <p:nvPr/>
          </p:nvSpPr>
          <p:spPr>
            <a:xfrm>
              <a:off x="4882752" y="3132147"/>
              <a:ext cx="109412" cy="139871"/>
            </a:xfrm>
            <a:custGeom>
              <a:rect b="b" l="l" r="r" t="t"/>
              <a:pathLst>
                <a:path extrusionOk="0" h="3692" w="2888">
                  <a:moveTo>
                    <a:pt x="1451" y="1"/>
                  </a:moveTo>
                  <a:cubicBezTo>
                    <a:pt x="1307" y="1"/>
                    <a:pt x="1161" y="21"/>
                    <a:pt x="1018" y="64"/>
                  </a:cubicBezTo>
                  <a:cubicBezTo>
                    <a:pt x="536" y="208"/>
                    <a:pt x="187" y="572"/>
                    <a:pt x="61" y="1065"/>
                  </a:cubicBezTo>
                  <a:cubicBezTo>
                    <a:pt x="11" y="1261"/>
                    <a:pt x="1" y="1456"/>
                    <a:pt x="32" y="1645"/>
                  </a:cubicBezTo>
                  <a:cubicBezTo>
                    <a:pt x="114" y="2146"/>
                    <a:pt x="415" y="2503"/>
                    <a:pt x="705" y="2847"/>
                  </a:cubicBezTo>
                  <a:cubicBezTo>
                    <a:pt x="891" y="3071"/>
                    <a:pt x="1069" y="3282"/>
                    <a:pt x="1184" y="3525"/>
                  </a:cubicBezTo>
                  <a:cubicBezTo>
                    <a:pt x="1233" y="3628"/>
                    <a:pt x="1333" y="3692"/>
                    <a:pt x="1447" y="3692"/>
                  </a:cubicBezTo>
                  <a:cubicBezTo>
                    <a:pt x="1561" y="3692"/>
                    <a:pt x="1662" y="3628"/>
                    <a:pt x="1710" y="3525"/>
                  </a:cubicBezTo>
                  <a:cubicBezTo>
                    <a:pt x="1825" y="3283"/>
                    <a:pt x="2002" y="3071"/>
                    <a:pt x="2191" y="2847"/>
                  </a:cubicBezTo>
                  <a:cubicBezTo>
                    <a:pt x="2482" y="2502"/>
                    <a:pt x="2782" y="2144"/>
                    <a:pt x="2864" y="1645"/>
                  </a:cubicBezTo>
                  <a:cubicBezTo>
                    <a:pt x="2886" y="1508"/>
                    <a:pt x="2887" y="1367"/>
                    <a:pt x="2867" y="1225"/>
                  </a:cubicBezTo>
                  <a:cubicBezTo>
                    <a:pt x="2855" y="1134"/>
                    <a:pt x="2776" y="1067"/>
                    <a:pt x="2686" y="1067"/>
                  </a:cubicBezTo>
                  <a:cubicBezTo>
                    <a:pt x="2678" y="1067"/>
                    <a:pt x="2669" y="1068"/>
                    <a:pt x="2660" y="1069"/>
                  </a:cubicBezTo>
                  <a:cubicBezTo>
                    <a:pt x="2558" y="1084"/>
                    <a:pt x="2489" y="1177"/>
                    <a:pt x="2504" y="1278"/>
                  </a:cubicBezTo>
                  <a:cubicBezTo>
                    <a:pt x="2519" y="1382"/>
                    <a:pt x="2519" y="1486"/>
                    <a:pt x="2501" y="1585"/>
                  </a:cubicBezTo>
                  <a:cubicBezTo>
                    <a:pt x="2435" y="1986"/>
                    <a:pt x="2180" y="2289"/>
                    <a:pt x="1909" y="2610"/>
                  </a:cubicBezTo>
                  <a:cubicBezTo>
                    <a:pt x="1746" y="2804"/>
                    <a:pt x="1578" y="3005"/>
                    <a:pt x="1448" y="3232"/>
                  </a:cubicBezTo>
                  <a:cubicBezTo>
                    <a:pt x="1319" y="3005"/>
                    <a:pt x="1151" y="2804"/>
                    <a:pt x="987" y="2610"/>
                  </a:cubicBezTo>
                  <a:cubicBezTo>
                    <a:pt x="718" y="2288"/>
                    <a:pt x="463" y="1984"/>
                    <a:pt x="396" y="1585"/>
                  </a:cubicBezTo>
                  <a:cubicBezTo>
                    <a:pt x="373" y="1446"/>
                    <a:pt x="380" y="1303"/>
                    <a:pt x="417" y="1157"/>
                  </a:cubicBezTo>
                  <a:cubicBezTo>
                    <a:pt x="511" y="793"/>
                    <a:pt x="767" y="523"/>
                    <a:pt x="1123" y="418"/>
                  </a:cubicBezTo>
                  <a:cubicBezTo>
                    <a:pt x="1228" y="386"/>
                    <a:pt x="1338" y="371"/>
                    <a:pt x="1446" y="371"/>
                  </a:cubicBezTo>
                  <a:cubicBezTo>
                    <a:pt x="1717" y="371"/>
                    <a:pt x="1983" y="466"/>
                    <a:pt x="2177" y="643"/>
                  </a:cubicBezTo>
                  <a:cubicBezTo>
                    <a:pt x="2213" y="675"/>
                    <a:pt x="2257" y="691"/>
                    <a:pt x="2302" y="691"/>
                  </a:cubicBezTo>
                  <a:cubicBezTo>
                    <a:pt x="2352" y="691"/>
                    <a:pt x="2402" y="670"/>
                    <a:pt x="2438" y="630"/>
                  </a:cubicBezTo>
                  <a:cubicBezTo>
                    <a:pt x="2506" y="556"/>
                    <a:pt x="2501" y="439"/>
                    <a:pt x="2426" y="371"/>
                  </a:cubicBezTo>
                  <a:cubicBezTo>
                    <a:pt x="2162" y="129"/>
                    <a:pt x="1811" y="1"/>
                    <a:pt x="14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71"/>
            <p:cNvSpPr/>
            <p:nvPr/>
          </p:nvSpPr>
          <p:spPr>
            <a:xfrm>
              <a:off x="4907946" y="3156469"/>
              <a:ext cx="59176" cy="59176"/>
            </a:xfrm>
            <a:custGeom>
              <a:rect b="b" l="l" r="r" t="t"/>
              <a:pathLst>
                <a:path extrusionOk="0" h="1562" w="1562">
                  <a:moveTo>
                    <a:pt x="781" y="368"/>
                  </a:moveTo>
                  <a:cubicBezTo>
                    <a:pt x="1007" y="368"/>
                    <a:pt x="1192" y="553"/>
                    <a:pt x="1192" y="779"/>
                  </a:cubicBezTo>
                  <a:cubicBezTo>
                    <a:pt x="1192" y="1007"/>
                    <a:pt x="1007" y="1191"/>
                    <a:pt x="781" y="1191"/>
                  </a:cubicBezTo>
                  <a:cubicBezTo>
                    <a:pt x="555" y="1191"/>
                    <a:pt x="370" y="1005"/>
                    <a:pt x="370" y="779"/>
                  </a:cubicBezTo>
                  <a:cubicBezTo>
                    <a:pt x="370" y="553"/>
                    <a:pt x="555" y="368"/>
                    <a:pt x="781" y="368"/>
                  </a:cubicBezTo>
                  <a:close/>
                  <a:moveTo>
                    <a:pt x="781" y="1"/>
                  </a:moveTo>
                  <a:cubicBezTo>
                    <a:pt x="352" y="1"/>
                    <a:pt x="1" y="350"/>
                    <a:pt x="1" y="781"/>
                  </a:cubicBezTo>
                  <a:cubicBezTo>
                    <a:pt x="1" y="1211"/>
                    <a:pt x="351" y="1561"/>
                    <a:pt x="781" y="1561"/>
                  </a:cubicBezTo>
                  <a:cubicBezTo>
                    <a:pt x="1212" y="1561"/>
                    <a:pt x="1561" y="1212"/>
                    <a:pt x="1561" y="781"/>
                  </a:cubicBezTo>
                  <a:cubicBezTo>
                    <a:pt x="1561" y="350"/>
                    <a:pt x="1212" y="1"/>
                    <a:pt x="7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41" name="Google Shape;2741;p71"/>
          <p:cNvGrpSpPr/>
          <p:nvPr/>
        </p:nvGrpSpPr>
        <p:grpSpPr>
          <a:xfrm>
            <a:off x="932842" y="3451800"/>
            <a:ext cx="449582" cy="398061"/>
            <a:chOff x="713167" y="2980190"/>
            <a:chExt cx="476707" cy="422077"/>
          </a:xfrm>
        </p:grpSpPr>
        <p:sp>
          <p:nvSpPr>
            <p:cNvPr id="2742" name="Google Shape;2742;p71"/>
            <p:cNvSpPr/>
            <p:nvPr/>
          </p:nvSpPr>
          <p:spPr>
            <a:xfrm>
              <a:off x="816176" y="3244514"/>
              <a:ext cx="270650" cy="54744"/>
            </a:xfrm>
            <a:custGeom>
              <a:rect b="b" l="l" r="r" t="t"/>
              <a:pathLst>
                <a:path extrusionOk="0" h="1445" w="7144">
                  <a:moveTo>
                    <a:pt x="185" y="1"/>
                  </a:moveTo>
                  <a:cubicBezTo>
                    <a:pt x="83" y="1"/>
                    <a:pt x="0" y="84"/>
                    <a:pt x="0" y="186"/>
                  </a:cubicBezTo>
                  <a:lnTo>
                    <a:pt x="0" y="1261"/>
                  </a:lnTo>
                  <a:cubicBezTo>
                    <a:pt x="0" y="1361"/>
                    <a:pt x="83" y="1444"/>
                    <a:pt x="185" y="1444"/>
                  </a:cubicBezTo>
                  <a:lnTo>
                    <a:pt x="1873" y="1444"/>
                  </a:lnTo>
                  <a:cubicBezTo>
                    <a:pt x="1968" y="1444"/>
                    <a:pt x="2053" y="1375"/>
                    <a:pt x="2061" y="1281"/>
                  </a:cubicBezTo>
                  <a:cubicBezTo>
                    <a:pt x="2071" y="1173"/>
                    <a:pt x="1986" y="1084"/>
                    <a:pt x="1881" y="1084"/>
                  </a:cubicBezTo>
                  <a:lnTo>
                    <a:pt x="362" y="1084"/>
                  </a:lnTo>
                  <a:lnTo>
                    <a:pt x="362" y="362"/>
                  </a:lnTo>
                  <a:lnTo>
                    <a:pt x="6750" y="362"/>
                  </a:lnTo>
                  <a:lnTo>
                    <a:pt x="6750" y="1084"/>
                  </a:lnTo>
                  <a:lnTo>
                    <a:pt x="2821" y="1084"/>
                  </a:lnTo>
                  <a:cubicBezTo>
                    <a:pt x="2725" y="1084"/>
                    <a:pt x="2640" y="1153"/>
                    <a:pt x="2632" y="1247"/>
                  </a:cubicBezTo>
                  <a:cubicBezTo>
                    <a:pt x="2623" y="1355"/>
                    <a:pt x="2707" y="1444"/>
                    <a:pt x="2811" y="1444"/>
                  </a:cubicBezTo>
                  <a:lnTo>
                    <a:pt x="6959" y="1444"/>
                  </a:lnTo>
                  <a:cubicBezTo>
                    <a:pt x="7062" y="1444"/>
                    <a:pt x="7143" y="1361"/>
                    <a:pt x="7143" y="1260"/>
                  </a:cubicBezTo>
                  <a:lnTo>
                    <a:pt x="7143" y="186"/>
                  </a:lnTo>
                  <a:cubicBezTo>
                    <a:pt x="7143" y="84"/>
                    <a:pt x="7062" y="1"/>
                    <a:pt x="69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71"/>
            <p:cNvSpPr/>
            <p:nvPr/>
          </p:nvSpPr>
          <p:spPr>
            <a:xfrm>
              <a:off x="816176" y="3314033"/>
              <a:ext cx="270650" cy="54706"/>
            </a:xfrm>
            <a:custGeom>
              <a:rect b="b" l="l" r="r" t="t"/>
              <a:pathLst>
                <a:path extrusionOk="0" h="1444" w="7144">
                  <a:moveTo>
                    <a:pt x="6750" y="362"/>
                  </a:moveTo>
                  <a:lnTo>
                    <a:pt x="6750" y="1084"/>
                  </a:lnTo>
                  <a:lnTo>
                    <a:pt x="362" y="1084"/>
                  </a:lnTo>
                  <a:lnTo>
                    <a:pt x="362" y="362"/>
                  </a:lnTo>
                  <a:close/>
                  <a:moveTo>
                    <a:pt x="185" y="1"/>
                  </a:moveTo>
                  <a:cubicBezTo>
                    <a:pt x="83" y="1"/>
                    <a:pt x="0" y="83"/>
                    <a:pt x="0" y="185"/>
                  </a:cubicBezTo>
                  <a:lnTo>
                    <a:pt x="0" y="1260"/>
                  </a:lnTo>
                  <a:cubicBezTo>
                    <a:pt x="0" y="1362"/>
                    <a:pt x="83" y="1443"/>
                    <a:pt x="185" y="1443"/>
                  </a:cubicBezTo>
                  <a:lnTo>
                    <a:pt x="6959" y="1443"/>
                  </a:lnTo>
                  <a:cubicBezTo>
                    <a:pt x="7060" y="1443"/>
                    <a:pt x="7143" y="1361"/>
                    <a:pt x="7143" y="1259"/>
                  </a:cubicBezTo>
                  <a:lnTo>
                    <a:pt x="7143" y="185"/>
                  </a:lnTo>
                  <a:cubicBezTo>
                    <a:pt x="7143" y="84"/>
                    <a:pt x="7060" y="1"/>
                    <a:pt x="69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71"/>
            <p:cNvSpPr/>
            <p:nvPr/>
          </p:nvSpPr>
          <p:spPr>
            <a:xfrm>
              <a:off x="942030" y="3170411"/>
              <a:ext cx="18677" cy="18677"/>
            </a:xfrm>
            <a:custGeom>
              <a:rect b="b" l="l" r="r" t="t"/>
              <a:pathLst>
                <a:path extrusionOk="0" h="493" w="493">
                  <a:moveTo>
                    <a:pt x="248" y="0"/>
                  </a:moveTo>
                  <a:cubicBezTo>
                    <a:pt x="248" y="0"/>
                    <a:pt x="247" y="0"/>
                    <a:pt x="247" y="0"/>
                  </a:cubicBezTo>
                  <a:cubicBezTo>
                    <a:pt x="110" y="0"/>
                    <a:pt x="0" y="110"/>
                    <a:pt x="0" y="247"/>
                  </a:cubicBezTo>
                  <a:cubicBezTo>
                    <a:pt x="0" y="383"/>
                    <a:pt x="110" y="493"/>
                    <a:pt x="247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0"/>
                    <a:pt x="382" y="0"/>
                    <a:pt x="2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71"/>
            <p:cNvSpPr/>
            <p:nvPr/>
          </p:nvSpPr>
          <p:spPr>
            <a:xfrm>
              <a:off x="896872" y="3073804"/>
              <a:ext cx="109260" cy="154647"/>
            </a:xfrm>
            <a:custGeom>
              <a:rect b="b" l="l" r="r" t="t"/>
              <a:pathLst>
                <a:path extrusionOk="0" h="4082" w="2884">
                  <a:moveTo>
                    <a:pt x="1425" y="387"/>
                  </a:moveTo>
                  <a:cubicBezTo>
                    <a:pt x="1744" y="387"/>
                    <a:pt x="2000" y="654"/>
                    <a:pt x="2000" y="979"/>
                  </a:cubicBezTo>
                  <a:lnTo>
                    <a:pt x="2000" y="1526"/>
                  </a:lnTo>
                  <a:lnTo>
                    <a:pt x="853" y="1526"/>
                  </a:lnTo>
                  <a:lnTo>
                    <a:pt x="853" y="964"/>
                  </a:lnTo>
                  <a:cubicBezTo>
                    <a:pt x="853" y="661"/>
                    <a:pt x="1085" y="412"/>
                    <a:pt x="1379" y="389"/>
                  </a:cubicBezTo>
                  <a:cubicBezTo>
                    <a:pt x="1394" y="387"/>
                    <a:pt x="1410" y="387"/>
                    <a:pt x="1425" y="387"/>
                  </a:cubicBezTo>
                  <a:close/>
                  <a:moveTo>
                    <a:pt x="2310" y="1886"/>
                  </a:moveTo>
                  <a:cubicBezTo>
                    <a:pt x="2411" y="1886"/>
                    <a:pt x="2492" y="1968"/>
                    <a:pt x="2492" y="2069"/>
                  </a:cubicBezTo>
                  <a:lnTo>
                    <a:pt x="2492" y="3541"/>
                  </a:lnTo>
                  <a:cubicBezTo>
                    <a:pt x="2492" y="3641"/>
                    <a:pt x="2411" y="3721"/>
                    <a:pt x="2311" y="3721"/>
                  </a:cubicBezTo>
                  <a:lnTo>
                    <a:pt x="544" y="3721"/>
                  </a:lnTo>
                  <a:cubicBezTo>
                    <a:pt x="444" y="3721"/>
                    <a:pt x="362" y="3641"/>
                    <a:pt x="362" y="3540"/>
                  </a:cubicBezTo>
                  <a:lnTo>
                    <a:pt x="362" y="2069"/>
                  </a:lnTo>
                  <a:cubicBezTo>
                    <a:pt x="361" y="1968"/>
                    <a:pt x="442" y="1886"/>
                    <a:pt x="543" y="1886"/>
                  </a:cubicBezTo>
                  <a:close/>
                  <a:moveTo>
                    <a:pt x="1441" y="1"/>
                  </a:moveTo>
                  <a:cubicBezTo>
                    <a:pt x="917" y="1"/>
                    <a:pt x="492" y="427"/>
                    <a:pt x="492" y="950"/>
                  </a:cubicBezTo>
                  <a:lnTo>
                    <a:pt x="492" y="1516"/>
                  </a:lnTo>
                  <a:cubicBezTo>
                    <a:pt x="215" y="1549"/>
                    <a:pt x="1" y="1781"/>
                    <a:pt x="1" y="2062"/>
                  </a:cubicBezTo>
                  <a:lnTo>
                    <a:pt x="1" y="3532"/>
                  </a:lnTo>
                  <a:cubicBezTo>
                    <a:pt x="1" y="3836"/>
                    <a:pt x="252" y="4082"/>
                    <a:pt x="560" y="4082"/>
                  </a:cubicBezTo>
                  <a:lnTo>
                    <a:pt x="2334" y="4082"/>
                  </a:lnTo>
                  <a:cubicBezTo>
                    <a:pt x="2638" y="4082"/>
                    <a:pt x="2884" y="3836"/>
                    <a:pt x="2884" y="3532"/>
                  </a:cubicBezTo>
                  <a:lnTo>
                    <a:pt x="2884" y="2062"/>
                  </a:lnTo>
                  <a:cubicBezTo>
                    <a:pt x="2884" y="1782"/>
                    <a:pt x="2669" y="1549"/>
                    <a:pt x="2393" y="1516"/>
                  </a:cubicBezTo>
                  <a:lnTo>
                    <a:pt x="2393" y="964"/>
                  </a:lnTo>
                  <a:cubicBezTo>
                    <a:pt x="2393" y="500"/>
                    <a:pt x="2065" y="91"/>
                    <a:pt x="1607" y="15"/>
                  </a:cubicBezTo>
                  <a:cubicBezTo>
                    <a:pt x="1551" y="5"/>
                    <a:pt x="1496" y="1"/>
                    <a:pt x="14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71"/>
            <p:cNvSpPr/>
            <p:nvPr/>
          </p:nvSpPr>
          <p:spPr>
            <a:xfrm>
              <a:off x="713167" y="2980190"/>
              <a:ext cx="476707" cy="422077"/>
            </a:xfrm>
            <a:custGeom>
              <a:rect b="b" l="l" r="r" t="t"/>
              <a:pathLst>
                <a:path extrusionOk="0" h="11141" w="12583">
                  <a:moveTo>
                    <a:pt x="12223" y="1966"/>
                  </a:moveTo>
                  <a:lnTo>
                    <a:pt x="12223" y="10528"/>
                  </a:lnTo>
                  <a:cubicBezTo>
                    <a:pt x="12222" y="10667"/>
                    <a:pt x="12108" y="10781"/>
                    <a:pt x="11971" y="10781"/>
                  </a:cubicBezTo>
                  <a:lnTo>
                    <a:pt x="613" y="10781"/>
                  </a:lnTo>
                  <a:cubicBezTo>
                    <a:pt x="475" y="10781"/>
                    <a:pt x="362" y="10667"/>
                    <a:pt x="362" y="10528"/>
                  </a:cubicBezTo>
                  <a:lnTo>
                    <a:pt x="362" y="1966"/>
                  </a:lnTo>
                  <a:close/>
                  <a:moveTo>
                    <a:pt x="621" y="0"/>
                  </a:moveTo>
                  <a:cubicBezTo>
                    <a:pt x="278" y="0"/>
                    <a:pt x="0" y="278"/>
                    <a:pt x="0" y="622"/>
                  </a:cubicBezTo>
                  <a:lnTo>
                    <a:pt x="0" y="10520"/>
                  </a:lnTo>
                  <a:cubicBezTo>
                    <a:pt x="0" y="10863"/>
                    <a:pt x="278" y="11140"/>
                    <a:pt x="621" y="11140"/>
                  </a:cubicBezTo>
                  <a:lnTo>
                    <a:pt x="11961" y="11140"/>
                  </a:lnTo>
                  <a:cubicBezTo>
                    <a:pt x="12305" y="11140"/>
                    <a:pt x="12582" y="10863"/>
                    <a:pt x="12582" y="10520"/>
                  </a:cubicBezTo>
                  <a:lnTo>
                    <a:pt x="12582" y="622"/>
                  </a:lnTo>
                  <a:cubicBezTo>
                    <a:pt x="12582" y="278"/>
                    <a:pt x="12305" y="0"/>
                    <a:pt x="11961" y="0"/>
                  </a:cubicBezTo>
                  <a:lnTo>
                    <a:pt x="9634" y="0"/>
                  </a:lnTo>
                  <a:cubicBezTo>
                    <a:pt x="9538" y="0"/>
                    <a:pt x="9453" y="70"/>
                    <a:pt x="9445" y="164"/>
                  </a:cubicBezTo>
                  <a:cubicBezTo>
                    <a:pt x="9436" y="272"/>
                    <a:pt x="9520" y="361"/>
                    <a:pt x="9624" y="361"/>
                  </a:cubicBezTo>
                  <a:lnTo>
                    <a:pt x="11968" y="361"/>
                  </a:lnTo>
                  <a:cubicBezTo>
                    <a:pt x="12108" y="361"/>
                    <a:pt x="12220" y="473"/>
                    <a:pt x="12220" y="612"/>
                  </a:cubicBezTo>
                  <a:lnTo>
                    <a:pt x="12220" y="1573"/>
                  </a:lnTo>
                  <a:lnTo>
                    <a:pt x="359" y="1573"/>
                  </a:lnTo>
                  <a:lnTo>
                    <a:pt x="359" y="551"/>
                  </a:lnTo>
                  <a:cubicBezTo>
                    <a:pt x="359" y="446"/>
                    <a:pt x="444" y="361"/>
                    <a:pt x="550" y="361"/>
                  </a:cubicBezTo>
                  <a:lnTo>
                    <a:pt x="8797" y="361"/>
                  </a:lnTo>
                  <a:cubicBezTo>
                    <a:pt x="8845" y="361"/>
                    <a:pt x="8891" y="337"/>
                    <a:pt x="8917" y="298"/>
                  </a:cubicBezTo>
                  <a:cubicBezTo>
                    <a:pt x="9015" y="153"/>
                    <a:pt x="8912" y="0"/>
                    <a:pt x="87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71"/>
            <p:cNvSpPr/>
            <p:nvPr/>
          </p:nvSpPr>
          <p:spPr>
            <a:xfrm>
              <a:off x="762152" y="3007770"/>
              <a:ext cx="18715" cy="18677"/>
            </a:xfrm>
            <a:custGeom>
              <a:rect b="b" l="l" r="r" t="t"/>
              <a:pathLst>
                <a:path extrusionOk="0" h="493" w="494">
                  <a:moveTo>
                    <a:pt x="247" y="0"/>
                  </a:moveTo>
                  <a:cubicBezTo>
                    <a:pt x="111" y="0"/>
                    <a:pt x="1" y="110"/>
                    <a:pt x="1" y="246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6"/>
                  </a:cubicBezTo>
                  <a:cubicBezTo>
                    <a:pt x="493" y="110"/>
                    <a:pt x="382" y="0"/>
                    <a:pt x="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71"/>
            <p:cNvSpPr/>
            <p:nvPr/>
          </p:nvSpPr>
          <p:spPr>
            <a:xfrm>
              <a:off x="797878" y="3007770"/>
              <a:ext cx="18677" cy="18677"/>
            </a:xfrm>
            <a:custGeom>
              <a:rect b="b" l="l" r="r" t="t"/>
              <a:pathLst>
                <a:path extrusionOk="0" h="493" w="493">
                  <a:moveTo>
                    <a:pt x="247" y="0"/>
                  </a:moveTo>
                  <a:cubicBezTo>
                    <a:pt x="110" y="0"/>
                    <a:pt x="0" y="110"/>
                    <a:pt x="0" y="246"/>
                  </a:cubicBezTo>
                  <a:cubicBezTo>
                    <a:pt x="0" y="383"/>
                    <a:pt x="110" y="493"/>
                    <a:pt x="247" y="493"/>
                  </a:cubicBezTo>
                  <a:cubicBezTo>
                    <a:pt x="383" y="493"/>
                    <a:pt x="493" y="383"/>
                    <a:pt x="493" y="246"/>
                  </a:cubicBezTo>
                  <a:cubicBezTo>
                    <a:pt x="493" y="110"/>
                    <a:pt x="383" y="0"/>
                    <a:pt x="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71"/>
            <p:cNvSpPr/>
            <p:nvPr/>
          </p:nvSpPr>
          <p:spPr>
            <a:xfrm>
              <a:off x="833641" y="3007770"/>
              <a:ext cx="18677" cy="18677"/>
            </a:xfrm>
            <a:custGeom>
              <a:rect b="b" l="l" r="r" t="t"/>
              <a:pathLst>
                <a:path extrusionOk="0" h="493" w="493">
                  <a:moveTo>
                    <a:pt x="246" y="0"/>
                  </a:moveTo>
                  <a:cubicBezTo>
                    <a:pt x="110" y="0"/>
                    <a:pt x="0" y="110"/>
                    <a:pt x="0" y="246"/>
                  </a:cubicBezTo>
                  <a:cubicBezTo>
                    <a:pt x="0" y="383"/>
                    <a:pt x="110" y="493"/>
                    <a:pt x="246" y="493"/>
                  </a:cubicBezTo>
                  <a:cubicBezTo>
                    <a:pt x="382" y="493"/>
                    <a:pt x="492" y="383"/>
                    <a:pt x="492" y="246"/>
                  </a:cubicBezTo>
                  <a:cubicBezTo>
                    <a:pt x="492" y="110"/>
                    <a:pt x="382" y="0"/>
                    <a:pt x="2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0" name="Google Shape;2750;p71"/>
          <p:cNvGrpSpPr/>
          <p:nvPr/>
        </p:nvGrpSpPr>
        <p:grpSpPr>
          <a:xfrm>
            <a:off x="3239189" y="3464126"/>
            <a:ext cx="449654" cy="373443"/>
            <a:chOff x="3158720" y="2993260"/>
            <a:chExt cx="476783" cy="395974"/>
          </a:xfrm>
        </p:grpSpPr>
        <p:sp>
          <p:nvSpPr>
            <p:cNvPr id="2751" name="Google Shape;2751;p71"/>
            <p:cNvSpPr/>
            <p:nvPr/>
          </p:nvSpPr>
          <p:spPr>
            <a:xfrm>
              <a:off x="3158720" y="2993260"/>
              <a:ext cx="476783" cy="395974"/>
            </a:xfrm>
            <a:custGeom>
              <a:rect b="b" l="l" r="r" t="t"/>
              <a:pathLst>
                <a:path extrusionOk="0" h="10452" w="12585">
                  <a:moveTo>
                    <a:pt x="11306" y="1211"/>
                  </a:moveTo>
                  <a:cubicBezTo>
                    <a:pt x="11340" y="1211"/>
                    <a:pt x="11370" y="1240"/>
                    <a:pt x="11370" y="1275"/>
                  </a:cubicBezTo>
                  <a:lnTo>
                    <a:pt x="11370" y="7108"/>
                  </a:lnTo>
                  <a:lnTo>
                    <a:pt x="1180" y="7108"/>
                  </a:lnTo>
                  <a:lnTo>
                    <a:pt x="1180" y="1275"/>
                  </a:lnTo>
                  <a:cubicBezTo>
                    <a:pt x="1180" y="1239"/>
                    <a:pt x="1209" y="1211"/>
                    <a:pt x="1244" y="1211"/>
                  </a:cubicBezTo>
                  <a:close/>
                  <a:moveTo>
                    <a:pt x="11936" y="358"/>
                  </a:moveTo>
                  <a:cubicBezTo>
                    <a:pt x="12094" y="358"/>
                    <a:pt x="12223" y="487"/>
                    <a:pt x="12223" y="645"/>
                  </a:cubicBezTo>
                  <a:lnTo>
                    <a:pt x="12223" y="7108"/>
                  </a:lnTo>
                  <a:lnTo>
                    <a:pt x="11731" y="7108"/>
                  </a:lnTo>
                  <a:lnTo>
                    <a:pt x="11731" y="1283"/>
                  </a:lnTo>
                  <a:cubicBezTo>
                    <a:pt x="11731" y="1043"/>
                    <a:pt x="11537" y="849"/>
                    <a:pt x="11297" y="849"/>
                  </a:cubicBezTo>
                  <a:lnTo>
                    <a:pt x="1252" y="849"/>
                  </a:lnTo>
                  <a:cubicBezTo>
                    <a:pt x="1012" y="849"/>
                    <a:pt x="819" y="1043"/>
                    <a:pt x="819" y="1283"/>
                  </a:cubicBezTo>
                  <a:lnTo>
                    <a:pt x="819" y="7108"/>
                  </a:lnTo>
                  <a:lnTo>
                    <a:pt x="360" y="7108"/>
                  </a:lnTo>
                  <a:lnTo>
                    <a:pt x="360" y="645"/>
                  </a:lnTo>
                  <a:cubicBezTo>
                    <a:pt x="360" y="487"/>
                    <a:pt x="489" y="358"/>
                    <a:pt x="647" y="358"/>
                  </a:cubicBezTo>
                  <a:close/>
                  <a:moveTo>
                    <a:pt x="7023" y="8683"/>
                  </a:moveTo>
                  <a:cubicBezTo>
                    <a:pt x="7071" y="8973"/>
                    <a:pt x="7193" y="9601"/>
                    <a:pt x="7404" y="10091"/>
                  </a:cubicBezTo>
                  <a:lnTo>
                    <a:pt x="5166" y="10091"/>
                  </a:lnTo>
                  <a:cubicBezTo>
                    <a:pt x="5378" y="9601"/>
                    <a:pt x="5499" y="8973"/>
                    <a:pt x="5547" y="8683"/>
                  </a:cubicBezTo>
                  <a:close/>
                  <a:moveTo>
                    <a:pt x="655" y="0"/>
                  </a:moveTo>
                  <a:cubicBezTo>
                    <a:pt x="294" y="0"/>
                    <a:pt x="1" y="293"/>
                    <a:pt x="1" y="655"/>
                  </a:cubicBezTo>
                  <a:lnTo>
                    <a:pt x="1" y="8028"/>
                  </a:lnTo>
                  <a:cubicBezTo>
                    <a:pt x="1" y="8389"/>
                    <a:pt x="294" y="8683"/>
                    <a:pt x="655" y="8683"/>
                  </a:cubicBezTo>
                  <a:lnTo>
                    <a:pt x="5171" y="8683"/>
                  </a:lnTo>
                  <a:cubicBezTo>
                    <a:pt x="5113" y="9015"/>
                    <a:pt x="4978" y="9668"/>
                    <a:pt x="4758" y="10091"/>
                  </a:cubicBezTo>
                  <a:lnTo>
                    <a:pt x="3742" y="10091"/>
                  </a:lnTo>
                  <a:cubicBezTo>
                    <a:pt x="3646" y="10091"/>
                    <a:pt x="3562" y="10160"/>
                    <a:pt x="3552" y="10255"/>
                  </a:cubicBezTo>
                  <a:cubicBezTo>
                    <a:pt x="3543" y="10363"/>
                    <a:pt x="3628" y="10452"/>
                    <a:pt x="3735" y="10452"/>
                  </a:cubicBezTo>
                  <a:lnTo>
                    <a:pt x="8832" y="10452"/>
                  </a:lnTo>
                  <a:cubicBezTo>
                    <a:pt x="8928" y="10452"/>
                    <a:pt x="9013" y="10381"/>
                    <a:pt x="9021" y="10287"/>
                  </a:cubicBezTo>
                  <a:cubicBezTo>
                    <a:pt x="9031" y="10180"/>
                    <a:pt x="8946" y="10091"/>
                    <a:pt x="8838" y="10091"/>
                  </a:cubicBezTo>
                  <a:lnTo>
                    <a:pt x="7815" y="10091"/>
                  </a:lnTo>
                  <a:cubicBezTo>
                    <a:pt x="7595" y="9668"/>
                    <a:pt x="7459" y="9015"/>
                    <a:pt x="7401" y="8683"/>
                  </a:cubicBezTo>
                  <a:lnTo>
                    <a:pt x="9789" y="8683"/>
                  </a:lnTo>
                  <a:cubicBezTo>
                    <a:pt x="9884" y="8683"/>
                    <a:pt x="9969" y="8613"/>
                    <a:pt x="9978" y="8519"/>
                  </a:cubicBezTo>
                  <a:cubicBezTo>
                    <a:pt x="9987" y="8411"/>
                    <a:pt x="9903" y="8322"/>
                    <a:pt x="9799" y="8322"/>
                  </a:cubicBezTo>
                  <a:lnTo>
                    <a:pt x="650" y="8322"/>
                  </a:lnTo>
                  <a:cubicBezTo>
                    <a:pt x="491" y="8322"/>
                    <a:pt x="363" y="8194"/>
                    <a:pt x="363" y="8035"/>
                  </a:cubicBezTo>
                  <a:lnTo>
                    <a:pt x="363" y="7470"/>
                  </a:lnTo>
                  <a:lnTo>
                    <a:pt x="12224" y="7470"/>
                  </a:lnTo>
                  <a:lnTo>
                    <a:pt x="12224" y="8132"/>
                  </a:lnTo>
                  <a:cubicBezTo>
                    <a:pt x="12224" y="8236"/>
                    <a:pt x="12139" y="8322"/>
                    <a:pt x="12033" y="8322"/>
                  </a:cubicBezTo>
                  <a:lnTo>
                    <a:pt x="10671" y="8322"/>
                  </a:lnTo>
                  <a:cubicBezTo>
                    <a:pt x="10632" y="8322"/>
                    <a:pt x="10594" y="8339"/>
                    <a:pt x="10570" y="8370"/>
                  </a:cubicBezTo>
                  <a:cubicBezTo>
                    <a:pt x="10459" y="8520"/>
                    <a:pt x="10561" y="8683"/>
                    <a:pt x="10702" y="8683"/>
                  </a:cubicBezTo>
                  <a:lnTo>
                    <a:pt x="11930" y="8683"/>
                  </a:lnTo>
                  <a:cubicBezTo>
                    <a:pt x="12291" y="8683"/>
                    <a:pt x="12584" y="8389"/>
                    <a:pt x="12584" y="8028"/>
                  </a:cubicBezTo>
                  <a:lnTo>
                    <a:pt x="12584" y="655"/>
                  </a:lnTo>
                  <a:cubicBezTo>
                    <a:pt x="12581" y="293"/>
                    <a:pt x="12288" y="0"/>
                    <a:pt x="119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71"/>
            <p:cNvSpPr/>
            <p:nvPr/>
          </p:nvSpPr>
          <p:spPr>
            <a:xfrm>
              <a:off x="3216987" y="3063954"/>
              <a:ext cx="122975" cy="173816"/>
            </a:xfrm>
            <a:custGeom>
              <a:rect b="b" l="l" r="r" t="t"/>
              <a:pathLst>
                <a:path extrusionOk="0" h="4588" w="3246">
                  <a:moveTo>
                    <a:pt x="185" y="0"/>
                  </a:moveTo>
                  <a:cubicBezTo>
                    <a:pt x="83" y="0"/>
                    <a:pt x="0" y="83"/>
                    <a:pt x="0" y="186"/>
                  </a:cubicBezTo>
                  <a:lnTo>
                    <a:pt x="0" y="1098"/>
                  </a:lnTo>
                  <a:cubicBezTo>
                    <a:pt x="0" y="1181"/>
                    <a:pt x="52" y="1257"/>
                    <a:pt x="133" y="1281"/>
                  </a:cubicBezTo>
                  <a:cubicBezTo>
                    <a:pt x="155" y="1288"/>
                    <a:pt x="177" y="1291"/>
                    <a:pt x="198" y="1291"/>
                  </a:cubicBezTo>
                  <a:cubicBezTo>
                    <a:pt x="307" y="1291"/>
                    <a:pt x="395" y="1208"/>
                    <a:pt x="395" y="1107"/>
                  </a:cubicBezTo>
                  <a:lnTo>
                    <a:pt x="395" y="361"/>
                  </a:lnTo>
                  <a:lnTo>
                    <a:pt x="2884" y="361"/>
                  </a:lnTo>
                  <a:lnTo>
                    <a:pt x="2884" y="4226"/>
                  </a:lnTo>
                  <a:lnTo>
                    <a:pt x="361" y="4226"/>
                  </a:lnTo>
                  <a:lnTo>
                    <a:pt x="361" y="1974"/>
                  </a:lnTo>
                  <a:cubicBezTo>
                    <a:pt x="361" y="1886"/>
                    <a:pt x="305" y="1805"/>
                    <a:pt x="218" y="1788"/>
                  </a:cubicBezTo>
                  <a:cubicBezTo>
                    <a:pt x="205" y="1786"/>
                    <a:pt x="193" y="1784"/>
                    <a:pt x="180" y="1784"/>
                  </a:cubicBezTo>
                  <a:cubicBezTo>
                    <a:pt x="82" y="1784"/>
                    <a:pt x="2" y="1867"/>
                    <a:pt x="2" y="1968"/>
                  </a:cubicBezTo>
                  <a:lnTo>
                    <a:pt x="2" y="4403"/>
                  </a:lnTo>
                  <a:cubicBezTo>
                    <a:pt x="2" y="4505"/>
                    <a:pt x="85" y="4588"/>
                    <a:pt x="187" y="4588"/>
                  </a:cubicBezTo>
                  <a:lnTo>
                    <a:pt x="3061" y="4588"/>
                  </a:lnTo>
                  <a:cubicBezTo>
                    <a:pt x="3164" y="4588"/>
                    <a:pt x="3246" y="4506"/>
                    <a:pt x="3246" y="4403"/>
                  </a:cubicBezTo>
                  <a:lnTo>
                    <a:pt x="3246" y="185"/>
                  </a:lnTo>
                  <a:cubicBezTo>
                    <a:pt x="3246" y="83"/>
                    <a:pt x="3162" y="0"/>
                    <a:pt x="30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71"/>
            <p:cNvSpPr/>
            <p:nvPr/>
          </p:nvSpPr>
          <p:spPr>
            <a:xfrm>
              <a:off x="3254569" y="3104945"/>
              <a:ext cx="52206" cy="91947"/>
            </a:xfrm>
            <a:custGeom>
              <a:rect b="b" l="l" r="r" t="t"/>
              <a:pathLst>
                <a:path extrusionOk="0" h="2427" w="1378">
                  <a:moveTo>
                    <a:pt x="451" y="675"/>
                  </a:moveTo>
                  <a:lnTo>
                    <a:pt x="451" y="824"/>
                  </a:lnTo>
                  <a:cubicBezTo>
                    <a:pt x="436" y="798"/>
                    <a:pt x="429" y="760"/>
                    <a:pt x="437" y="719"/>
                  </a:cubicBezTo>
                  <a:cubicBezTo>
                    <a:pt x="439" y="709"/>
                    <a:pt x="442" y="693"/>
                    <a:pt x="451" y="675"/>
                  </a:cubicBezTo>
                  <a:close/>
                  <a:moveTo>
                    <a:pt x="812" y="1409"/>
                  </a:moveTo>
                  <a:cubicBezTo>
                    <a:pt x="902" y="1469"/>
                    <a:pt x="903" y="1561"/>
                    <a:pt x="894" y="1615"/>
                  </a:cubicBezTo>
                  <a:cubicBezTo>
                    <a:pt x="885" y="1671"/>
                    <a:pt x="858" y="1728"/>
                    <a:pt x="812" y="1771"/>
                  </a:cubicBezTo>
                  <a:lnTo>
                    <a:pt x="812" y="1409"/>
                  </a:lnTo>
                  <a:close/>
                  <a:moveTo>
                    <a:pt x="633" y="1"/>
                  </a:moveTo>
                  <a:cubicBezTo>
                    <a:pt x="532" y="1"/>
                    <a:pt x="452" y="81"/>
                    <a:pt x="452" y="180"/>
                  </a:cubicBezTo>
                  <a:lnTo>
                    <a:pt x="452" y="247"/>
                  </a:lnTo>
                  <a:cubicBezTo>
                    <a:pt x="451" y="247"/>
                    <a:pt x="450" y="249"/>
                    <a:pt x="448" y="249"/>
                  </a:cubicBezTo>
                  <a:cubicBezTo>
                    <a:pt x="262" y="305"/>
                    <a:pt x="122" y="463"/>
                    <a:pt x="85" y="663"/>
                  </a:cubicBezTo>
                  <a:cubicBezTo>
                    <a:pt x="49" y="849"/>
                    <a:pt x="111" y="1027"/>
                    <a:pt x="243" y="1130"/>
                  </a:cubicBezTo>
                  <a:cubicBezTo>
                    <a:pt x="299" y="1173"/>
                    <a:pt x="366" y="1213"/>
                    <a:pt x="452" y="1256"/>
                  </a:cubicBezTo>
                  <a:lnTo>
                    <a:pt x="452" y="1819"/>
                  </a:lnTo>
                  <a:cubicBezTo>
                    <a:pt x="405" y="1806"/>
                    <a:pt x="365" y="1785"/>
                    <a:pt x="306" y="1745"/>
                  </a:cubicBezTo>
                  <a:cubicBezTo>
                    <a:pt x="275" y="1725"/>
                    <a:pt x="241" y="1715"/>
                    <a:pt x="207" y="1715"/>
                  </a:cubicBezTo>
                  <a:cubicBezTo>
                    <a:pt x="148" y="1715"/>
                    <a:pt x="91" y="1744"/>
                    <a:pt x="56" y="1798"/>
                  </a:cubicBezTo>
                  <a:cubicBezTo>
                    <a:pt x="1" y="1881"/>
                    <a:pt x="25" y="1992"/>
                    <a:pt x="109" y="2048"/>
                  </a:cubicBezTo>
                  <a:cubicBezTo>
                    <a:pt x="238" y="2133"/>
                    <a:pt x="336" y="2169"/>
                    <a:pt x="451" y="2184"/>
                  </a:cubicBezTo>
                  <a:lnTo>
                    <a:pt x="451" y="2237"/>
                  </a:lnTo>
                  <a:cubicBezTo>
                    <a:pt x="451" y="2333"/>
                    <a:pt x="520" y="2418"/>
                    <a:pt x="615" y="2426"/>
                  </a:cubicBezTo>
                  <a:cubicBezTo>
                    <a:pt x="620" y="2426"/>
                    <a:pt x="626" y="2427"/>
                    <a:pt x="631" y="2427"/>
                  </a:cubicBezTo>
                  <a:cubicBezTo>
                    <a:pt x="732" y="2427"/>
                    <a:pt x="812" y="2346"/>
                    <a:pt x="812" y="2247"/>
                  </a:cubicBezTo>
                  <a:lnTo>
                    <a:pt x="812" y="2165"/>
                  </a:lnTo>
                  <a:cubicBezTo>
                    <a:pt x="1057" y="2092"/>
                    <a:pt x="1212" y="1878"/>
                    <a:pt x="1248" y="1668"/>
                  </a:cubicBezTo>
                  <a:cubicBezTo>
                    <a:pt x="1295" y="1386"/>
                    <a:pt x="1143" y="1131"/>
                    <a:pt x="869" y="1034"/>
                  </a:cubicBezTo>
                  <a:cubicBezTo>
                    <a:pt x="850" y="1028"/>
                    <a:pt x="832" y="1021"/>
                    <a:pt x="813" y="1014"/>
                  </a:cubicBezTo>
                  <a:lnTo>
                    <a:pt x="813" y="610"/>
                  </a:lnTo>
                  <a:cubicBezTo>
                    <a:pt x="864" y="629"/>
                    <a:pt x="888" y="677"/>
                    <a:pt x="924" y="714"/>
                  </a:cubicBezTo>
                  <a:cubicBezTo>
                    <a:pt x="964" y="754"/>
                    <a:pt x="1018" y="778"/>
                    <a:pt x="1070" y="778"/>
                  </a:cubicBezTo>
                  <a:cubicBezTo>
                    <a:pt x="1112" y="778"/>
                    <a:pt x="1152" y="763"/>
                    <a:pt x="1186" y="730"/>
                  </a:cubicBezTo>
                  <a:cubicBezTo>
                    <a:pt x="1377" y="547"/>
                    <a:pt x="1007" y="283"/>
                    <a:pt x="850" y="244"/>
                  </a:cubicBezTo>
                  <a:cubicBezTo>
                    <a:pt x="838" y="242"/>
                    <a:pt x="825" y="238"/>
                    <a:pt x="813" y="237"/>
                  </a:cubicBezTo>
                  <a:lnTo>
                    <a:pt x="813" y="190"/>
                  </a:lnTo>
                  <a:cubicBezTo>
                    <a:pt x="813" y="95"/>
                    <a:pt x="744" y="9"/>
                    <a:pt x="649" y="1"/>
                  </a:cubicBezTo>
                  <a:cubicBezTo>
                    <a:pt x="644" y="1"/>
                    <a:pt x="638" y="1"/>
                    <a:pt x="6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71"/>
            <p:cNvSpPr/>
            <p:nvPr/>
          </p:nvSpPr>
          <p:spPr>
            <a:xfrm>
              <a:off x="3353903" y="3063499"/>
              <a:ext cx="51486" cy="58646"/>
            </a:xfrm>
            <a:custGeom>
              <a:rect b="b" l="l" r="r" t="t"/>
              <a:pathLst>
                <a:path extrusionOk="0" h="1548" w="1359">
                  <a:moveTo>
                    <a:pt x="676" y="665"/>
                  </a:moveTo>
                  <a:lnTo>
                    <a:pt x="763" y="897"/>
                  </a:lnTo>
                  <a:lnTo>
                    <a:pt x="587" y="897"/>
                  </a:lnTo>
                  <a:lnTo>
                    <a:pt x="676" y="665"/>
                  </a:lnTo>
                  <a:close/>
                  <a:moveTo>
                    <a:pt x="678" y="1"/>
                  </a:moveTo>
                  <a:cubicBezTo>
                    <a:pt x="591" y="1"/>
                    <a:pt x="516" y="52"/>
                    <a:pt x="483" y="132"/>
                  </a:cubicBezTo>
                  <a:cubicBezTo>
                    <a:pt x="483" y="133"/>
                    <a:pt x="481" y="134"/>
                    <a:pt x="481" y="136"/>
                  </a:cubicBezTo>
                  <a:lnTo>
                    <a:pt x="39" y="1296"/>
                  </a:lnTo>
                  <a:cubicBezTo>
                    <a:pt x="0" y="1393"/>
                    <a:pt x="49" y="1499"/>
                    <a:pt x="144" y="1535"/>
                  </a:cubicBezTo>
                  <a:cubicBezTo>
                    <a:pt x="166" y="1544"/>
                    <a:pt x="188" y="1548"/>
                    <a:pt x="210" y="1548"/>
                  </a:cubicBezTo>
                  <a:cubicBezTo>
                    <a:pt x="284" y="1548"/>
                    <a:pt x="354" y="1502"/>
                    <a:pt x="383" y="1429"/>
                  </a:cubicBezTo>
                  <a:lnTo>
                    <a:pt x="448" y="1259"/>
                  </a:lnTo>
                  <a:lnTo>
                    <a:pt x="904" y="1259"/>
                  </a:lnTo>
                  <a:lnTo>
                    <a:pt x="968" y="1429"/>
                  </a:lnTo>
                  <a:cubicBezTo>
                    <a:pt x="997" y="1503"/>
                    <a:pt x="1067" y="1548"/>
                    <a:pt x="1141" y="1548"/>
                  </a:cubicBezTo>
                  <a:cubicBezTo>
                    <a:pt x="1267" y="1548"/>
                    <a:pt x="1359" y="1419"/>
                    <a:pt x="1314" y="1299"/>
                  </a:cubicBezTo>
                  <a:lnTo>
                    <a:pt x="876" y="137"/>
                  </a:lnTo>
                  <a:cubicBezTo>
                    <a:pt x="874" y="136"/>
                    <a:pt x="874" y="133"/>
                    <a:pt x="873" y="132"/>
                  </a:cubicBezTo>
                  <a:cubicBezTo>
                    <a:pt x="840" y="52"/>
                    <a:pt x="764" y="1"/>
                    <a:pt x="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71"/>
            <p:cNvSpPr/>
            <p:nvPr/>
          </p:nvSpPr>
          <p:spPr>
            <a:xfrm>
              <a:off x="3413117" y="3065242"/>
              <a:ext cx="43757" cy="57320"/>
            </a:xfrm>
            <a:custGeom>
              <a:rect b="b" l="l" r="r" t="t"/>
              <a:pathLst>
                <a:path extrusionOk="0" h="1513" w="1155">
                  <a:moveTo>
                    <a:pt x="508" y="359"/>
                  </a:moveTo>
                  <a:cubicBezTo>
                    <a:pt x="766" y="359"/>
                    <a:pt x="786" y="656"/>
                    <a:pt x="786" y="747"/>
                  </a:cubicBezTo>
                  <a:cubicBezTo>
                    <a:pt x="786" y="935"/>
                    <a:pt x="702" y="1128"/>
                    <a:pt x="514" y="1132"/>
                  </a:cubicBezTo>
                  <a:cubicBezTo>
                    <a:pt x="481" y="1132"/>
                    <a:pt x="425" y="1133"/>
                    <a:pt x="371" y="1133"/>
                  </a:cubicBezTo>
                  <a:cubicBezTo>
                    <a:pt x="371" y="1002"/>
                    <a:pt x="369" y="497"/>
                    <a:pt x="369" y="359"/>
                  </a:cubicBezTo>
                  <a:close/>
                  <a:moveTo>
                    <a:pt x="188" y="1"/>
                  </a:moveTo>
                  <a:cubicBezTo>
                    <a:pt x="165" y="1"/>
                    <a:pt x="143" y="3"/>
                    <a:pt x="123" y="11"/>
                  </a:cubicBezTo>
                  <a:cubicBezTo>
                    <a:pt x="47" y="40"/>
                    <a:pt x="1" y="111"/>
                    <a:pt x="1" y="185"/>
                  </a:cubicBezTo>
                  <a:cubicBezTo>
                    <a:pt x="1" y="185"/>
                    <a:pt x="1" y="185"/>
                    <a:pt x="1" y="185"/>
                  </a:cubicBezTo>
                  <a:lnTo>
                    <a:pt x="1" y="185"/>
                  </a:lnTo>
                  <a:cubicBezTo>
                    <a:pt x="0" y="185"/>
                    <a:pt x="1" y="1328"/>
                    <a:pt x="1" y="1328"/>
                  </a:cubicBezTo>
                  <a:cubicBezTo>
                    <a:pt x="1" y="1377"/>
                    <a:pt x="21" y="1423"/>
                    <a:pt x="57" y="1458"/>
                  </a:cubicBezTo>
                  <a:cubicBezTo>
                    <a:pt x="90" y="1492"/>
                    <a:pt x="188" y="1511"/>
                    <a:pt x="188" y="1511"/>
                  </a:cubicBezTo>
                  <a:cubicBezTo>
                    <a:pt x="194" y="1511"/>
                    <a:pt x="299" y="1512"/>
                    <a:pt x="396" y="1512"/>
                  </a:cubicBezTo>
                  <a:cubicBezTo>
                    <a:pt x="444" y="1512"/>
                    <a:pt x="491" y="1512"/>
                    <a:pt x="522" y="1511"/>
                  </a:cubicBezTo>
                  <a:cubicBezTo>
                    <a:pt x="888" y="1505"/>
                    <a:pt x="1154" y="1186"/>
                    <a:pt x="1154" y="756"/>
                  </a:cubicBezTo>
                  <a:cubicBezTo>
                    <a:pt x="1154" y="305"/>
                    <a:pt x="896" y="1"/>
                    <a:pt x="5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71"/>
            <p:cNvSpPr/>
            <p:nvPr/>
          </p:nvSpPr>
          <p:spPr>
            <a:xfrm>
              <a:off x="3462141" y="3063916"/>
              <a:ext cx="44666" cy="58608"/>
            </a:xfrm>
            <a:custGeom>
              <a:rect b="b" l="l" r="r" t="t"/>
              <a:pathLst>
                <a:path extrusionOk="0" h="1547" w="1179">
                  <a:moveTo>
                    <a:pt x="596" y="0"/>
                  </a:moveTo>
                  <a:cubicBezTo>
                    <a:pt x="539" y="0"/>
                    <a:pt x="479" y="8"/>
                    <a:pt x="417" y="27"/>
                  </a:cubicBezTo>
                  <a:cubicBezTo>
                    <a:pt x="240" y="80"/>
                    <a:pt x="116" y="219"/>
                    <a:pt x="92" y="392"/>
                  </a:cubicBezTo>
                  <a:cubicBezTo>
                    <a:pt x="68" y="554"/>
                    <a:pt x="139" y="710"/>
                    <a:pt x="275" y="799"/>
                  </a:cubicBezTo>
                  <a:cubicBezTo>
                    <a:pt x="385" y="871"/>
                    <a:pt x="532" y="912"/>
                    <a:pt x="654" y="957"/>
                  </a:cubicBezTo>
                  <a:cubicBezTo>
                    <a:pt x="723" y="981"/>
                    <a:pt x="795" y="1027"/>
                    <a:pt x="785" y="1075"/>
                  </a:cubicBezTo>
                  <a:cubicBezTo>
                    <a:pt x="778" y="1117"/>
                    <a:pt x="718" y="1179"/>
                    <a:pt x="616" y="1179"/>
                  </a:cubicBezTo>
                  <a:cubicBezTo>
                    <a:pt x="509" y="1179"/>
                    <a:pt x="407" y="1136"/>
                    <a:pt x="343" y="1064"/>
                  </a:cubicBezTo>
                  <a:cubicBezTo>
                    <a:pt x="307" y="1024"/>
                    <a:pt x="257" y="1004"/>
                    <a:pt x="207" y="1004"/>
                  </a:cubicBezTo>
                  <a:cubicBezTo>
                    <a:pt x="162" y="1004"/>
                    <a:pt x="118" y="1020"/>
                    <a:pt x="82" y="1052"/>
                  </a:cubicBezTo>
                  <a:cubicBezTo>
                    <a:pt x="6" y="1120"/>
                    <a:pt x="1" y="1236"/>
                    <a:pt x="69" y="1313"/>
                  </a:cubicBezTo>
                  <a:cubicBezTo>
                    <a:pt x="205" y="1461"/>
                    <a:pt x="404" y="1546"/>
                    <a:pt x="616" y="1546"/>
                  </a:cubicBezTo>
                  <a:cubicBezTo>
                    <a:pt x="883" y="1546"/>
                    <a:pt x="1106" y="1376"/>
                    <a:pt x="1147" y="1140"/>
                  </a:cubicBezTo>
                  <a:cubicBezTo>
                    <a:pt x="1179" y="960"/>
                    <a:pt x="1100" y="727"/>
                    <a:pt x="781" y="609"/>
                  </a:cubicBezTo>
                  <a:cubicBezTo>
                    <a:pt x="644" y="559"/>
                    <a:pt x="514" y="503"/>
                    <a:pt x="469" y="482"/>
                  </a:cubicBezTo>
                  <a:cubicBezTo>
                    <a:pt x="424" y="440"/>
                    <a:pt x="486" y="389"/>
                    <a:pt x="523" y="378"/>
                  </a:cubicBezTo>
                  <a:cubicBezTo>
                    <a:pt x="548" y="371"/>
                    <a:pt x="573" y="368"/>
                    <a:pt x="596" y="368"/>
                  </a:cubicBezTo>
                  <a:cubicBezTo>
                    <a:pt x="713" y="368"/>
                    <a:pt x="810" y="443"/>
                    <a:pt x="814" y="447"/>
                  </a:cubicBezTo>
                  <a:cubicBezTo>
                    <a:pt x="849" y="475"/>
                    <a:pt x="891" y="489"/>
                    <a:pt x="932" y="489"/>
                  </a:cubicBezTo>
                  <a:cubicBezTo>
                    <a:pt x="985" y="489"/>
                    <a:pt x="1036" y="467"/>
                    <a:pt x="1072" y="423"/>
                  </a:cubicBezTo>
                  <a:cubicBezTo>
                    <a:pt x="1137" y="345"/>
                    <a:pt x="1127" y="230"/>
                    <a:pt x="1050" y="164"/>
                  </a:cubicBezTo>
                  <a:cubicBezTo>
                    <a:pt x="966" y="94"/>
                    <a:pt x="796" y="0"/>
                    <a:pt x="5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71"/>
            <p:cNvSpPr/>
            <p:nvPr/>
          </p:nvSpPr>
          <p:spPr>
            <a:xfrm>
              <a:off x="3354017" y="3138474"/>
              <a:ext cx="223143" cy="13714"/>
            </a:xfrm>
            <a:custGeom>
              <a:rect b="b" l="l" r="r" t="t"/>
              <a:pathLst>
                <a:path extrusionOk="0" h="362" w="5890">
                  <a:moveTo>
                    <a:pt x="210" y="0"/>
                  </a:moveTo>
                  <a:cubicBezTo>
                    <a:pt x="123" y="0"/>
                    <a:pt x="41" y="58"/>
                    <a:pt x="25" y="144"/>
                  </a:cubicBezTo>
                  <a:cubicBezTo>
                    <a:pt x="1" y="259"/>
                    <a:pt x="92" y="362"/>
                    <a:pt x="205" y="362"/>
                  </a:cubicBezTo>
                  <a:lnTo>
                    <a:pt x="5680" y="362"/>
                  </a:lnTo>
                  <a:cubicBezTo>
                    <a:pt x="5768" y="362"/>
                    <a:pt x="5849" y="304"/>
                    <a:pt x="5866" y="217"/>
                  </a:cubicBezTo>
                  <a:cubicBezTo>
                    <a:pt x="5890" y="101"/>
                    <a:pt x="5800" y="0"/>
                    <a:pt x="56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71"/>
            <p:cNvSpPr/>
            <p:nvPr/>
          </p:nvSpPr>
          <p:spPr>
            <a:xfrm>
              <a:off x="3354017" y="3167001"/>
              <a:ext cx="223143" cy="13639"/>
            </a:xfrm>
            <a:custGeom>
              <a:rect b="b" l="l" r="r" t="t"/>
              <a:pathLst>
                <a:path extrusionOk="0" h="360" w="5890">
                  <a:moveTo>
                    <a:pt x="210" y="0"/>
                  </a:moveTo>
                  <a:cubicBezTo>
                    <a:pt x="123" y="0"/>
                    <a:pt x="41" y="58"/>
                    <a:pt x="25" y="144"/>
                  </a:cubicBezTo>
                  <a:cubicBezTo>
                    <a:pt x="1" y="259"/>
                    <a:pt x="92" y="360"/>
                    <a:pt x="205" y="360"/>
                  </a:cubicBezTo>
                  <a:lnTo>
                    <a:pt x="5680" y="360"/>
                  </a:lnTo>
                  <a:cubicBezTo>
                    <a:pt x="5768" y="360"/>
                    <a:pt x="5849" y="302"/>
                    <a:pt x="5866" y="216"/>
                  </a:cubicBezTo>
                  <a:cubicBezTo>
                    <a:pt x="5890" y="101"/>
                    <a:pt x="5800" y="0"/>
                    <a:pt x="56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71"/>
            <p:cNvSpPr/>
            <p:nvPr/>
          </p:nvSpPr>
          <p:spPr>
            <a:xfrm>
              <a:off x="3354017" y="3195528"/>
              <a:ext cx="223143" cy="13752"/>
            </a:xfrm>
            <a:custGeom>
              <a:rect b="b" l="l" r="r" t="t"/>
              <a:pathLst>
                <a:path extrusionOk="0" h="363" w="5890">
                  <a:moveTo>
                    <a:pt x="210" y="0"/>
                  </a:moveTo>
                  <a:cubicBezTo>
                    <a:pt x="123" y="0"/>
                    <a:pt x="41" y="58"/>
                    <a:pt x="25" y="145"/>
                  </a:cubicBezTo>
                  <a:cubicBezTo>
                    <a:pt x="1" y="260"/>
                    <a:pt x="92" y="363"/>
                    <a:pt x="205" y="363"/>
                  </a:cubicBezTo>
                  <a:lnTo>
                    <a:pt x="5680" y="363"/>
                  </a:lnTo>
                  <a:cubicBezTo>
                    <a:pt x="5768" y="363"/>
                    <a:pt x="5849" y="305"/>
                    <a:pt x="5866" y="218"/>
                  </a:cubicBezTo>
                  <a:cubicBezTo>
                    <a:pt x="5890" y="102"/>
                    <a:pt x="5800" y="0"/>
                    <a:pt x="56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71"/>
            <p:cNvSpPr/>
            <p:nvPr/>
          </p:nvSpPr>
          <p:spPr>
            <a:xfrm>
              <a:off x="3354017" y="3224132"/>
              <a:ext cx="223143" cy="13639"/>
            </a:xfrm>
            <a:custGeom>
              <a:rect b="b" l="l" r="r" t="t"/>
              <a:pathLst>
                <a:path extrusionOk="0" h="360" w="5890">
                  <a:moveTo>
                    <a:pt x="210" y="1"/>
                  </a:moveTo>
                  <a:cubicBezTo>
                    <a:pt x="123" y="1"/>
                    <a:pt x="41" y="57"/>
                    <a:pt x="25" y="144"/>
                  </a:cubicBezTo>
                  <a:cubicBezTo>
                    <a:pt x="1" y="259"/>
                    <a:pt x="92" y="360"/>
                    <a:pt x="205" y="360"/>
                  </a:cubicBezTo>
                  <a:lnTo>
                    <a:pt x="5680" y="360"/>
                  </a:lnTo>
                  <a:cubicBezTo>
                    <a:pt x="5768" y="360"/>
                    <a:pt x="5849" y="302"/>
                    <a:pt x="5866" y="216"/>
                  </a:cubicBezTo>
                  <a:cubicBezTo>
                    <a:pt x="5890" y="101"/>
                    <a:pt x="5800" y="1"/>
                    <a:pt x="56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1" name="Google Shape;2761;p71"/>
          <p:cNvGrpSpPr/>
          <p:nvPr/>
        </p:nvGrpSpPr>
        <p:grpSpPr>
          <a:xfrm>
            <a:off x="1729838" y="3464019"/>
            <a:ext cx="449547" cy="373479"/>
            <a:chOff x="1558268" y="2993147"/>
            <a:chExt cx="476669" cy="396012"/>
          </a:xfrm>
        </p:grpSpPr>
        <p:sp>
          <p:nvSpPr>
            <p:cNvPr id="2762" name="Google Shape;2762;p71"/>
            <p:cNvSpPr/>
            <p:nvPr/>
          </p:nvSpPr>
          <p:spPr>
            <a:xfrm>
              <a:off x="1819220" y="3109908"/>
              <a:ext cx="25345" cy="13676"/>
            </a:xfrm>
            <a:custGeom>
              <a:rect b="b" l="l" r="r" t="t"/>
              <a:pathLst>
                <a:path extrusionOk="0" h="361" w="669">
                  <a:moveTo>
                    <a:pt x="199" y="0"/>
                  </a:moveTo>
                  <a:cubicBezTo>
                    <a:pt x="104" y="0"/>
                    <a:pt x="19" y="69"/>
                    <a:pt x="11" y="164"/>
                  </a:cubicBezTo>
                  <a:cubicBezTo>
                    <a:pt x="0" y="270"/>
                    <a:pt x="84" y="361"/>
                    <a:pt x="190" y="361"/>
                  </a:cubicBezTo>
                  <a:lnTo>
                    <a:pt x="470" y="361"/>
                  </a:lnTo>
                  <a:cubicBezTo>
                    <a:pt x="566" y="361"/>
                    <a:pt x="651" y="290"/>
                    <a:pt x="659" y="196"/>
                  </a:cubicBezTo>
                  <a:cubicBezTo>
                    <a:pt x="668" y="89"/>
                    <a:pt x="585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71"/>
            <p:cNvSpPr/>
            <p:nvPr/>
          </p:nvSpPr>
          <p:spPr>
            <a:xfrm>
              <a:off x="1859870" y="3109908"/>
              <a:ext cx="54403" cy="13676"/>
            </a:xfrm>
            <a:custGeom>
              <a:rect b="b" l="l" r="r" t="t"/>
              <a:pathLst>
                <a:path extrusionOk="0" h="361" w="1436">
                  <a:moveTo>
                    <a:pt x="199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1" y="270"/>
                    <a:pt x="84" y="361"/>
                    <a:pt x="189" y="361"/>
                  </a:cubicBezTo>
                  <a:lnTo>
                    <a:pt x="1238" y="361"/>
                  </a:lnTo>
                  <a:cubicBezTo>
                    <a:pt x="1334" y="361"/>
                    <a:pt x="1419" y="290"/>
                    <a:pt x="1426" y="196"/>
                  </a:cubicBezTo>
                  <a:cubicBezTo>
                    <a:pt x="1436" y="89"/>
                    <a:pt x="1352" y="0"/>
                    <a:pt x="1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71"/>
            <p:cNvSpPr/>
            <p:nvPr/>
          </p:nvSpPr>
          <p:spPr>
            <a:xfrm>
              <a:off x="1819220" y="3139686"/>
              <a:ext cx="25345" cy="13714"/>
            </a:xfrm>
            <a:custGeom>
              <a:rect b="b" l="l" r="r" t="t"/>
              <a:pathLst>
                <a:path extrusionOk="0" h="362" w="669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2"/>
                    <a:pt x="84" y="361"/>
                    <a:pt x="190" y="361"/>
                  </a:cubicBezTo>
                  <a:lnTo>
                    <a:pt x="470" y="361"/>
                  </a:lnTo>
                  <a:cubicBezTo>
                    <a:pt x="566" y="361"/>
                    <a:pt x="651" y="292"/>
                    <a:pt x="659" y="198"/>
                  </a:cubicBezTo>
                  <a:cubicBezTo>
                    <a:pt x="668" y="90"/>
                    <a:pt x="585" y="1"/>
                    <a:pt x="4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71"/>
            <p:cNvSpPr/>
            <p:nvPr/>
          </p:nvSpPr>
          <p:spPr>
            <a:xfrm>
              <a:off x="1859870" y="3139686"/>
              <a:ext cx="54403" cy="13714"/>
            </a:xfrm>
            <a:custGeom>
              <a:rect b="b" l="l" r="r" t="t"/>
              <a:pathLst>
                <a:path extrusionOk="0" h="362" w="1436">
                  <a:moveTo>
                    <a:pt x="199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1238" y="361"/>
                  </a:lnTo>
                  <a:cubicBezTo>
                    <a:pt x="1334" y="361"/>
                    <a:pt x="1419" y="292"/>
                    <a:pt x="1426" y="198"/>
                  </a:cubicBezTo>
                  <a:cubicBezTo>
                    <a:pt x="1436" y="90"/>
                    <a:pt x="1352" y="1"/>
                    <a:pt x="12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71"/>
            <p:cNvSpPr/>
            <p:nvPr/>
          </p:nvSpPr>
          <p:spPr>
            <a:xfrm>
              <a:off x="1819220" y="3170714"/>
              <a:ext cx="25345" cy="13714"/>
            </a:xfrm>
            <a:custGeom>
              <a:rect b="b" l="l" r="r" t="t"/>
              <a:pathLst>
                <a:path extrusionOk="0" h="362" w="669">
                  <a:moveTo>
                    <a:pt x="199" y="1"/>
                  </a:moveTo>
                  <a:cubicBezTo>
                    <a:pt x="104" y="1"/>
                    <a:pt x="19" y="71"/>
                    <a:pt x="11" y="165"/>
                  </a:cubicBezTo>
                  <a:cubicBezTo>
                    <a:pt x="0" y="271"/>
                    <a:pt x="84" y="361"/>
                    <a:pt x="190" y="361"/>
                  </a:cubicBezTo>
                  <a:lnTo>
                    <a:pt x="470" y="361"/>
                  </a:lnTo>
                  <a:cubicBezTo>
                    <a:pt x="566" y="361"/>
                    <a:pt x="651" y="292"/>
                    <a:pt x="659" y="198"/>
                  </a:cubicBezTo>
                  <a:cubicBezTo>
                    <a:pt x="668" y="90"/>
                    <a:pt x="585" y="1"/>
                    <a:pt x="4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71"/>
            <p:cNvSpPr/>
            <p:nvPr/>
          </p:nvSpPr>
          <p:spPr>
            <a:xfrm>
              <a:off x="1881124" y="3170714"/>
              <a:ext cx="91606" cy="13714"/>
            </a:xfrm>
            <a:custGeom>
              <a:rect b="b" l="l" r="r" t="t"/>
              <a:pathLst>
                <a:path extrusionOk="0" h="362" w="2418">
                  <a:moveTo>
                    <a:pt x="179" y="1"/>
                  </a:moveTo>
                  <a:cubicBezTo>
                    <a:pt x="81" y="1"/>
                    <a:pt x="0" y="82"/>
                    <a:pt x="0" y="181"/>
                  </a:cubicBezTo>
                  <a:cubicBezTo>
                    <a:pt x="0" y="280"/>
                    <a:pt x="82" y="361"/>
                    <a:pt x="181" y="361"/>
                  </a:cubicBezTo>
                  <a:lnTo>
                    <a:pt x="2219" y="361"/>
                  </a:lnTo>
                  <a:cubicBezTo>
                    <a:pt x="2315" y="361"/>
                    <a:pt x="2400" y="292"/>
                    <a:pt x="2408" y="198"/>
                  </a:cubicBezTo>
                  <a:cubicBezTo>
                    <a:pt x="2417" y="90"/>
                    <a:pt x="2334" y="1"/>
                    <a:pt x="2229" y="1"/>
                  </a:cubicBezTo>
                  <a:lnTo>
                    <a:pt x="181" y="1"/>
                  </a:lnTo>
                  <a:cubicBezTo>
                    <a:pt x="181" y="1"/>
                    <a:pt x="180" y="1"/>
                    <a:pt x="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71"/>
            <p:cNvSpPr/>
            <p:nvPr/>
          </p:nvSpPr>
          <p:spPr>
            <a:xfrm>
              <a:off x="1819220" y="3201742"/>
              <a:ext cx="25345" cy="13676"/>
            </a:xfrm>
            <a:custGeom>
              <a:rect b="b" l="l" r="r" t="t"/>
              <a:pathLst>
                <a:path extrusionOk="0" h="361" w="669">
                  <a:moveTo>
                    <a:pt x="199" y="1"/>
                  </a:moveTo>
                  <a:cubicBezTo>
                    <a:pt x="104" y="1"/>
                    <a:pt x="19" y="70"/>
                    <a:pt x="11" y="164"/>
                  </a:cubicBezTo>
                  <a:cubicBezTo>
                    <a:pt x="0" y="272"/>
                    <a:pt x="84" y="360"/>
                    <a:pt x="190" y="360"/>
                  </a:cubicBezTo>
                  <a:lnTo>
                    <a:pt x="470" y="360"/>
                  </a:lnTo>
                  <a:cubicBezTo>
                    <a:pt x="566" y="360"/>
                    <a:pt x="651" y="291"/>
                    <a:pt x="659" y="197"/>
                  </a:cubicBezTo>
                  <a:cubicBezTo>
                    <a:pt x="668" y="90"/>
                    <a:pt x="585" y="1"/>
                    <a:pt x="4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71"/>
            <p:cNvSpPr/>
            <p:nvPr/>
          </p:nvSpPr>
          <p:spPr>
            <a:xfrm>
              <a:off x="1877108" y="3201742"/>
              <a:ext cx="56032" cy="13714"/>
            </a:xfrm>
            <a:custGeom>
              <a:rect b="b" l="l" r="r" t="t"/>
              <a:pathLst>
                <a:path extrusionOk="0" h="362" w="1479">
                  <a:moveTo>
                    <a:pt x="198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297" y="361"/>
                  </a:lnTo>
                  <a:cubicBezTo>
                    <a:pt x="1397" y="360"/>
                    <a:pt x="1478" y="280"/>
                    <a:pt x="1478" y="181"/>
                  </a:cubicBezTo>
                  <a:cubicBezTo>
                    <a:pt x="1478" y="81"/>
                    <a:pt x="1397" y="1"/>
                    <a:pt x="12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71"/>
            <p:cNvSpPr/>
            <p:nvPr/>
          </p:nvSpPr>
          <p:spPr>
            <a:xfrm>
              <a:off x="1819220" y="3231519"/>
              <a:ext cx="25383" cy="13714"/>
            </a:xfrm>
            <a:custGeom>
              <a:rect b="b" l="l" r="r" t="t"/>
              <a:pathLst>
                <a:path extrusionOk="0" h="362" w="670">
                  <a:moveTo>
                    <a:pt x="200" y="0"/>
                  </a:moveTo>
                  <a:cubicBezTo>
                    <a:pt x="105" y="0"/>
                    <a:pt x="20" y="69"/>
                    <a:pt x="12" y="164"/>
                  </a:cubicBezTo>
                  <a:cubicBezTo>
                    <a:pt x="0" y="273"/>
                    <a:pt x="84" y="362"/>
                    <a:pt x="190" y="362"/>
                  </a:cubicBezTo>
                  <a:lnTo>
                    <a:pt x="471" y="362"/>
                  </a:lnTo>
                  <a:cubicBezTo>
                    <a:pt x="567" y="362"/>
                    <a:pt x="653" y="293"/>
                    <a:pt x="660" y="196"/>
                  </a:cubicBezTo>
                  <a:cubicBezTo>
                    <a:pt x="669" y="89"/>
                    <a:pt x="586" y="0"/>
                    <a:pt x="4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71"/>
            <p:cNvSpPr/>
            <p:nvPr/>
          </p:nvSpPr>
          <p:spPr>
            <a:xfrm>
              <a:off x="1859605" y="3231519"/>
              <a:ext cx="26633" cy="13714"/>
            </a:xfrm>
            <a:custGeom>
              <a:rect b="b" l="l" r="r" t="t"/>
              <a:pathLst>
                <a:path extrusionOk="0" h="362" w="703">
                  <a:moveTo>
                    <a:pt x="197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0" y="273"/>
                    <a:pt x="84" y="362"/>
                    <a:pt x="189" y="362"/>
                  </a:cubicBezTo>
                  <a:lnTo>
                    <a:pt x="504" y="362"/>
                  </a:lnTo>
                  <a:cubicBezTo>
                    <a:pt x="599" y="362"/>
                    <a:pt x="684" y="293"/>
                    <a:pt x="693" y="196"/>
                  </a:cubicBezTo>
                  <a:cubicBezTo>
                    <a:pt x="702" y="89"/>
                    <a:pt x="618" y="0"/>
                    <a:pt x="5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71"/>
            <p:cNvSpPr/>
            <p:nvPr/>
          </p:nvSpPr>
          <p:spPr>
            <a:xfrm>
              <a:off x="1901089" y="3231557"/>
              <a:ext cx="71868" cy="13676"/>
            </a:xfrm>
            <a:custGeom>
              <a:rect b="b" l="l" r="r" t="t"/>
              <a:pathLst>
                <a:path extrusionOk="0" h="361" w="1897">
                  <a:moveTo>
                    <a:pt x="199" y="0"/>
                  </a:moveTo>
                  <a:cubicBezTo>
                    <a:pt x="102" y="0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699" y="361"/>
                  </a:lnTo>
                  <a:cubicBezTo>
                    <a:pt x="1794" y="361"/>
                    <a:pt x="1880" y="292"/>
                    <a:pt x="1887" y="195"/>
                  </a:cubicBezTo>
                  <a:cubicBezTo>
                    <a:pt x="1897" y="89"/>
                    <a:pt x="1813" y="0"/>
                    <a:pt x="17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71"/>
            <p:cNvSpPr/>
            <p:nvPr/>
          </p:nvSpPr>
          <p:spPr>
            <a:xfrm>
              <a:off x="1558268" y="2993147"/>
              <a:ext cx="476669" cy="396012"/>
            </a:xfrm>
            <a:custGeom>
              <a:rect b="b" l="l" r="r" t="t"/>
              <a:pathLst>
                <a:path extrusionOk="0" h="10453" w="12582">
                  <a:moveTo>
                    <a:pt x="11306" y="1214"/>
                  </a:moveTo>
                  <a:cubicBezTo>
                    <a:pt x="11338" y="1214"/>
                    <a:pt x="11370" y="1245"/>
                    <a:pt x="11370" y="1280"/>
                  </a:cubicBezTo>
                  <a:lnTo>
                    <a:pt x="11370" y="2262"/>
                  </a:lnTo>
                  <a:lnTo>
                    <a:pt x="1180" y="2262"/>
                  </a:lnTo>
                  <a:lnTo>
                    <a:pt x="1180" y="1278"/>
                  </a:lnTo>
                  <a:cubicBezTo>
                    <a:pt x="1180" y="1242"/>
                    <a:pt x="1208" y="1214"/>
                    <a:pt x="1244" y="1214"/>
                  </a:cubicBezTo>
                  <a:close/>
                  <a:moveTo>
                    <a:pt x="6093" y="2622"/>
                  </a:moveTo>
                  <a:lnTo>
                    <a:pt x="6093" y="7111"/>
                  </a:lnTo>
                  <a:lnTo>
                    <a:pt x="1179" y="7111"/>
                  </a:lnTo>
                  <a:lnTo>
                    <a:pt x="1179" y="2622"/>
                  </a:lnTo>
                  <a:close/>
                  <a:moveTo>
                    <a:pt x="11370" y="2622"/>
                  </a:moveTo>
                  <a:lnTo>
                    <a:pt x="11370" y="7111"/>
                  </a:lnTo>
                  <a:lnTo>
                    <a:pt x="6455" y="7111"/>
                  </a:lnTo>
                  <a:lnTo>
                    <a:pt x="6455" y="2622"/>
                  </a:lnTo>
                  <a:close/>
                  <a:moveTo>
                    <a:pt x="7021" y="8686"/>
                  </a:moveTo>
                  <a:cubicBezTo>
                    <a:pt x="7071" y="8976"/>
                    <a:pt x="7192" y="9604"/>
                    <a:pt x="7405" y="10094"/>
                  </a:cubicBezTo>
                  <a:lnTo>
                    <a:pt x="5166" y="10094"/>
                  </a:lnTo>
                  <a:cubicBezTo>
                    <a:pt x="5378" y="9604"/>
                    <a:pt x="5499" y="8976"/>
                    <a:pt x="5548" y="8686"/>
                  </a:cubicBezTo>
                  <a:close/>
                  <a:moveTo>
                    <a:pt x="650" y="1"/>
                  </a:moveTo>
                  <a:cubicBezTo>
                    <a:pt x="289" y="1"/>
                    <a:pt x="1" y="656"/>
                    <a:pt x="1" y="656"/>
                  </a:cubicBezTo>
                  <a:lnTo>
                    <a:pt x="1" y="8493"/>
                  </a:lnTo>
                  <a:cubicBezTo>
                    <a:pt x="1" y="8598"/>
                    <a:pt x="86" y="8685"/>
                    <a:pt x="191" y="8685"/>
                  </a:cubicBezTo>
                  <a:lnTo>
                    <a:pt x="2005" y="8685"/>
                  </a:lnTo>
                  <a:cubicBezTo>
                    <a:pt x="2019" y="8685"/>
                    <a:pt x="2034" y="8679"/>
                    <a:pt x="2044" y="8668"/>
                  </a:cubicBezTo>
                  <a:cubicBezTo>
                    <a:pt x="2201" y="8513"/>
                    <a:pt x="2094" y="8323"/>
                    <a:pt x="1941" y="8323"/>
                  </a:cubicBezTo>
                  <a:lnTo>
                    <a:pt x="647" y="8323"/>
                  </a:lnTo>
                  <a:cubicBezTo>
                    <a:pt x="489" y="8323"/>
                    <a:pt x="360" y="8194"/>
                    <a:pt x="360" y="8036"/>
                  </a:cubicBezTo>
                  <a:lnTo>
                    <a:pt x="360" y="7471"/>
                  </a:lnTo>
                  <a:lnTo>
                    <a:pt x="12221" y="7471"/>
                  </a:lnTo>
                  <a:lnTo>
                    <a:pt x="12221" y="8132"/>
                  </a:lnTo>
                  <a:cubicBezTo>
                    <a:pt x="12221" y="8237"/>
                    <a:pt x="12136" y="8323"/>
                    <a:pt x="12031" y="8323"/>
                  </a:cubicBezTo>
                  <a:lnTo>
                    <a:pt x="2806" y="8323"/>
                  </a:lnTo>
                  <a:cubicBezTo>
                    <a:pt x="2767" y="8323"/>
                    <a:pt x="2730" y="8340"/>
                    <a:pt x="2705" y="8371"/>
                  </a:cubicBezTo>
                  <a:cubicBezTo>
                    <a:pt x="2590" y="8520"/>
                    <a:pt x="2695" y="8685"/>
                    <a:pt x="2840" y="8685"/>
                  </a:cubicBezTo>
                  <a:lnTo>
                    <a:pt x="5174" y="8685"/>
                  </a:lnTo>
                  <a:cubicBezTo>
                    <a:pt x="5114" y="9017"/>
                    <a:pt x="4979" y="9670"/>
                    <a:pt x="4758" y="10093"/>
                  </a:cubicBezTo>
                  <a:lnTo>
                    <a:pt x="3739" y="10093"/>
                  </a:lnTo>
                  <a:cubicBezTo>
                    <a:pt x="3651" y="10093"/>
                    <a:pt x="3569" y="10151"/>
                    <a:pt x="3552" y="10237"/>
                  </a:cubicBezTo>
                  <a:cubicBezTo>
                    <a:pt x="3529" y="10352"/>
                    <a:pt x="3619" y="10452"/>
                    <a:pt x="3734" y="10452"/>
                  </a:cubicBezTo>
                  <a:lnTo>
                    <a:pt x="8831" y="10452"/>
                  </a:lnTo>
                  <a:cubicBezTo>
                    <a:pt x="8919" y="10452"/>
                    <a:pt x="9000" y="10395"/>
                    <a:pt x="9017" y="10309"/>
                  </a:cubicBezTo>
                  <a:cubicBezTo>
                    <a:pt x="9040" y="10194"/>
                    <a:pt x="8950" y="10093"/>
                    <a:pt x="8836" y="10093"/>
                  </a:cubicBezTo>
                  <a:lnTo>
                    <a:pt x="7825" y="10093"/>
                  </a:lnTo>
                  <a:cubicBezTo>
                    <a:pt x="7605" y="9670"/>
                    <a:pt x="7468" y="9017"/>
                    <a:pt x="7411" y="8685"/>
                  </a:cubicBezTo>
                  <a:lnTo>
                    <a:pt x="11927" y="8685"/>
                  </a:lnTo>
                  <a:cubicBezTo>
                    <a:pt x="12288" y="8685"/>
                    <a:pt x="12582" y="8391"/>
                    <a:pt x="12582" y="8030"/>
                  </a:cubicBezTo>
                  <a:lnTo>
                    <a:pt x="12582" y="642"/>
                  </a:lnTo>
                  <a:cubicBezTo>
                    <a:pt x="12582" y="289"/>
                    <a:pt x="12294" y="3"/>
                    <a:pt x="11942" y="3"/>
                  </a:cubicBezTo>
                  <a:lnTo>
                    <a:pt x="9072" y="3"/>
                  </a:lnTo>
                  <a:cubicBezTo>
                    <a:pt x="8977" y="3"/>
                    <a:pt x="8892" y="72"/>
                    <a:pt x="8883" y="166"/>
                  </a:cubicBezTo>
                  <a:cubicBezTo>
                    <a:pt x="8874" y="274"/>
                    <a:pt x="8958" y="363"/>
                    <a:pt x="9062" y="363"/>
                  </a:cubicBezTo>
                  <a:lnTo>
                    <a:pt x="11935" y="363"/>
                  </a:lnTo>
                  <a:cubicBezTo>
                    <a:pt x="12093" y="363"/>
                    <a:pt x="12222" y="491"/>
                    <a:pt x="12222" y="649"/>
                  </a:cubicBezTo>
                  <a:lnTo>
                    <a:pt x="12222" y="7113"/>
                  </a:lnTo>
                  <a:lnTo>
                    <a:pt x="11764" y="7113"/>
                  </a:lnTo>
                  <a:lnTo>
                    <a:pt x="11764" y="1287"/>
                  </a:lnTo>
                  <a:cubicBezTo>
                    <a:pt x="11764" y="1047"/>
                    <a:pt x="11570" y="853"/>
                    <a:pt x="11330" y="853"/>
                  </a:cubicBezTo>
                  <a:lnTo>
                    <a:pt x="1252" y="853"/>
                  </a:lnTo>
                  <a:cubicBezTo>
                    <a:pt x="1013" y="853"/>
                    <a:pt x="819" y="1047"/>
                    <a:pt x="819" y="1287"/>
                  </a:cubicBezTo>
                  <a:lnTo>
                    <a:pt x="819" y="7113"/>
                  </a:lnTo>
                  <a:lnTo>
                    <a:pt x="361" y="7113"/>
                  </a:lnTo>
                  <a:lnTo>
                    <a:pt x="361" y="658"/>
                  </a:lnTo>
                  <a:cubicBezTo>
                    <a:pt x="361" y="658"/>
                    <a:pt x="492" y="371"/>
                    <a:pt x="650" y="363"/>
                  </a:cubicBezTo>
                  <a:lnTo>
                    <a:pt x="8127" y="363"/>
                  </a:lnTo>
                  <a:cubicBezTo>
                    <a:pt x="8131" y="364"/>
                    <a:pt x="8136" y="364"/>
                    <a:pt x="8140" y="364"/>
                  </a:cubicBezTo>
                  <a:cubicBezTo>
                    <a:pt x="8235" y="364"/>
                    <a:pt x="8312" y="284"/>
                    <a:pt x="8312" y="186"/>
                  </a:cubicBezTo>
                  <a:cubicBezTo>
                    <a:pt x="8312" y="84"/>
                    <a:pt x="8229" y="1"/>
                    <a:pt x="8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71"/>
            <p:cNvSpPr/>
            <p:nvPr/>
          </p:nvSpPr>
          <p:spPr>
            <a:xfrm>
              <a:off x="1636425" y="3185527"/>
              <a:ext cx="50614" cy="58078"/>
            </a:xfrm>
            <a:custGeom>
              <a:rect b="b" l="l" r="r" t="t"/>
              <a:pathLst>
                <a:path extrusionOk="0" h="1533" w="1336">
                  <a:moveTo>
                    <a:pt x="668" y="671"/>
                  </a:moveTo>
                  <a:lnTo>
                    <a:pt x="750" y="887"/>
                  </a:lnTo>
                  <a:lnTo>
                    <a:pt x="586" y="887"/>
                  </a:lnTo>
                  <a:lnTo>
                    <a:pt x="668" y="671"/>
                  </a:lnTo>
                  <a:close/>
                  <a:moveTo>
                    <a:pt x="668" y="0"/>
                  </a:moveTo>
                  <a:cubicBezTo>
                    <a:pt x="582" y="0"/>
                    <a:pt x="506" y="52"/>
                    <a:pt x="473" y="131"/>
                  </a:cubicBezTo>
                  <a:cubicBezTo>
                    <a:pt x="473" y="132"/>
                    <a:pt x="472" y="135"/>
                    <a:pt x="472" y="136"/>
                  </a:cubicBezTo>
                  <a:lnTo>
                    <a:pt x="36" y="1279"/>
                  </a:lnTo>
                  <a:cubicBezTo>
                    <a:pt x="0" y="1378"/>
                    <a:pt x="48" y="1484"/>
                    <a:pt x="144" y="1520"/>
                  </a:cubicBezTo>
                  <a:cubicBezTo>
                    <a:pt x="165" y="1529"/>
                    <a:pt x="188" y="1532"/>
                    <a:pt x="209" y="1532"/>
                  </a:cubicBezTo>
                  <a:cubicBezTo>
                    <a:pt x="284" y="1532"/>
                    <a:pt x="354" y="1487"/>
                    <a:pt x="382" y="1413"/>
                  </a:cubicBezTo>
                  <a:lnTo>
                    <a:pt x="445" y="1247"/>
                  </a:lnTo>
                  <a:lnTo>
                    <a:pt x="890" y="1247"/>
                  </a:lnTo>
                  <a:lnTo>
                    <a:pt x="953" y="1412"/>
                  </a:lnTo>
                  <a:cubicBezTo>
                    <a:pt x="980" y="1487"/>
                    <a:pt x="1051" y="1531"/>
                    <a:pt x="1126" y="1531"/>
                  </a:cubicBezTo>
                  <a:cubicBezTo>
                    <a:pt x="1148" y="1531"/>
                    <a:pt x="1169" y="1528"/>
                    <a:pt x="1191" y="1519"/>
                  </a:cubicBezTo>
                  <a:cubicBezTo>
                    <a:pt x="1286" y="1482"/>
                    <a:pt x="1335" y="1377"/>
                    <a:pt x="1299" y="1281"/>
                  </a:cubicBezTo>
                  <a:lnTo>
                    <a:pt x="866" y="137"/>
                  </a:lnTo>
                  <a:cubicBezTo>
                    <a:pt x="866" y="136"/>
                    <a:pt x="865" y="133"/>
                    <a:pt x="865" y="132"/>
                  </a:cubicBezTo>
                  <a:cubicBezTo>
                    <a:pt x="834" y="53"/>
                    <a:pt x="757" y="0"/>
                    <a:pt x="6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71"/>
            <p:cNvSpPr/>
            <p:nvPr/>
          </p:nvSpPr>
          <p:spPr>
            <a:xfrm>
              <a:off x="1740684" y="3186701"/>
              <a:ext cx="13714" cy="56600"/>
            </a:xfrm>
            <a:custGeom>
              <a:rect b="b" l="l" r="r" t="t"/>
              <a:pathLst>
                <a:path extrusionOk="0" h="1494" w="362">
                  <a:moveTo>
                    <a:pt x="182" y="1"/>
                  </a:moveTo>
                  <a:cubicBezTo>
                    <a:pt x="82" y="1"/>
                    <a:pt x="0" y="83"/>
                    <a:pt x="0" y="181"/>
                  </a:cubicBezTo>
                  <a:lnTo>
                    <a:pt x="0" y="1304"/>
                  </a:lnTo>
                  <a:cubicBezTo>
                    <a:pt x="0" y="1399"/>
                    <a:pt x="71" y="1484"/>
                    <a:pt x="164" y="1492"/>
                  </a:cubicBezTo>
                  <a:cubicBezTo>
                    <a:pt x="169" y="1493"/>
                    <a:pt x="175" y="1493"/>
                    <a:pt x="180" y="1493"/>
                  </a:cubicBezTo>
                  <a:cubicBezTo>
                    <a:pt x="281" y="1493"/>
                    <a:pt x="361" y="1412"/>
                    <a:pt x="361" y="1312"/>
                  </a:cubicBezTo>
                  <a:lnTo>
                    <a:pt x="361" y="181"/>
                  </a:lnTo>
                  <a:cubicBezTo>
                    <a:pt x="362" y="83"/>
                    <a:pt x="281" y="1"/>
                    <a:pt x="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71"/>
            <p:cNvSpPr/>
            <p:nvPr/>
          </p:nvSpPr>
          <p:spPr>
            <a:xfrm>
              <a:off x="1694768" y="3185603"/>
              <a:ext cx="37961" cy="57888"/>
            </a:xfrm>
            <a:custGeom>
              <a:rect b="b" l="l" r="r" t="t"/>
              <a:pathLst>
                <a:path extrusionOk="0" h="1528" w="1002">
                  <a:moveTo>
                    <a:pt x="508" y="395"/>
                  </a:moveTo>
                  <a:cubicBezTo>
                    <a:pt x="586" y="395"/>
                    <a:pt x="652" y="461"/>
                    <a:pt x="652" y="537"/>
                  </a:cubicBezTo>
                  <a:cubicBezTo>
                    <a:pt x="652" y="614"/>
                    <a:pt x="584" y="679"/>
                    <a:pt x="504" y="679"/>
                  </a:cubicBezTo>
                  <a:lnTo>
                    <a:pt x="368" y="679"/>
                  </a:lnTo>
                  <a:cubicBezTo>
                    <a:pt x="368" y="625"/>
                    <a:pt x="367" y="452"/>
                    <a:pt x="367" y="395"/>
                  </a:cubicBezTo>
                  <a:lnTo>
                    <a:pt x="504" y="395"/>
                  </a:lnTo>
                  <a:cubicBezTo>
                    <a:pt x="506" y="395"/>
                    <a:pt x="507" y="395"/>
                    <a:pt x="508" y="395"/>
                  </a:cubicBezTo>
                  <a:close/>
                  <a:moveTo>
                    <a:pt x="181" y="1"/>
                  </a:moveTo>
                  <a:cubicBezTo>
                    <a:pt x="84" y="1"/>
                    <a:pt x="1" y="86"/>
                    <a:pt x="1" y="186"/>
                  </a:cubicBezTo>
                  <a:lnTo>
                    <a:pt x="1" y="1338"/>
                  </a:lnTo>
                  <a:cubicBezTo>
                    <a:pt x="1" y="1426"/>
                    <a:pt x="58" y="1507"/>
                    <a:pt x="144" y="1523"/>
                  </a:cubicBezTo>
                  <a:cubicBezTo>
                    <a:pt x="157" y="1526"/>
                    <a:pt x="169" y="1527"/>
                    <a:pt x="182" y="1527"/>
                  </a:cubicBezTo>
                  <a:cubicBezTo>
                    <a:pt x="281" y="1527"/>
                    <a:pt x="362" y="1445"/>
                    <a:pt x="362" y="1343"/>
                  </a:cubicBezTo>
                  <a:lnTo>
                    <a:pt x="362" y="1024"/>
                  </a:lnTo>
                  <a:lnTo>
                    <a:pt x="497" y="1024"/>
                  </a:lnTo>
                  <a:cubicBezTo>
                    <a:pt x="776" y="1024"/>
                    <a:pt x="1002" y="794"/>
                    <a:pt x="1002" y="513"/>
                  </a:cubicBezTo>
                  <a:cubicBezTo>
                    <a:pt x="1002" y="232"/>
                    <a:pt x="776" y="3"/>
                    <a:pt x="497" y="3"/>
                  </a:cubicBezTo>
                  <a:cubicBezTo>
                    <a:pt x="497" y="1"/>
                    <a:pt x="181" y="1"/>
                    <a:pt x="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71"/>
            <p:cNvSpPr/>
            <p:nvPr/>
          </p:nvSpPr>
          <p:spPr>
            <a:xfrm>
              <a:off x="1684387" y="3110931"/>
              <a:ext cx="36332" cy="65352"/>
            </a:xfrm>
            <a:custGeom>
              <a:rect b="b" l="l" r="r" t="t"/>
              <a:pathLst>
                <a:path extrusionOk="0" h="1725" w="959">
                  <a:moveTo>
                    <a:pt x="749" y="0"/>
                  </a:moveTo>
                  <a:cubicBezTo>
                    <a:pt x="676" y="0"/>
                    <a:pt x="607" y="45"/>
                    <a:pt x="578" y="117"/>
                  </a:cubicBezTo>
                  <a:lnTo>
                    <a:pt x="39" y="1472"/>
                  </a:lnTo>
                  <a:cubicBezTo>
                    <a:pt x="0" y="1566"/>
                    <a:pt x="48" y="1674"/>
                    <a:pt x="143" y="1712"/>
                  </a:cubicBezTo>
                  <a:cubicBezTo>
                    <a:pt x="165" y="1721"/>
                    <a:pt x="188" y="1724"/>
                    <a:pt x="210" y="1724"/>
                  </a:cubicBezTo>
                  <a:cubicBezTo>
                    <a:pt x="283" y="1724"/>
                    <a:pt x="353" y="1680"/>
                    <a:pt x="382" y="1608"/>
                  </a:cubicBezTo>
                  <a:lnTo>
                    <a:pt x="921" y="253"/>
                  </a:lnTo>
                  <a:cubicBezTo>
                    <a:pt x="959" y="159"/>
                    <a:pt x="911" y="52"/>
                    <a:pt x="817" y="14"/>
                  </a:cubicBezTo>
                  <a:cubicBezTo>
                    <a:pt x="795" y="5"/>
                    <a:pt x="772" y="0"/>
                    <a:pt x="7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71"/>
            <p:cNvSpPr/>
            <p:nvPr/>
          </p:nvSpPr>
          <p:spPr>
            <a:xfrm>
              <a:off x="1726742" y="3113470"/>
              <a:ext cx="29020" cy="60351"/>
            </a:xfrm>
            <a:custGeom>
              <a:rect b="b" l="l" r="r" t="t"/>
              <a:pathLst>
                <a:path extrusionOk="0" h="1593" w="766">
                  <a:moveTo>
                    <a:pt x="211" y="0"/>
                  </a:moveTo>
                  <a:cubicBezTo>
                    <a:pt x="179" y="0"/>
                    <a:pt x="146" y="9"/>
                    <a:pt x="116" y="27"/>
                  </a:cubicBezTo>
                  <a:cubicBezTo>
                    <a:pt x="28" y="79"/>
                    <a:pt x="1" y="193"/>
                    <a:pt x="53" y="279"/>
                  </a:cubicBezTo>
                  <a:lnTo>
                    <a:pt x="358" y="786"/>
                  </a:lnTo>
                  <a:lnTo>
                    <a:pt x="50" y="1316"/>
                  </a:lnTo>
                  <a:cubicBezTo>
                    <a:pt x="1" y="1404"/>
                    <a:pt x="31" y="1516"/>
                    <a:pt x="119" y="1567"/>
                  </a:cubicBezTo>
                  <a:cubicBezTo>
                    <a:pt x="147" y="1584"/>
                    <a:pt x="179" y="1592"/>
                    <a:pt x="210" y="1592"/>
                  </a:cubicBezTo>
                  <a:cubicBezTo>
                    <a:pt x="274" y="1592"/>
                    <a:pt x="336" y="1560"/>
                    <a:pt x="370" y="1500"/>
                  </a:cubicBezTo>
                  <a:lnTo>
                    <a:pt x="731" y="876"/>
                  </a:lnTo>
                  <a:cubicBezTo>
                    <a:pt x="765" y="818"/>
                    <a:pt x="764" y="746"/>
                    <a:pt x="730" y="689"/>
                  </a:cubicBezTo>
                  <a:lnTo>
                    <a:pt x="368" y="90"/>
                  </a:lnTo>
                  <a:cubicBezTo>
                    <a:pt x="334" y="32"/>
                    <a:pt x="273" y="0"/>
                    <a:pt x="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71"/>
            <p:cNvSpPr/>
            <p:nvPr/>
          </p:nvSpPr>
          <p:spPr>
            <a:xfrm>
              <a:off x="1647449" y="3113470"/>
              <a:ext cx="29020" cy="60351"/>
            </a:xfrm>
            <a:custGeom>
              <a:rect b="b" l="l" r="r" t="t"/>
              <a:pathLst>
                <a:path extrusionOk="0" h="1593" w="766">
                  <a:moveTo>
                    <a:pt x="554" y="0"/>
                  </a:moveTo>
                  <a:cubicBezTo>
                    <a:pt x="492" y="0"/>
                    <a:pt x="432" y="32"/>
                    <a:pt x="397" y="90"/>
                  </a:cubicBezTo>
                  <a:lnTo>
                    <a:pt x="36" y="689"/>
                  </a:lnTo>
                  <a:cubicBezTo>
                    <a:pt x="0" y="746"/>
                    <a:pt x="0" y="818"/>
                    <a:pt x="35" y="876"/>
                  </a:cubicBezTo>
                  <a:lnTo>
                    <a:pt x="397" y="1500"/>
                  </a:lnTo>
                  <a:cubicBezTo>
                    <a:pt x="432" y="1560"/>
                    <a:pt x="492" y="1592"/>
                    <a:pt x="556" y="1592"/>
                  </a:cubicBezTo>
                  <a:cubicBezTo>
                    <a:pt x="589" y="1592"/>
                    <a:pt x="620" y="1584"/>
                    <a:pt x="649" y="1567"/>
                  </a:cubicBezTo>
                  <a:cubicBezTo>
                    <a:pt x="736" y="1516"/>
                    <a:pt x="766" y="1404"/>
                    <a:pt x="716" y="1316"/>
                  </a:cubicBezTo>
                  <a:lnTo>
                    <a:pt x="408" y="786"/>
                  </a:lnTo>
                  <a:lnTo>
                    <a:pt x="712" y="279"/>
                  </a:lnTo>
                  <a:cubicBezTo>
                    <a:pt x="765" y="191"/>
                    <a:pt x="738" y="79"/>
                    <a:pt x="650" y="27"/>
                  </a:cubicBezTo>
                  <a:cubicBezTo>
                    <a:pt x="620" y="9"/>
                    <a:pt x="587" y="0"/>
                    <a:pt x="5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80" name="Google Shape;2780;p71"/>
          <p:cNvGrpSpPr/>
          <p:nvPr/>
        </p:nvGrpSpPr>
        <p:grpSpPr>
          <a:xfrm>
            <a:off x="7760505" y="2705592"/>
            <a:ext cx="449725" cy="443580"/>
            <a:chOff x="7952763" y="2188962"/>
            <a:chExt cx="476858" cy="470342"/>
          </a:xfrm>
        </p:grpSpPr>
        <p:sp>
          <p:nvSpPr>
            <p:cNvPr id="2781" name="Google Shape;2781;p71"/>
            <p:cNvSpPr/>
            <p:nvPr/>
          </p:nvSpPr>
          <p:spPr>
            <a:xfrm>
              <a:off x="8005764" y="2378804"/>
              <a:ext cx="42696" cy="91341"/>
            </a:xfrm>
            <a:custGeom>
              <a:rect b="b" l="l" r="r" t="t"/>
              <a:pathLst>
                <a:path extrusionOk="0" h="2411" w="1127">
                  <a:moveTo>
                    <a:pt x="922" y="1"/>
                  </a:moveTo>
                  <a:cubicBezTo>
                    <a:pt x="563" y="1"/>
                    <a:pt x="271" y="262"/>
                    <a:pt x="271" y="581"/>
                  </a:cubicBezTo>
                  <a:lnTo>
                    <a:pt x="271" y="882"/>
                  </a:lnTo>
                  <a:cubicBezTo>
                    <a:pt x="252" y="965"/>
                    <a:pt x="217" y="1007"/>
                    <a:pt x="144" y="1033"/>
                  </a:cubicBezTo>
                  <a:cubicBezTo>
                    <a:pt x="84" y="1054"/>
                    <a:pt x="37" y="1102"/>
                    <a:pt x="23" y="1163"/>
                  </a:cubicBezTo>
                  <a:cubicBezTo>
                    <a:pt x="0" y="1257"/>
                    <a:pt x="55" y="1347"/>
                    <a:pt x="140" y="1377"/>
                  </a:cubicBezTo>
                  <a:cubicBezTo>
                    <a:pt x="215" y="1403"/>
                    <a:pt x="252" y="1445"/>
                    <a:pt x="271" y="1530"/>
                  </a:cubicBezTo>
                  <a:lnTo>
                    <a:pt x="271" y="1830"/>
                  </a:lnTo>
                  <a:cubicBezTo>
                    <a:pt x="271" y="2148"/>
                    <a:pt x="558" y="2405"/>
                    <a:pt x="914" y="2411"/>
                  </a:cubicBezTo>
                  <a:cubicBezTo>
                    <a:pt x="914" y="2411"/>
                    <a:pt x="915" y="2411"/>
                    <a:pt x="916" y="2411"/>
                  </a:cubicBezTo>
                  <a:cubicBezTo>
                    <a:pt x="1011" y="2411"/>
                    <a:pt x="1095" y="2338"/>
                    <a:pt x="1102" y="2243"/>
                  </a:cubicBezTo>
                  <a:cubicBezTo>
                    <a:pt x="1108" y="2138"/>
                    <a:pt x="1026" y="2050"/>
                    <a:pt x="922" y="2050"/>
                  </a:cubicBezTo>
                  <a:cubicBezTo>
                    <a:pt x="764" y="2050"/>
                    <a:pt x="631" y="1950"/>
                    <a:pt x="631" y="1833"/>
                  </a:cubicBezTo>
                  <a:lnTo>
                    <a:pt x="631" y="1514"/>
                  </a:lnTo>
                  <a:cubicBezTo>
                    <a:pt x="631" y="1504"/>
                    <a:pt x="629" y="1493"/>
                    <a:pt x="628" y="1484"/>
                  </a:cubicBezTo>
                  <a:cubicBezTo>
                    <a:pt x="608" y="1374"/>
                    <a:pt x="567" y="1281"/>
                    <a:pt x="508" y="1207"/>
                  </a:cubicBezTo>
                  <a:cubicBezTo>
                    <a:pt x="567" y="1134"/>
                    <a:pt x="608" y="1043"/>
                    <a:pt x="628" y="933"/>
                  </a:cubicBezTo>
                  <a:cubicBezTo>
                    <a:pt x="631" y="918"/>
                    <a:pt x="632" y="908"/>
                    <a:pt x="632" y="897"/>
                  </a:cubicBezTo>
                  <a:lnTo>
                    <a:pt x="632" y="579"/>
                  </a:lnTo>
                  <a:cubicBezTo>
                    <a:pt x="632" y="462"/>
                    <a:pt x="762" y="363"/>
                    <a:pt x="916" y="361"/>
                  </a:cubicBezTo>
                  <a:cubicBezTo>
                    <a:pt x="1000" y="359"/>
                    <a:pt x="1076" y="309"/>
                    <a:pt x="1097" y="228"/>
                  </a:cubicBezTo>
                  <a:cubicBezTo>
                    <a:pt x="1126" y="108"/>
                    <a:pt x="1037" y="1"/>
                    <a:pt x="9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71"/>
            <p:cNvSpPr/>
            <p:nvPr/>
          </p:nvSpPr>
          <p:spPr>
            <a:xfrm>
              <a:off x="8067631" y="2393768"/>
              <a:ext cx="36067" cy="13676"/>
            </a:xfrm>
            <a:custGeom>
              <a:rect b="b" l="l" r="r" t="t"/>
              <a:pathLst>
                <a:path extrusionOk="0" h="361" w="952">
                  <a:moveTo>
                    <a:pt x="198" y="1"/>
                  </a:moveTo>
                  <a:cubicBezTo>
                    <a:pt x="103" y="1"/>
                    <a:pt x="17" y="71"/>
                    <a:pt x="10" y="165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753" y="361"/>
                  </a:lnTo>
                  <a:cubicBezTo>
                    <a:pt x="849" y="361"/>
                    <a:pt x="933" y="292"/>
                    <a:pt x="942" y="198"/>
                  </a:cubicBezTo>
                  <a:cubicBezTo>
                    <a:pt x="951" y="90"/>
                    <a:pt x="867" y="1"/>
                    <a:pt x="7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71"/>
            <p:cNvSpPr/>
            <p:nvPr/>
          </p:nvSpPr>
          <p:spPr>
            <a:xfrm>
              <a:off x="8066797" y="2541482"/>
              <a:ext cx="182378" cy="13714"/>
            </a:xfrm>
            <a:custGeom>
              <a:rect b="b" l="l" r="r" t="t"/>
              <a:pathLst>
                <a:path extrusionOk="0" h="362" w="4814">
                  <a:moveTo>
                    <a:pt x="210" y="1"/>
                  </a:moveTo>
                  <a:cubicBezTo>
                    <a:pt x="122" y="1"/>
                    <a:pt x="42" y="59"/>
                    <a:pt x="23" y="144"/>
                  </a:cubicBezTo>
                  <a:cubicBezTo>
                    <a:pt x="0" y="259"/>
                    <a:pt x="90" y="361"/>
                    <a:pt x="204" y="361"/>
                  </a:cubicBezTo>
                  <a:lnTo>
                    <a:pt x="4615" y="361"/>
                  </a:lnTo>
                  <a:cubicBezTo>
                    <a:pt x="4710" y="361"/>
                    <a:pt x="4795" y="291"/>
                    <a:pt x="4804" y="197"/>
                  </a:cubicBezTo>
                  <a:cubicBezTo>
                    <a:pt x="4814" y="90"/>
                    <a:pt x="4729" y="1"/>
                    <a:pt x="46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71"/>
            <p:cNvSpPr/>
            <p:nvPr/>
          </p:nvSpPr>
          <p:spPr>
            <a:xfrm>
              <a:off x="8067631" y="2453361"/>
              <a:ext cx="36067" cy="13639"/>
            </a:xfrm>
            <a:custGeom>
              <a:rect b="b" l="l" r="r" t="t"/>
              <a:pathLst>
                <a:path extrusionOk="0" h="360" w="952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0"/>
                    <a:pt x="84" y="360"/>
                    <a:pt x="189" y="360"/>
                  </a:cubicBezTo>
                  <a:lnTo>
                    <a:pt x="753" y="360"/>
                  </a:lnTo>
                  <a:cubicBezTo>
                    <a:pt x="849" y="360"/>
                    <a:pt x="933" y="291"/>
                    <a:pt x="942" y="197"/>
                  </a:cubicBezTo>
                  <a:cubicBezTo>
                    <a:pt x="951" y="90"/>
                    <a:pt x="867" y="1"/>
                    <a:pt x="7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71"/>
            <p:cNvSpPr/>
            <p:nvPr/>
          </p:nvSpPr>
          <p:spPr>
            <a:xfrm>
              <a:off x="8067631" y="2483139"/>
              <a:ext cx="36067" cy="13639"/>
            </a:xfrm>
            <a:custGeom>
              <a:rect b="b" l="l" r="r" t="t"/>
              <a:pathLst>
                <a:path extrusionOk="0" h="360" w="952">
                  <a:moveTo>
                    <a:pt x="198" y="0"/>
                  </a:moveTo>
                  <a:cubicBezTo>
                    <a:pt x="103" y="0"/>
                    <a:pt x="17" y="69"/>
                    <a:pt x="10" y="165"/>
                  </a:cubicBezTo>
                  <a:cubicBezTo>
                    <a:pt x="0" y="270"/>
                    <a:pt x="84" y="359"/>
                    <a:pt x="189" y="359"/>
                  </a:cubicBezTo>
                  <a:lnTo>
                    <a:pt x="753" y="359"/>
                  </a:lnTo>
                  <a:cubicBezTo>
                    <a:pt x="849" y="359"/>
                    <a:pt x="933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71"/>
            <p:cNvSpPr/>
            <p:nvPr/>
          </p:nvSpPr>
          <p:spPr>
            <a:xfrm>
              <a:off x="8068047" y="2511704"/>
              <a:ext cx="78952" cy="13639"/>
            </a:xfrm>
            <a:custGeom>
              <a:rect b="b" l="l" r="r" t="t"/>
              <a:pathLst>
                <a:path extrusionOk="0" h="360" w="2084">
                  <a:moveTo>
                    <a:pt x="200" y="0"/>
                  </a:moveTo>
                  <a:cubicBezTo>
                    <a:pt x="104" y="0"/>
                    <a:pt x="20" y="69"/>
                    <a:pt x="11" y="164"/>
                  </a:cubicBezTo>
                  <a:cubicBezTo>
                    <a:pt x="1" y="271"/>
                    <a:pt x="85" y="360"/>
                    <a:pt x="191" y="360"/>
                  </a:cubicBezTo>
                  <a:lnTo>
                    <a:pt x="1886" y="360"/>
                  </a:lnTo>
                  <a:cubicBezTo>
                    <a:pt x="1982" y="360"/>
                    <a:pt x="2067" y="290"/>
                    <a:pt x="2074" y="196"/>
                  </a:cubicBezTo>
                  <a:cubicBezTo>
                    <a:pt x="2084" y="89"/>
                    <a:pt x="2000" y="0"/>
                    <a:pt x="1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71"/>
            <p:cNvSpPr/>
            <p:nvPr/>
          </p:nvSpPr>
          <p:spPr>
            <a:xfrm>
              <a:off x="8066797" y="2423546"/>
              <a:ext cx="182378" cy="13676"/>
            </a:xfrm>
            <a:custGeom>
              <a:rect b="b" l="l" r="r" t="t"/>
              <a:pathLst>
                <a:path extrusionOk="0" h="361" w="4814">
                  <a:moveTo>
                    <a:pt x="210" y="0"/>
                  </a:moveTo>
                  <a:cubicBezTo>
                    <a:pt x="122" y="0"/>
                    <a:pt x="41" y="58"/>
                    <a:pt x="23" y="145"/>
                  </a:cubicBezTo>
                  <a:cubicBezTo>
                    <a:pt x="0" y="260"/>
                    <a:pt x="90" y="360"/>
                    <a:pt x="204" y="360"/>
                  </a:cubicBezTo>
                  <a:lnTo>
                    <a:pt x="4615" y="360"/>
                  </a:lnTo>
                  <a:cubicBezTo>
                    <a:pt x="4710" y="360"/>
                    <a:pt x="4795" y="291"/>
                    <a:pt x="4804" y="197"/>
                  </a:cubicBezTo>
                  <a:cubicBezTo>
                    <a:pt x="4814" y="89"/>
                    <a:pt x="4729" y="0"/>
                    <a:pt x="46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71"/>
            <p:cNvSpPr/>
            <p:nvPr/>
          </p:nvSpPr>
          <p:spPr>
            <a:xfrm>
              <a:off x="8006068" y="2602855"/>
              <a:ext cx="13752" cy="32467"/>
            </a:xfrm>
            <a:custGeom>
              <a:rect b="b" l="l" r="r" t="t"/>
              <a:pathLst>
                <a:path extrusionOk="0" h="857" w="363">
                  <a:moveTo>
                    <a:pt x="184" y="1"/>
                  </a:moveTo>
                  <a:cubicBezTo>
                    <a:pt x="83" y="1"/>
                    <a:pt x="2" y="81"/>
                    <a:pt x="2" y="181"/>
                  </a:cubicBezTo>
                  <a:lnTo>
                    <a:pt x="2" y="676"/>
                  </a:lnTo>
                  <a:cubicBezTo>
                    <a:pt x="1" y="776"/>
                    <a:pt x="81" y="857"/>
                    <a:pt x="181" y="857"/>
                  </a:cubicBezTo>
                  <a:cubicBezTo>
                    <a:pt x="280" y="857"/>
                    <a:pt x="362" y="775"/>
                    <a:pt x="362" y="676"/>
                  </a:cubicBezTo>
                  <a:lnTo>
                    <a:pt x="362" y="190"/>
                  </a:lnTo>
                  <a:cubicBezTo>
                    <a:pt x="362" y="94"/>
                    <a:pt x="293" y="10"/>
                    <a:pt x="199" y="1"/>
                  </a:cubicBezTo>
                  <a:cubicBezTo>
                    <a:pt x="194" y="1"/>
                    <a:pt x="189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71"/>
            <p:cNvSpPr/>
            <p:nvPr/>
          </p:nvSpPr>
          <p:spPr>
            <a:xfrm>
              <a:off x="7952763" y="2188962"/>
              <a:ext cx="476858" cy="470342"/>
            </a:xfrm>
            <a:custGeom>
              <a:rect b="b" l="l" r="r" t="t"/>
              <a:pathLst>
                <a:path extrusionOk="0" h="12415" w="12587">
                  <a:moveTo>
                    <a:pt x="7457" y="2981"/>
                  </a:moveTo>
                  <a:cubicBezTo>
                    <a:pt x="7508" y="3078"/>
                    <a:pt x="7613" y="3144"/>
                    <a:pt x="7736" y="3144"/>
                  </a:cubicBezTo>
                  <a:lnTo>
                    <a:pt x="8065" y="3144"/>
                  </a:lnTo>
                  <a:cubicBezTo>
                    <a:pt x="8102" y="3274"/>
                    <a:pt x="8154" y="3399"/>
                    <a:pt x="8217" y="3518"/>
                  </a:cubicBezTo>
                  <a:lnTo>
                    <a:pt x="7984" y="3755"/>
                  </a:lnTo>
                  <a:cubicBezTo>
                    <a:pt x="7924" y="3814"/>
                    <a:pt x="7893" y="3893"/>
                    <a:pt x="7893" y="3977"/>
                  </a:cubicBezTo>
                  <a:cubicBezTo>
                    <a:pt x="7893" y="3984"/>
                    <a:pt x="7893" y="3991"/>
                    <a:pt x="7895" y="3997"/>
                  </a:cubicBezTo>
                  <a:lnTo>
                    <a:pt x="360" y="3997"/>
                  </a:lnTo>
                  <a:lnTo>
                    <a:pt x="360" y="3179"/>
                  </a:lnTo>
                  <a:cubicBezTo>
                    <a:pt x="360" y="3069"/>
                    <a:pt x="449" y="2981"/>
                    <a:pt x="558" y="2981"/>
                  </a:cubicBezTo>
                  <a:close/>
                  <a:moveTo>
                    <a:pt x="10222" y="362"/>
                  </a:moveTo>
                  <a:lnTo>
                    <a:pt x="10222" y="821"/>
                  </a:lnTo>
                  <a:cubicBezTo>
                    <a:pt x="10222" y="907"/>
                    <a:pt x="10282" y="982"/>
                    <a:pt x="10368" y="1000"/>
                  </a:cubicBezTo>
                  <a:cubicBezTo>
                    <a:pt x="10556" y="1041"/>
                    <a:pt x="10734" y="1112"/>
                    <a:pt x="10897" y="1214"/>
                  </a:cubicBezTo>
                  <a:cubicBezTo>
                    <a:pt x="10926" y="1232"/>
                    <a:pt x="10959" y="1241"/>
                    <a:pt x="10992" y="1241"/>
                  </a:cubicBezTo>
                  <a:cubicBezTo>
                    <a:pt x="11039" y="1241"/>
                    <a:pt x="11085" y="1223"/>
                    <a:pt x="11120" y="1189"/>
                  </a:cubicBezTo>
                  <a:lnTo>
                    <a:pt x="11416" y="902"/>
                  </a:lnTo>
                  <a:lnTo>
                    <a:pt x="11727" y="1204"/>
                  </a:lnTo>
                  <a:lnTo>
                    <a:pt x="11434" y="1487"/>
                  </a:lnTo>
                  <a:cubicBezTo>
                    <a:pt x="11373" y="1546"/>
                    <a:pt x="11363" y="1639"/>
                    <a:pt x="11410" y="1709"/>
                  </a:cubicBezTo>
                  <a:cubicBezTo>
                    <a:pt x="11512" y="1866"/>
                    <a:pt x="11585" y="2036"/>
                    <a:pt x="11627" y="2215"/>
                  </a:cubicBezTo>
                  <a:cubicBezTo>
                    <a:pt x="11647" y="2299"/>
                    <a:pt x="11721" y="2358"/>
                    <a:pt x="11806" y="2358"/>
                  </a:cubicBezTo>
                  <a:lnTo>
                    <a:pt x="12223" y="2358"/>
                  </a:lnTo>
                  <a:lnTo>
                    <a:pt x="12221" y="2785"/>
                  </a:lnTo>
                  <a:lnTo>
                    <a:pt x="11761" y="2785"/>
                  </a:lnTo>
                  <a:cubicBezTo>
                    <a:pt x="11674" y="2785"/>
                    <a:pt x="11598" y="2845"/>
                    <a:pt x="11580" y="2930"/>
                  </a:cubicBezTo>
                  <a:cubicBezTo>
                    <a:pt x="11540" y="3116"/>
                    <a:pt x="11469" y="3293"/>
                    <a:pt x="11369" y="3455"/>
                  </a:cubicBezTo>
                  <a:cubicBezTo>
                    <a:pt x="11325" y="3529"/>
                    <a:pt x="11333" y="3624"/>
                    <a:pt x="11394" y="3686"/>
                  </a:cubicBezTo>
                  <a:lnTo>
                    <a:pt x="11678" y="3979"/>
                  </a:lnTo>
                  <a:lnTo>
                    <a:pt x="11377" y="4289"/>
                  </a:lnTo>
                  <a:lnTo>
                    <a:pt x="11093" y="3996"/>
                  </a:lnTo>
                  <a:cubicBezTo>
                    <a:pt x="11058" y="3960"/>
                    <a:pt x="11013" y="3941"/>
                    <a:pt x="10967" y="3941"/>
                  </a:cubicBezTo>
                  <a:cubicBezTo>
                    <a:pt x="10933" y="3941"/>
                    <a:pt x="10900" y="3951"/>
                    <a:pt x="10871" y="3971"/>
                  </a:cubicBezTo>
                  <a:cubicBezTo>
                    <a:pt x="10713" y="4073"/>
                    <a:pt x="10543" y="4147"/>
                    <a:pt x="10363" y="4189"/>
                  </a:cubicBezTo>
                  <a:cubicBezTo>
                    <a:pt x="10280" y="4207"/>
                    <a:pt x="10222" y="4283"/>
                    <a:pt x="10222" y="4369"/>
                  </a:cubicBezTo>
                  <a:lnTo>
                    <a:pt x="10222" y="4783"/>
                  </a:lnTo>
                  <a:lnTo>
                    <a:pt x="9797" y="4783"/>
                  </a:lnTo>
                  <a:lnTo>
                    <a:pt x="9797" y="4325"/>
                  </a:lnTo>
                  <a:cubicBezTo>
                    <a:pt x="9797" y="4238"/>
                    <a:pt x="9736" y="4162"/>
                    <a:pt x="9651" y="4144"/>
                  </a:cubicBezTo>
                  <a:cubicBezTo>
                    <a:pt x="9465" y="4103"/>
                    <a:pt x="9289" y="4032"/>
                    <a:pt x="9127" y="3933"/>
                  </a:cubicBezTo>
                  <a:cubicBezTo>
                    <a:pt x="9096" y="3914"/>
                    <a:pt x="9061" y="3905"/>
                    <a:pt x="9027" y="3905"/>
                  </a:cubicBezTo>
                  <a:cubicBezTo>
                    <a:pt x="8979" y="3905"/>
                    <a:pt x="8932" y="3923"/>
                    <a:pt x="8896" y="3958"/>
                  </a:cubicBezTo>
                  <a:lnTo>
                    <a:pt x="8603" y="4242"/>
                  </a:lnTo>
                  <a:lnTo>
                    <a:pt x="8291" y="3940"/>
                  </a:lnTo>
                  <a:lnTo>
                    <a:pt x="8584" y="3656"/>
                  </a:lnTo>
                  <a:cubicBezTo>
                    <a:pt x="8646" y="3598"/>
                    <a:pt x="8656" y="3505"/>
                    <a:pt x="8609" y="3432"/>
                  </a:cubicBezTo>
                  <a:cubicBezTo>
                    <a:pt x="8508" y="3277"/>
                    <a:pt x="8433" y="3107"/>
                    <a:pt x="8391" y="2928"/>
                  </a:cubicBezTo>
                  <a:cubicBezTo>
                    <a:pt x="8373" y="2844"/>
                    <a:pt x="8297" y="2785"/>
                    <a:pt x="8212" y="2785"/>
                  </a:cubicBezTo>
                  <a:lnTo>
                    <a:pt x="7797" y="2785"/>
                  </a:lnTo>
                  <a:lnTo>
                    <a:pt x="7797" y="2359"/>
                  </a:lnTo>
                  <a:lnTo>
                    <a:pt x="8255" y="2359"/>
                  </a:lnTo>
                  <a:cubicBezTo>
                    <a:pt x="8342" y="2359"/>
                    <a:pt x="8418" y="2299"/>
                    <a:pt x="8437" y="2214"/>
                  </a:cubicBezTo>
                  <a:cubicBezTo>
                    <a:pt x="8477" y="2028"/>
                    <a:pt x="8548" y="1851"/>
                    <a:pt x="8647" y="1689"/>
                  </a:cubicBezTo>
                  <a:cubicBezTo>
                    <a:pt x="8692" y="1615"/>
                    <a:pt x="8683" y="1520"/>
                    <a:pt x="8622" y="1458"/>
                  </a:cubicBezTo>
                  <a:lnTo>
                    <a:pt x="8338" y="1165"/>
                  </a:lnTo>
                  <a:lnTo>
                    <a:pt x="8640" y="855"/>
                  </a:lnTo>
                  <a:lnTo>
                    <a:pt x="8919" y="1144"/>
                  </a:lnTo>
                  <a:cubicBezTo>
                    <a:pt x="8956" y="1181"/>
                    <a:pt x="9004" y="1200"/>
                    <a:pt x="9052" y="1200"/>
                  </a:cubicBezTo>
                  <a:cubicBezTo>
                    <a:pt x="9087" y="1200"/>
                    <a:pt x="9122" y="1190"/>
                    <a:pt x="9153" y="1170"/>
                  </a:cubicBezTo>
                  <a:cubicBezTo>
                    <a:pt x="9307" y="1070"/>
                    <a:pt x="9475" y="997"/>
                    <a:pt x="9654" y="957"/>
                  </a:cubicBezTo>
                  <a:cubicBezTo>
                    <a:pt x="9737" y="938"/>
                    <a:pt x="9797" y="863"/>
                    <a:pt x="9797" y="777"/>
                  </a:cubicBezTo>
                  <a:lnTo>
                    <a:pt x="9797" y="362"/>
                  </a:lnTo>
                  <a:close/>
                  <a:moveTo>
                    <a:pt x="10681" y="10648"/>
                  </a:moveTo>
                  <a:lnTo>
                    <a:pt x="10681" y="11858"/>
                  </a:lnTo>
                  <a:cubicBezTo>
                    <a:pt x="10681" y="11968"/>
                    <a:pt x="10592" y="12056"/>
                    <a:pt x="10483" y="12056"/>
                  </a:cubicBezTo>
                  <a:lnTo>
                    <a:pt x="558" y="12056"/>
                  </a:lnTo>
                  <a:cubicBezTo>
                    <a:pt x="449" y="12056"/>
                    <a:pt x="360" y="11967"/>
                    <a:pt x="360" y="11857"/>
                  </a:cubicBezTo>
                  <a:lnTo>
                    <a:pt x="360" y="10648"/>
                  </a:lnTo>
                  <a:close/>
                  <a:moveTo>
                    <a:pt x="9747" y="0"/>
                  </a:moveTo>
                  <a:cubicBezTo>
                    <a:pt x="9576" y="0"/>
                    <a:pt x="9437" y="138"/>
                    <a:pt x="9437" y="310"/>
                  </a:cubicBezTo>
                  <a:lnTo>
                    <a:pt x="9437" y="669"/>
                  </a:lnTo>
                  <a:cubicBezTo>
                    <a:pt x="9310" y="707"/>
                    <a:pt x="9186" y="756"/>
                    <a:pt x="9069" y="818"/>
                  </a:cubicBezTo>
                  <a:lnTo>
                    <a:pt x="8840" y="593"/>
                  </a:lnTo>
                  <a:cubicBezTo>
                    <a:pt x="8798" y="551"/>
                    <a:pt x="8745" y="520"/>
                    <a:pt x="8688" y="506"/>
                  </a:cubicBezTo>
                  <a:cubicBezTo>
                    <a:pt x="8663" y="501"/>
                    <a:pt x="8639" y="498"/>
                    <a:pt x="8615" y="498"/>
                  </a:cubicBezTo>
                  <a:cubicBezTo>
                    <a:pt x="8531" y="498"/>
                    <a:pt x="8452" y="530"/>
                    <a:pt x="8394" y="588"/>
                  </a:cubicBezTo>
                  <a:lnTo>
                    <a:pt x="8000" y="974"/>
                  </a:lnTo>
                  <a:cubicBezTo>
                    <a:pt x="7877" y="1093"/>
                    <a:pt x="7877" y="1286"/>
                    <a:pt x="8000" y="1406"/>
                  </a:cubicBezTo>
                  <a:lnTo>
                    <a:pt x="8233" y="1635"/>
                  </a:lnTo>
                  <a:cubicBezTo>
                    <a:pt x="8170" y="1750"/>
                    <a:pt x="8119" y="1871"/>
                    <a:pt x="8080" y="1996"/>
                  </a:cubicBezTo>
                  <a:lnTo>
                    <a:pt x="7748" y="1996"/>
                  </a:lnTo>
                  <a:cubicBezTo>
                    <a:pt x="7577" y="1996"/>
                    <a:pt x="7437" y="2136"/>
                    <a:pt x="7437" y="2306"/>
                  </a:cubicBezTo>
                  <a:lnTo>
                    <a:pt x="7437" y="2620"/>
                  </a:lnTo>
                  <a:lnTo>
                    <a:pt x="191" y="2620"/>
                  </a:lnTo>
                  <a:cubicBezTo>
                    <a:pt x="85" y="2620"/>
                    <a:pt x="0" y="2704"/>
                    <a:pt x="0" y="2810"/>
                  </a:cubicBezTo>
                  <a:lnTo>
                    <a:pt x="0" y="7651"/>
                  </a:lnTo>
                  <a:cubicBezTo>
                    <a:pt x="0" y="7669"/>
                    <a:pt x="7" y="7686"/>
                    <a:pt x="21" y="7698"/>
                  </a:cubicBezTo>
                  <a:cubicBezTo>
                    <a:pt x="74" y="7750"/>
                    <a:pt x="130" y="7772"/>
                    <a:pt x="181" y="7772"/>
                  </a:cubicBezTo>
                  <a:cubicBezTo>
                    <a:pt x="281" y="7772"/>
                    <a:pt x="361" y="7689"/>
                    <a:pt x="361" y="7588"/>
                  </a:cubicBezTo>
                  <a:lnTo>
                    <a:pt x="361" y="4357"/>
                  </a:lnTo>
                  <a:lnTo>
                    <a:pt x="8150" y="4357"/>
                  </a:lnTo>
                  <a:lnTo>
                    <a:pt x="8368" y="4578"/>
                  </a:lnTo>
                  <a:cubicBezTo>
                    <a:pt x="8429" y="4639"/>
                    <a:pt x="8508" y="4669"/>
                    <a:pt x="8587" y="4669"/>
                  </a:cubicBezTo>
                  <a:cubicBezTo>
                    <a:pt x="8666" y="4669"/>
                    <a:pt x="8745" y="4639"/>
                    <a:pt x="8805" y="4578"/>
                  </a:cubicBezTo>
                  <a:lnTo>
                    <a:pt x="9038" y="4343"/>
                  </a:lnTo>
                  <a:cubicBezTo>
                    <a:pt x="9154" y="4405"/>
                    <a:pt x="9276" y="4458"/>
                    <a:pt x="9402" y="4495"/>
                  </a:cubicBezTo>
                  <a:lnTo>
                    <a:pt x="9402" y="4832"/>
                  </a:lnTo>
                  <a:cubicBezTo>
                    <a:pt x="9402" y="5003"/>
                    <a:pt x="9541" y="5143"/>
                    <a:pt x="9713" y="5143"/>
                  </a:cubicBezTo>
                  <a:lnTo>
                    <a:pt x="10274" y="5143"/>
                  </a:lnTo>
                  <a:cubicBezTo>
                    <a:pt x="10445" y="5143"/>
                    <a:pt x="10584" y="5003"/>
                    <a:pt x="10584" y="4832"/>
                  </a:cubicBezTo>
                  <a:lnTo>
                    <a:pt x="10584" y="4502"/>
                  </a:lnTo>
                  <a:cubicBezTo>
                    <a:pt x="10616" y="4491"/>
                    <a:pt x="10650" y="4479"/>
                    <a:pt x="10682" y="4465"/>
                  </a:cubicBezTo>
                  <a:lnTo>
                    <a:pt x="10682" y="10285"/>
                  </a:lnTo>
                  <a:lnTo>
                    <a:pt x="361" y="10285"/>
                  </a:lnTo>
                  <a:lnTo>
                    <a:pt x="361" y="8443"/>
                  </a:lnTo>
                  <a:cubicBezTo>
                    <a:pt x="361" y="8348"/>
                    <a:pt x="292" y="8262"/>
                    <a:pt x="198" y="8253"/>
                  </a:cubicBezTo>
                  <a:cubicBezTo>
                    <a:pt x="193" y="8253"/>
                    <a:pt x="187" y="8253"/>
                    <a:pt x="182" y="8253"/>
                  </a:cubicBezTo>
                  <a:cubicBezTo>
                    <a:pt x="81" y="8253"/>
                    <a:pt x="1" y="8334"/>
                    <a:pt x="1" y="8437"/>
                  </a:cubicBezTo>
                  <a:lnTo>
                    <a:pt x="1" y="11848"/>
                  </a:lnTo>
                  <a:cubicBezTo>
                    <a:pt x="1" y="12161"/>
                    <a:pt x="256" y="12414"/>
                    <a:pt x="569" y="12414"/>
                  </a:cubicBezTo>
                  <a:lnTo>
                    <a:pt x="10510" y="12414"/>
                  </a:lnTo>
                  <a:cubicBezTo>
                    <a:pt x="10823" y="12414"/>
                    <a:pt x="11077" y="12161"/>
                    <a:pt x="11077" y="11848"/>
                  </a:cubicBezTo>
                  <a:lnTo>
                    <a:pt x="11077" y="4486"/>
                  </a:lnTo>
                  <a:lnTo>
                    <a:pt x="11200" y="4610"/>
                  </a:lnTo>
                  <a:cubicBezTo>
                    <a:pt x="11261" y="4670"/>
                    <a:pt x="11340" y="4701"/>
                    <a:pt x="11419" y="4701"/>
                  </a:cubicBezTo>
                  <a:cubicBezTo>
                    <a:pt x="11498" y="4701"/>
                    <a:pt x="11577" y="4670"/>
                    <a:pt x="11637" y="4610"/>
                  </a:cubicBezTo>
                  <a:lnTo>
                    <a:pt x="12029" y="4216"/>
                  </a:lnTo>
                  <a:cubicBezTo>
                    <a:pt x="12149" y="4093"/>
                    <a:pt x="12149" y="3896"/>
                    <a:pt x="12029" y="3776"/>
                  </a:cubicBezTo>
                  <a:lnTo>
                    <a:pt x="11797" y="3541"/>
                  </a:lnTo>
                  <a:cubicBezTo>
                    <a:pt x="11860" y="3423"/>
                    <a:pt x="11910" y="3300"/>
                    <a:pt x="11949" y="3174"/>
                  </a:cubicBezTo>
                  <a:lnTo>
                    <a:pt x="12276" y="3174"/>
                  </a:lnTo>
                  <a:cubicBezTo>
                    <a:pt x="12448" y="3174"/>
                    <a:pt x="12586" y="3034"/>
                    <a:pt x="12586" y="2863"/>
                  </a:cubicBezTo>
                  <a:lnTo>
                    <a:pt x="12586" y="2305"/>
                  </a:lnTo>
                  <a:cubicBezTo>
                    <a:pt x="12582" y="2138"/>
                    <a:pt x="12443" y="1997"/>
                    <a:pt x="12271" y="1997"/>
                  </a:cubicBezTo>
                  <a:lnTo>
                    <a:pt x="11898" y="1997"/>
                  </a:lnTo>
                  <a:cubicBezTo>
                    <a:pt x="11860" y="1871"/>
                    <a:pt x="11812" y="1746"/>
                    <a:pt x="11750" y="1630"/>
                  </a:cubicBezTo>
                  <a:lnTo>
                    <a:pt x="11978" y="1395"/>
                  </a:lnTo>
                  <a:cubicBezTo>
                    <a:pt x="12096" y="1274"/>
                    <a:pt x="12096" y="1076"/>
                    <a:pt x="11978" y="954"/>
                  </a:cubicBezTo>
                  <a:lnTo>
                    <a:pt x="11595" y="561"/>
                  </a:lnTo>
                  <a:cubicBezTo>
                    <a:pt x="11538" y="502"/>
                    <a:pt x="11462" y="468"/>
                    <a:pt x="11383" y="468"/>
                  </a:cubicBezTo>
                  <a:cubicBezTo>
                    <a:pt x="11301" y="468"/>
                    <a:pt x="11226" y="502"/>
                    <a:pt x="11169" y="561"/>
                  </a:cubicBezTo>
                  <a:lnTo>
                    <a:pt x="10941" y="794"/>
                  </a:lnTo>
                  <a:cubicBezTo>
                    <a:pt x="10828" y="731"/>
                    <a:pt x="10708" y="681"/>
                    <a:pt x="10584" y="641"/>
                  </a:cubicBezTo>
                  <a:lnTo>
                    <a:pt x="10584" y="310"/>
                  </a:lnTo>
                  <a:cubicBezTo>
                    <a:pt x="10584" y="138"/>
                    <a:pt x="10445" y="0"/>
                    <a:pt x="102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90" name="Google Shape;2790;p71"/>
            <p:cNvGrpSpPr/>
            <p:nvPr/>
          </p:nvGrpSpPr>
          <p:grpSpPr>
            <a:xfrm>
              <a:off x="8122678" y="2237985"/>
              <a:ext cx="259550" cy="316340"/>
              <a:chOff x="8122678" y="2237985"/>
              <a:chExt cx="259550" cy="316340"/>
            </a:xfrm>
          </p:grpSpPr>
          <p:sp>
            <p:nvSpPr>
              <p:cNvPr id="2791" name="Google Shape;2791;p71"/>
              <p:cNvSpPr/>
              <p:nvPr/>
            </p:nvSpPr>
            <p:spPr>
              <a:xfrm>
                <a:off x="8276529" y="2462908"/>
                <a:ext cx="42696" cy="91417"/>
              </a:xfrm>
              <a:custGeom>
                <a:rect b="b" l="l" r="r" t="t"/>
                <a:pathLst>
                  <a:path extrusionOk="0" h="2413" w="1127">
                    <a:moveTo>
                      <a:pt x="205" y="0"/>
                    </a:moveTo>
                    <a:cubicBezTo>
                      <a:pt x="90" y="0"/>
                      <a:pt x="0" y="107"/>
                      <a:pt x="31" y="227"/>
                    </a:cubicBezTo>
                    <a:cubicBezTo>
                      <a:pt x="52" y="309"/>
                      <a:pt x="129" y="358"/>
                      <a:pt x="211" y="361"/>
                    </a:cubicBezTo>
                    <a:cubicBezTo>
                      <a:pt x="366" y="364"/>
                      <a:pt x="496" y="463"/>
                      <a:pt x="496" y="579"/>
                    </a:cubicBezTo>
                    <a:lnTo>
                      <a:pt x="496" y="899"/>
                    </a:lnTo>
                    <a:cubicBezTo>
                      <a:pt x="496" y="909"/>
                      <a:pt x="497" y="920"/>
                      <a:pt x="498" y="930"/>
                    </a:cubicBezTo>
                    <a:cubicBezTo>
                      <a:pt x="518" y="1040"/>
                      <a:pt x="559" y="1132"/>
                      <a:pt x="617" y="1206"/>
                    </a:cubicBezTo>
                    <a:cubicBezTo>
                      <a:pt x="559" y="1279"/>
                      <a:pt x="518" y="1370"/>
                      <a:pt x="498" y="1480"/>
                    </a:cubicBezTo>
                    <a:cubicBezTo>
                      <a:pt x="496" y="1490"/>
                      <a:pt x="496" y="1501"/>
                      <a:pt x="496" y="1512"/>
                    </a:cubicBezTo>
                    <a:lnTo>
                      <a:pt x="496" y="1832"/>
                    </a:lnTo>
                    <a:cubicBezTo>
                      <a:pt x="496" y="1949"/>
                      <a:pt x="366" y="2049"/>
                      <a:pt x="211" y="2051"/>
                    </a:cubicBezTo>
                    <a:cubicBezTo>
                      <a:pt x="127" y="2053"/>
                      <a:pt x="51" y="2103"/>
                      <a:pt x="31" y="2185"/>
                    </a:cubicBezTo>
                    <a:cubicBezTo>
                      <a:pt x="0" y="2305"/>
                      <a:pt x="90" y="2412"/>
                      <a:pt x="205" y="2412"/>
                    </a:cubicBezTo>
                    <a:cubicBezTo>
                      <a:pt x="565" y="2412"/>
                      <a:pt x="856" y="2152"/>
                      <a:pt x="856" y="1833"/>
                    </a:cubicBezTo>
                    <a:lnTo>
                      <a:pt x="856" y="1531"/>
                    </a:lnTo>
                    <a:cubicBezTo>
                      <a:pt x="875" y="1448"/>
                      <a:pt x="911" y="1406"/>
                      <a:pt x="984" y="1379"/>
                    </a:cubicBezTo>
                    <a:cubicBezTo>
                      <a:pt x="1043" y="1359"/>
                      <a:pt x="1090" y="1311"/>
                      <a:pt x="1104" y="1250"/>
                    </a:cubicBezTo>
                    <a:cubicBezTo>
                      <a:pt x="1126" y="1157"/>
                      <a:pt x="1074" y="1066"/>
                      <a:pt x="988" y="1037"/>
                    </a:cubicBezTo>
                    <a:cubicBezTo>
                      <a:pt x="912" y="1011"/>
                      <a:pt x="875" y="969"/>
                      <a:pt x="857" y="883"/>
                    </a:cubicBezTo>
                    <a:lnTo>
                      <a:pt x="857" y="582"/>
                    </a:lnTo>
                    <a:cubicBezTo>
                      <a:pt x="857" y="260"/>
                      <a:pt x="565" y="0"/>
                      <a:pt x="2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2" name="Google Shape;2792;p71"/>
              <p:cNvSpPr/>
              <p:nvPr/>
            </p:nvSpPr>
            <p:spPr>
              <a:xfrm>
                <a:off x="8166397" y="2511704"/>
                <a:ext cx="35991" cy="13639"/>
              </a:xfrm>
              <a:custGeom>
                <a:rect b="b" l="l" r="r" t="t"/>
                <a:pathLst>
                  <a:path extrusionOk="0" h="360" w="950">
                    <a:moveTo>
                      <a:pt x="189" y="0"/>
                    </a:moveTo>
                    <a:cubicBezTo>
                      <a:pt x="84" y="0"/>
                      <a:pt x="0" y="89"/>
                      <a:pt x="9" y="196"/>
                    </a:cubicBezTo>
                    <a:cubicBezTo>
                      <a:pt x="17" y="290"/>
                      <a:pt x="104" y="360"/>
                      <a:pt x="198" y="360"/>
                    </a:cubicBezTo>
                    <a:lnTo>
                      <a:pt x="752" y="360"/>
                    </a:lnTo>
                    <a:cubicBezTo>
                      <a:pt x="848" y="360"/>
                      <a:pt x="933" y="290"/>
                      <a:pt x="941" y="196"/>
                    </a:cubicBezTo>
                    <a:cubicBezTo>
                      <a:pt x="950" y="89"/>
                      <a:pt x="866" y="0"/>
                      <a:pt x="7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3" name="Google Shape;2793;p71"/>
              <p:cNvSpPr/>
              <p:nvPr/>
            </p:nvSpPr>
            <p:spPr>
              <a:xfrm>
                <a:off x="8122678" y="2453361"/>
                <a:ext cx="36067" cy="13639"/>
              </a:xfrm>
              <a:custGeom>
                <a:rect b="b" l="l" r="r" t="t"/>
                <a:pathLst>
                  <a:path extrusionOk="0" h="360" w="952">
                    <a:moveTo>
                      <a:pt x="189" y="1"/>
                    </a:moveTo>
                    <a:cubicBezTo>
                      <a:pt x="85" y="1"/>
                      <a:pt x="1" y="90"/>
                      <a:pt x="9" y="197"/>
                    </a:cubicBezTo>
                    <a:cubicBezTo>
                      <a:pt x="18" y="291"/>
                      <a:pt x="104" y="360"/>
                      <a:pt x="198" y="360"/>
                    </a:cubicBezTo>
                    <a:lnTo>
                      <a:pt x="754" y="360"/>
                    </a:lnTo>
                    <a:cubicBezTo>
                      <a:pt x="850" y="360"/>
                      <a:pt x="935" y="291"/>
                      <a:pt x="942" y="197"/>
                    </a:cubicBezTo>
                    <a:cubicBezTo>
                      <a:pt x="952" y="90"/>
                      <a:pt x="868" y="1"/>
                      <a:pt x="7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4" name="Google Shape;2794;p71"/>
              <p:cNvSpPr/>
              <p:nvPr/>
            </p:nvSpPr>
            <p:spPr>
              <a:xfrm>
                <a:off x="8172496" y="2453285"/>
                <a:ext cx="75505" cy="13676"/>
              </a:xfrm>
              <a:custGeom>
                <a:rect b="b" l="l" r="r" t="t"/>
                <a:pathLst>
                  <a:path extrusionOk="0" h="361" w="1993">
                    <a:moveTo>
                      <a:pt x="197" y="1"/>
                    </a:moveTo>
                    <a:cubicBezTo>
                      <a:pt x="102" y="1"/>
                      <a:pt x="17" y="71"/>
                      <a:pt x="9" y="165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1812" y="361"/>
                    </a:lnTo>
                    <a:cubicBezTo>
                      <a:pt x="1813" y="361"/>
                      <a:pt x="1814" y="361"/>
                      <a:pt x="1814" y="361"/>
                    </a:cubicBezTo>
                    <a:cubicBezTo>
                      <a:pt x="1914" y="361"/>
                      <a:pt x="1992" y="281"/>
                      <a:pt x="1992" y="182"/>
                    </a:cubicBezTo>
                    <a:cubicBezTo>
                      <a:pt x="1992" y="82"/>
                      <a:pt x="1912" y="1"/>
                      <a:pt x="181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5" name="Google Shape;2795;p71"/>
              <p:cNvSpPr/>
              <p:nvPr/>
            </p:nvSpPr>
            <p:spPr>
              <a:xfrm>
                <a:off x="8124155" y="2393730"/>
                <a:ext cx="164459" cy="13676"/>
              </a:xfrm>
              <a:custGeom>
                <a:rect b="b" l="l" r="r" t="t"/>
                <a:pathLst>
                  <a:path extrusionOk="0" h="361" w="4341">
                    <a:moveTo>
                      <a:pt x="199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1" y="272"/>
                      <a:pt x="84" y="361"/>
                      <a:pt x="189" y="361"/>
                    </a:cubicBezTo>
                    <a:lnTo>
                      <a:pt x="4143" y="361"/>
                    </a:lnTo>
                    <a:cubicBezTo>
                      <a:pt x="4238" y="361"/>
                      <a:pt x="4324" y="292"/>
                      <a:pt x="4331" y="197"/>
                    </a:cubicBezTo>
                    <a:cubicBezTo>
                      <a:pt x="4341" y="91"/>
                      <a:pt x="4257" y="1"/>
                      <a:pt x="415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6" name="Google Shape;2796;p71"/>
              <p:cNvSpPr/>
              <p:nvPr/>
            </p:nvSpPr>
            <p:spPr>
              <a:xfrm>
                <a:off x="8282325" y="2237985"/>
                <a:ext cx="99903" cy="97289"/>
              </a:xfrm>
              <a:custGeom>
                <a:rect b="b" l="l" r="r" t="t"/>
                <a:pathLst>
                  <a:path extrusionOk="0" h="2568" w="2637">
                    <a:moveTo>
                      <a:pt x="1801" y="1687"/>
                    </a:moveTo>
                    <a:cubicBezTo>
                      <a:pt x="1901" y="1687"/>
                      <a:pt x="1985" y="1763"/>
                      <a:pt x="1998" y="1861"/>
                    </a:cubicBezTo>
                    <a:cubicBezTo>
                      <a:pt x="1836" y="2059"/>
                      <a:pt x="1608" y="2177"/>
                      <a:pt x="1350" y="2189"/>
                    </a:cubicBezTo>
                    <a:cubicBezTo>
                      <a:pt x="1335" y="2189"/>
                      <a:pt x="1319" y="2190"/>
                      <a:pt x="1304" y="2190"/>
                    </a:cubicBezTo>
                    <a:cubicBezTo>
                      <a:pt x="1059" y="2190"/>
                      <a:pt x="831" y="2096"/>
                      <a:pt x="657" y="1922"/>
                    </a:cubicBezTo>
                    <a:cubicBezTo>
                      <a:pt x="586" y="1850"/>
                      <a:pt x="529" y="1772"/>
                      <a:pt x="486" y="1687"/>
                    </a:cubicBezTo>
                    <a:close/>
                    <a:moveTo>
                      <a:pt x="1296" y="0"/>
                    </a:moveTo>
                    <a:cubicBezTo>
                      <a:pt x="1275" y="0"/>
                      <a:pt x="1255" y="1"/>
                      <a:pt x="1234" y="2"/>
                    </a:cubicBezTo>
                    <a:cubicBezTo>
                      <a:pt x="586" y="36"/>
                      <a:pt x="52" y="570"/>
                      <a:pt x="19" y="1218"/>
                    </a:cubicBezTo>
                    <a:cubicBezTo>
                      <a:pt x="0" y="1581"/>
                      <a:pt x="137" y="1935"/>
                      <a:pt x="393" y="2192"/>
                    </a:cubicBezTo>
                    <a:cubicBezTo>
                      <a:pt x="634" y="2433"/>
                      <a:pt x="963" y="2568"/>
                      <a:pt x="1303" y="2568"/>
                    </a:cubicBezTo>
                    <a:cubicBezTo>
                      <a:pt x="1758" y="2568"/>
                      <a:pt x="2173" y="2323"/>
                      <a:pt x="2399" y="1932"/>
                    </a:cubicBezTo>
                    <a:cubicBezTo>
                      <a:pt x="2621" y="1547"/>
                      <a:pt x="2637" y="1073"/>
                      <a:pt x="2441" y="692"/>
                    </a:cubicBezTo>
                    <a:cubicBezTo>
                      <a:pt x="2409" y="628"/>
                      <a:pt x="2344" y="591"/>
                      <a:pt x="2277" y="591"/>
                    </a:cubicBezTo>
                    <a:cubicBezTo>
                      <a:pt x="2249" y="591"/>
                      <a:pt x="2220" y="597"/>
                      <a:pt x="2194" y="611"/>
                    </a:cubicBezTo>
                    <a:cubicBezTo>
                      <a:pt x="2103" y="658"/>
                      <a:pt x="2068" y="768"/>
                      <a:pt x="2114" y="860"/>
                    </a:cubicBezTo>
                    <a:cubicBezTo>
                      <a:pt x="2210" y="1048"/>
                      <a:pt x="2233" y="1269"/>
                      <a:pt x="2184" y="1481"/>
                    </a:cubicBezTo>
                    <a:cubicBezTo>
                      <a:pt x="2084" y="1386"/>
                      <a:pt x="1947" y="1329"/>
                      <a:pt x="1799" y="1329"/>
                    </a:cubicBezTo>
                    <a:lnTo>
                      <a:pt x="388" y="1329"/>
                    </a:lnTo>
                    <a:cubicBezTo>
                      <a:pt x="387" y="1298"/>
                      <a:pt x="387" y="1268"/>
                      <a:pt x="388" y="1237"/>
                    </a:cubicBezTo>
                    <a:cubicBezTo>
                      <a:pt x="412" y="775"/>
                      <a:pt x="791" y="393"/>
                      <a:pt x="1253" y="370"/>
                    </a:cubicBezTo>
                    <a:cubicBezTo>
                      <a:pt x="1268" y="370"/>
                      <a:pt x="1284" y="369"/>
                      <a:pt x="1299" y="369"/>
                    </a:cubicBezTo>
                    <a:cubicBezTo>
                      <a:pt x="1396" y="369"/>
                      <a:pt x="1491" y="384"/>
                      <a:pt x="1584" y="414"/>
                    </a:cubicBezTo>
                    <a:cubicBezTo>
                      <a:pt x="1605" y="421"/>
                      <a:pt x="1626" y="425"/>
                      <a:pt x="1647" y="425"/>
                    </a:cubicBezTo>
                    <a:cubicBezTo>
                      <a:pt x="1703" y="425"/>
                      <a:pt x="1757" y="401"/>
                      <a:pt x="1791" y="354"/>
                    </a:cubicBezTo>
                    <a:cubicBezTo>
                      <a:pt x="1872" y="246"/>
                      <a:pt x="1820" y="104"/>
                      <a:pt x="1703" y="66"/>
                    </a:cubicBezTo>
                    <a:cubicBezTo>
                      <a:pt x="1570" y="22"/>
                      <a:pt x="1434" y="0"/>
                      <a:pt x="12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97" name="Google Shape;2797;p71"/>
          <p:cNvGrpSpPr/>
          <p:nvPr/>
        </p:nvGrpSpPr>
        <p:grpSpPr>
          <a:xfrm>
            <a:off x="7016227" y="2702591"/>
            <a:ext cx="448796" cy="449654"/>
            <a:chOff x="7163581" y="2185780"/>
            <a:chExt cx="475873" cy="476783"/>
          </a:xfrm>
        </p:grpSpPr>
        <p:sp>
          <p:nvSpPr>
            <p:cNvPr id="2798" name="Google Shape;2798;p71"/>
            <p:cNvSpPr/>
            <p:nvPr/>
          </p:nvSpPr>
          <p:spPr>
            <a:xfrm>
              <a:off x="7163581" y="2185780"/>
              <a:ext cx="475873" cy="476783"/>
            </a:xfrm>
            <a:custGeom>
              <a:rect b="b" l="l" r="r" t="t"/>
              <a:pathLst>
                <a:path extrusionOk="0" h="12585" w="12561">
                  <a:moveTo>
                    <a:pt x="6268" y="385"/>
                  </a:moveTo>
                  <a:lnTo>
                    <a:pt x="6268" y="385"/>
                  </a:lnTo>
                  <a:cubicBezTo>
                    <a:pt x="6865" y="482"/>
                    <a:pt x="7431" y="1044"/>
                    <a:pt x="7876" y="1991"/>
                  </a:cubicBezTo>
                  <a:cubicBezTo>
                    <a:pt x="8067" y="2394"/>
                    <a:pt x="8224" y="2846"/>
                    <a:pt x="8348" y="3333"/>
                  </a:cubicBezTo>
                  <a:cubicBezTo>
                    <a:pt x="7693" y="3207"/>
                    <a:pt x="6990" y="3137"/>
                    <a:pt x="6268" y="3127"/>
                  </a:cubicBezTo>
                  <a:lnTo>
                    <a:pt x="6268" y="385"/>
                  </a:lnTo>
                  <a:close/>
                  <a:moveTo>
                    <a:pt x="5906" y="387"/>
                  </a:moveTo>
                  <a:lnTo>
                    <a:pt x="5906" y="3129"/>
                  </a:lnTo>
                  <a:cubicBezTo>
                    <a:pt x="5183" y="3139"/>
                    <a:pt x="4481" y="3211"/>
                    <a:pt x="3826" y="3336"/>
                  </a:cubicBezTo>
                  <a:cubicBezTo>
                    <a:pt x="3949" y="2846"/>
                    <a:pt x="4108" y="2395"/>
                    <a:pt x="4297" y="1992"/>
                  </a:cubicBezTo>
                  <a:cubicBezTo>
                    <a:pt x="4743" y="1044"/>
                    <a:pt x="5308" y="482"/>
                    <a:pt x="5906" y="387"/>
                  </a:cubicBezTo>
                  <a:close/>
                  <a:moveTo>
                    <a:pt x="7268" y="493"/>
                  </a:moveTo>
                  <a:lnTo>
                    <a:pt x="7268" y="493"/>
                  </a:lnTo>
                  <a:cubicBezTo>
                    <a:pt x="8345" y="718"/>
                    <a:pt x="9332" y="1249"/>
                    <a:pt x="10127" y="2044"/>
                  </a:cubicBezTo>
                  <a:cubicBezTo>
                    <a:pt x="10922" y="2839"/>
                    <a:pt x="11455" y="3828"/>
                    <a:pt x="11678" y="4903"/>
                  </a:cubicBezTo>
                  <a:cubicBezTo>
                    <a:pt x="11368" y="4550"/>
                    <a:pt x="10917" y="4229"/>
                    <a:pt x="10336" y="3956"/>
                  </a:cubicBezTo>
                  <a:cubicBezTo>
                    <a:pt x="9864" y="3735"/>
                    <a:pt x="9330" y="3555"/>
                    <a:pt x="8751" y="3420"/>
                  </a:cubicBezTo>
                  <a:cubicBezTo>
                    <a:pt x="8617" y="2841"/>
                    <a:pt x="8436" y="2307"/>
                    <a:pt x="8215" y="1835"/>
                  </a:cubicBezTo>
                  <a:cubicBezTo>
                    <a:pt x="7941" y="1255"/>
                    <a:pt x="7620" y="803"/>
                    <a:pt x="7268" y="493"/>
                  </a:cubicBezTo>
                  <a:close/>
                  <a:moveTo>
                    <a:pt x="6268" y="3498"/>
                  </a:moveTo>
                  <a:lnTo>
                    <a:pt x="6268" y="3498"/>
                  </a:lnTo>
                  <a:cubicBezTo>
                    <a:pt x="7028" y="3508"/>
                    <a:pt x="7762" y="3588"/>
                    <a:pt x="8439" y="3729"/>
                  </a:cubicBezTo>
                  <a:cubicBezTo>
                    <a:pt x="8529" y="4163"/>
                    <a:pt x="8594" y="4619"/>
                    <a:pt x="8632" y="5092"/>
                  </a:cubicBezTo>
                  <a:cubicBezTo>
                    <a:pt x="8264" y="4904"/>
                    <a:pt x="7856" y="4807"/>
                    <a:pt x="7431" y="4807"/>
                  </a:cubicBezTo>
                  <a:cubicBezTo>
                    <a:pt x="7022" y="4807"/>
                    <a:pt x="6625" y="4899"/>
                    <a:pt x="6268" y="5074"/>
                  </a:cubicBezTo>
                  <a:lnTo>
                    <a:pt x="6268" y="3498"/>
                  </a:lnTo>
                  <a:close/>
                  <a:moveTo>
                    <a:pt x="3336" y="3818"/>
                  </a:moveTo>
                  <a:lnTo>
                    <a:pt x="3336" y="3818"/>
                  </a:lnTo>
                  <a:cubicBezTo>
                    <a:pt x="3211" y="4473"/>
                    <a:pt x="3140" y="5175"/>
                    <a:pt x="3130" y="5899"/>
                  </a:cubicBezTo>
                  <a:lnTo>
                    <a:pt x="387" y="5899"/>
                  </a:lnTo>
                  <a:cubicBezTo>
                    <a:pt x="482" y="5301"/>
                    <a:pt x="1046" y="4735"/>
                    <a:pt x="1995" y="4289"/>
                  </a:cubicBezTo>
                  <a:cubicBezTo>
                    <a:pt x="2397" y="4101"/>
                    <a:pt x="2849" y="3943"/>
                    <a:pt x="3336" y="3818"/>
                  </a:cubicBezTo>
                  <a:close/>
                  <a:moveTo>
                    <a:pt x="5906" y="3495"/>
                  </a:moveTo>
                  <a:lnTo>
                    <a:pt x="5906" y="5292"/>
                  </a:lnTo>
                  <a:cubicBezTo>
                    <a:pt x="5785" y="5379"/>
                    <a:pt x="5671" y="5475"/>
                    <a:pt x="5564" y="5583"/>
                  </a:cubicBezTo>
                  <a:cubicBezTo>
                    <a:pt x="5463" y="5682"/>
                    <a:pt x="5373" y="5789"/>
                    <a:pt x="5293" y="5899"/>
                  </a:cubicBezTo>
                  <a:lnTo>
                    <a:pt x="3504" y="5899"/>
                  </a:lnTo>
                  <a:cubicBezTo>
                    <a:pt x="3513" y="5139"/>
                    <a:pt x="3593" y="4405"/>
                    <a:pt x="3734" y="3728"/>
                  </a:cubicBezTo>
                  <a:cubicBezTo>
                    <a:pt x="4412" y="3587"/>
                    <a:pt x="5146" y="3508"/>
                    <a:pt x="5906" y="3495"/>
                  </a:cubicBezTo>
                  <a:close/>
                  <a:moveTo>
                    <a:pt x="8837" y="3819"/>
                  </a:moveTo>
                  <a:lnTo>
                    <a:pt x="8837" y="3819"/>
                  </a:lnTo>
                  <a:cubicBezTo>
                    <a:pt x="9325" y="3944"/>
                    <a:pt x="9776" y="4101"/>
                    <a:pt x="10179" y="4290"/>
                  </a:cubicBezTo>
                  <a:cubicBezTo>
                    <a:pt x="11127" y="4737"/>
                    <a:pt x="11689" y="5302"/>
                    <a:pt x="11786" y="5901"/>
                  </a:cubicBezTo>
                  <a:lnTo>
                    <a:pt x="9583" y="5901"/>
                  </a:lnTo>
                  <a:lnTo>
                    <a:pt x="9583" y="5899"/>
                  </a:lnTo>
                  <a:cubicBezTo>
                    <a:pt x="9502" y="5788"/>
                    <a:pt x="9411" y="5682"/>
                    <a:pt x="9311" y="5583"/>
                  </a:cubicBezTo>
                  <a:cubicBezTo>
                    <a:pt x="9220" y="5491"/>
                    <a:pt x="9125" y="5409"/>
                    <a:pt x="9022" y="5332"/>
                  </a:cubicBezTo>
                  <a:cubicBezTo>
                    <a:pt x="8992" y="4810"/>
                    <a:pt x="8929" y="4302"/>
                    <a:pt x="8837" y="3819"/>
                  </a:cubicBezTo>
                  <a:close/>
                  <a:moveTo>
                    <a:pt x="11786" y="6259"/>
                  </a:moveTo>
                  <a:cubicBezTo>
                    <a:pt x="11691" y="6857"/>
                    <a:pt x="11127" y="7423"/>
                    <a:pt x="10179" y="7870"/>
                  </a:cubicBezTo>
                  <a:cubicBezTo>
                    <a:pt x="10134" y="7891"/>
                    <a:pt x="10090" y="7910"/>
                    <a:pt x="10045" y="7930"/>
                  </a:cubicBezTo>
                  <a:cubicBezTo>
                    <a:pt x="10074" y="7773"/>
                    <a:pt x="10088" y="7611"/>
                    <a:pt x="10088" y="7449"/>
                  </a:cubicBezTo>
                  <a:cubicBezTo>
                    <a:pt x="10090" y="7030"/>
                    <a:pt x="9991" y="6625"/>
                    <a:pt x="9808" y="6259"/>
                  </a:cubicBezTo>
                  <a:close/>
                  <a:moveTo>
                    <a:pt x="3130" y="6259"/>
                  </a:moveTo>
                  <a:cubicBezTo>
                    <a:pt x="3140" y="6983"/>
                    <a:pt x="3211" y="7685"/>
                    <a:pt x="3336" y="8342"/>
                  </a:cubicBezTo>
                  <a:cubicBezTo>
                    <a:pt x="2848" y="8217"/>
                    <a:pt x="2397" y="8060"/>
                    <a:pt x="1995" y="7870"/>
                  </a:cubicBezTo>
                  <a:cubicBezTo>
                    <a:pt x="1046" y="7423"/>
                    <a:pt x="484" y="6857"/>
                    <a:pt x="387" y="6259"/>
                  </a:cubicBezTo>
                  <a:close/>
                  <a:moveTo>
                    <a:pt x="5054" y="6259"/>
                  </a:moveTo>
                  <a:cubicBezTo>
                    <a:pt x="4684" y="7001"/>
                    <a:pt x="4680" y="7879"/>
                    <a:pt x="5044" y="8621"/>
                  </a:cubicBezTo>
                  <a:cubicBezTo>
                    <a:pt x="4587" y="8583"/>
                    <a:pt x="4143" y="8520"/>
                    <a:pt x="3722" y="8432"/>
                  </a:cubicBezTo>
                  <a:cubicBezTo>
                    <a:pt x="3580" y="7755"/>
                    <a:pt x="3502" y="7020"/>
                    <a:pt x="3489" y="6259"/>
                  </a:cubicBezTo>
                  <a:close/>
                  <a:moveTo>
                    <a:pt x="11680" y="7266"/>
                  </a:moveTo>
                  <a:lnTo>
                    <a:pt x="11680" y="7266"/>
                  </a:lnTo>
                  <a:cubicBezTo>
                    <a:pt x="11506" y="8101"/>
                    <a:pt x="11147" y="8882"/>
                    <a:pt x="10625" y="9562"/>
                  </a:cubicBezTo>
                  <a:lnTo>
                    <a:pt x="10497" y="9433"/>
                  </a:lnTo>
                  <a:cubicBezTo>
                    <a:pt x="10461" y="9397"/>
                    <a:pt x="10414" y="9379"/>
                    <a:pt x="10367" y="9379"/>
                  </a:cubicBezTo>
                  <a:cubicBezTo>
                    <a:pt x="10319" y="9379"/>
                    <a:pt x="10272" y="9397"/>
                    <a:pt x="10236" y="9433"/>
                  </a:cubicBezTo>
                  <a:lnTo>
                    <a:pt x="9953" y="9716"/>
                  </a:lnTo>
                  <a:lnTo>
                    <a:pt x="9437" y="9201"/>
                  </a:lnTo>
                  <a:cubicBezTo>
                    <a:pt x="9649" y="8959"/>
                    <a:pt x="9811" y="8685"/>
                    <a:pt x="9922" y="8391"/>
                  </a:cubicBezTo>
                  <a:cubicBezTo>
                    <a:pt x="10064" y="8334"/>
                    <a:pt x="10204" y="8276"/>
                    <a:pt x="10337" y="8213"/>
                  </a:cubicBezTo>
                  <a:cubicBezTo>
                    <a:pt x="10917" y="7939"/>
                    <a:pt x="11369" y="7619"/>
                    <a:pt x="11680" y="7266"/>
                  </a:cubicBezTo>
                  <a:close/>
                  <a:moveTo>
                    <a:pt x="7436" y="5175"/>
                  </a:moveTo>
                  <a:cubicBezTo>
                    <a:pt x="8046" y="5175"/>
                    <a:pt x="8619" y="5414"/>
                    <a:pt x="9051" y="5845"/>
                  </a:cubicBezTo>
                  <a:cubicBezTo>
                    <a:pt x="9483" y="6276"/>
                    <a:pt x="9720" y="6850"/>
                    <a:pt x="9720" y="7460"/>
                  </a:cubicBezTo>
                  <a:cubicBezTo>
                    <a:pt x="9720" y="8070"/>
                    <a:pt x="9482" y="8643"/>
                    <a:pt x="9051" y="9076"/>
                  </a:cubicBezTo>
                  <a:cubicBezTo>
                    <a:pt x="8619" y="9507"/>
                    <a:pt x="8046" y="9745"/>
                    <a:pt x="7436" y="9745"/>
                  </a:cubicBezTo>
                  <a:cubicBezTo>
                    <a:pt x="6824" y="9745"/>
                    <a:pt x="6251" y="9507"/>
                    <a:pt x="5821" y="9076"/>
                  </a:cubicBezTo>
                  <a:cubicBezTo>
                    <a:pt x="4928" y="8184"/>
                    <a:pt x="4928" y="6735"/>
                    <a:pt x="5821" y="5845"/>
                  </a:cubicBezTo>
                  <a:cubicBezTo>
                    <a:pt x="6252" y="5412"/>
                    <a:pt x="6825" y="5175"/>
                    <a:pt x="7436" y="5175"/>
                  </a:cubicBezTo>
                  <a:close/>
                  <a:moveTo>
                    <a:pt x="9175" y="9461"/>
                  </a:moveTo>
                  <a:lnTo>
                    <a:pt x="9689" y="9976"/>
                  </a:lnTo>
                  <a:lnTo>
                    <a:pt x="9407" y="10259"/>
                  </a:lnTo>
                  <a:cubicBezTo>
                    <a:pt x="9335" y="10331"/>
                    <a:pt x="9335" y="10448"/>
                    <a:pt x="9408" y="10520"/>
                  </a:cubicBezTo>
                  <a:lnTo>
                    <a:pt x="9531" y="10644"/>
                  </a:lnTo>
                  <a:cubicBezTo>
                    <a:pt x="8859" y="11155"/>
                    <a:pt x="8089" y="11506"/>
                    <a:pt x="7267" y="11676"/>
                  </a:cubicBezTo>
                  <a:cubicBezTo>
                    <a:pt x="7620" y="11366"/>
                    <a:pt x="7941" y="10915"/>
                    <a:pt x="8213" y="10334"/>
                  </a:cubicBezTo>
                  <a:cubicBezTo>
                    <a:pt x="8273" y="10207"/>
                    <a:pt x="8330" y="10075"/>
                    <a:pt x="8383" y="9938"/>
                  </a:cubicBezTo>
                  <a:cubicBezTo>
                    <a:pt x="8671" y="9828"/>
                    <a:pt x="8939" y="9667"/>
                    <a:pt x="9175" y="9461"/>
                  </a:cubicBezTo>
                  <a:close/>
                  <a:moveTo>
                    <a:pt x="495" y="7266"/>
                  </a:moveTo>
                  <a:lnTo>
                    <a:pt x="495" y="7266"/>
                  </a:lnTo>
                  <a:cubicBezTo>
                    <a:pt x="805" y="7620"/>
                    <a:pt x="1256" y="7940"/>
                    <a:pt x="1837" y="8213"/>
                  </a:cubicBezTo>
                  <a:cubicBezTo>
                    <a:pt x="2309" y="8434"/>
                    <a:pt x="2843" y="8615"/>
                    <a:pt x="3422" y="8750"/>
                  </a:cubicBezTo>
                  <a:cubicBezTo>
                    <a:pt x="3556" y="9328"/>
                    <a:pt x="3737" y="9862"/>
                    <a:pt x="3958" y="10334"/>
                  </a:cubicBezTo>
                  <a:cubicBezTo>
                    <a:pt x="4232" y="10914"/>
                    <a:pt x="4553" y="11366"/>
                    <a:pt x="4905" y="11677"/>
                  </a:cubicBezTo>
                  <a:cubicBezTo>
                    <a:pt x="3831" y="11453"/>
                    <a:pt x="2842" y="10921"/>
                    <a:pt x="2046" y="10125"/>
                  </a:cubicBezTo>
                  <a:cubicBezTo>
                    <a:pt x="1251" y="9330"/>
                    <a:pt x="720" y="8340"/>
                    <a:pt x="495" y="7266"/>
                  </a:cubicBezTo>
                  <a:close/>
                  <a:moveTo>
                    <a:pt x="3825" y="8837"/>
                  </a:moveTo>
                  <a:cubicBezTo>
                    <a:pt x="4292" y="8927"/>
                    <a:pt x="4785" y="8988"/>
                    <a:pt x="5290" y="9020"/>
                  </a:cubicBezTo>
                  <a:cubicBezTo>
                    <a:pt x="5371" y="9132"/>
                    <a:pt x="5461" y="9238"/>
                    <a:pt x="5561" y="9339"/>
                  </a:cubicBezTo>
                  <a:cubicBezTo>
                    <a:pt x="5669" y="9446"/>
                    <a:pt x="5784" y="9543"/>
                    <a:pt x="5904" y="9630"/>
                  </a:cubicBezTo>
                  <a:lnTo>
                    <a:pt x="5904" y="11785"/>
                  </a:lnTo>
                  <a:lnTo>
                    <a:pt x="5904" y="11785"/>
                  </a:lnTo>
                  <a:cubicBezTo>
                    <a:pt x="5307" y="11689"/>
                    <a:pt x="4742" y="11126"/>
                    <a:pt x="4297" y="10180"/>
                  </a:cubicBezTo>
                  <a:cubicBezTo>
                    <a:pt x="4108" y="9777"/>
                    <a:pt x="3949" y="9324"/>
                    <a:pt x="3825" y="8837"/>
                  </a:cubicBezTo>
                  <a:close/>
                  <a:moveTo>
                    <a:pt x="6267" y="9847"/>
                  </a:moveTo>
                  <a:cubicBezTo>
                    <a:pt x="6624" y="10023"/>
                    <a:pt x="7021" y="10114"/>
                    <a:pt x="7430" y="10114"/>
                  </a:cubicBezTo>
                  <a:cubicBezTo>
                    <a:pt x="7599" y="10114"/>
                    <a:pt x="7764" y="10098"/>
                    <a:pt x="7927" y="10068"/>
                  </a:cubicBezTo>
                  <a:lnTo>
                    <a:pt x="7927" y="10068"/>
                  </a:lnTo>
                  <a:cubicBezTo>
                    <a:pt x="7910" y="10104"/>
                    <a:pt x="7894" y="10143"/>
                    <a:pt x="7876" y="10178"/>
                  </a:cubicBezTo>
                  <a:cubicBezTo>
                    <a:pt x="7430" y="11126"/>
                    <a:pt x="6865" y="11689"/>
                    <a:pt x="6267" y="11785"/>
                  </a:cubicBezTo>
                  <a:lnTo>
                    <a:pt x="6267" y="9847"/>
                  </a:lnTo>
                  <a:close/>
                  <a:moveTo>
                    <a:pt x="6084" y="0"/>
                  </a:moveTo>
                  <a:cubicBezTo>
                    <a:pt x="4787" y="0"/>
                    <a:pt x="3548" y="404"/>
                    <a:pt x="2503" y="1166"/>
                  </a:cubicBezTo>
                  <a:cubicBezTo>
                    <a:pt x="2420" y="1227"/>
                    <a:pt x="2402" y="1342"/>
                    <a:pt x="2462" y="1425"/>
                  </a:cubicBezTo>
                  <a:cubicBezTo>
                    <a:pt x="2498" y="1474"/>
                    <a:pt x="2555" y="1500"/>
                    <a:pt x="2611" y="1500"/>
                  </a:cubicBezTo>
                  <a:cubicBezTo>
                    <a:pt x="2649" y="1500"/>
                    <a:pt x="2687" y="1489"/>
                    <a:pt x="2719" y="1465"/>
                  </a:cubicBezTo>
                  <a:cubicBezTo>
                    <a:pt x="3378" y="985"/>
                    <a:pt x="4120" y="656"/>
                    <a:pt x="4903" y="493"/>
                  </a:cubicBezTo>
                  <a:lnTo>
                    <a:pt x="4903" y="493"/>
                  </a:lnTo>
                  <a:cubicBezTo>
                    <a:pt x="4550" y="803"/>
                    <a:pt x="4230" y="1254"/>
                    <a:pt x="3955" y="1835"/>
                  </a:cubicBezTo>
                  <a:cubicBezTo>
                    <a:pt x="3734" y="2307"/>
                    <a:pt x="3554" y="2841"/>
                    <a:pt x="3419" y="3420"/>
                  </a:cubicBezTo>
                  <a:cubicBezTo>
                    <a:pt x="2840" y="3554"/>
                    <a:pt x="2306" y="3735"/>
                    <a:pt x="1834" y="3956"/>
                  </a:cubicBezTo>
                  <a:cubicBezTo>
                    <a:pt x="1253" y="4230"/>
                    <a:pt x="802" y="4551"/>
                    <a:pt x="492" y="4904"/>
                  </a:cubicBezTo>
                  <a:cubicBezTo>
                    <a:pt x="721" y="3805"/>
                    <a:pt x="1269" y="2799"/>
                    <a:pt x="2093" y="1996"/>
                  </a:cubicBezTo>
                  <a:cubicBezTo>
                    <a:pt x="2166" y="1924"/>
                    <a:pt x="2167" y="1807"/>
                    <a:pt x="2095" y="1735"/>
                  </a:cubicBezTo>
                  <a:cubicBezTo>
                    <a:pt x="2060" y="1698"/>
                    <a:pt x="2012" y="1679"/>
                    <a:pt x="1963" y="1679"/>
                  </a:cubicBezTo>
                  <a:cubicBezTo>
                    <a:pt x="1917" y="1679"/>
                    <a:pt x="1870" y="1697"/>
                    <a:pt x="1834" y="1732"/>
                  </a:cubicBezTo>
                  <a:cubicBezTo>
                    <a:pt x="1260" y="2292"/>
                    <a:pt x="810" y="2950"/>
                    <a:pt x="493" y="3683"/>
                  </a:cubicBezTo>
                  <a:cubicBezTo>
                    <a:pt x="166" y="4443"/>
                    <a:pt x="0" y="5251"/>
                    <a:pt x="0" y="6086"/>
                  </a:cubicBezTo>
                  <a:cubicBezTo>
                    <a:pt x="0" y="7710"/>
                    <a:pt x="633" y="9238"/>
                    <a:pt x="1782" y="10387"/>
                  </a:cubicBezTo>
                  <a:cubicBezTo>
                    <a:pt x="2932" y="11537"/>
                    <a:pt x="4460" y="12170"/>
                    <a:pt x="6084" y="12170"/>
                  </a:cubicBezTo>
                  <a:cubicBezTo>
                    <a:pt x="7443" y="12170"/>
                    <a:pt x="8734" y="11725"/>
                    <a:pt x="9793" y="10909"/>
                  </a:cubicBezTo>
                  <a:lnTo>
                    <a:pt x="11244" y="12359"/>
                  </a:lnTo>
                  <a:cubicBezTo>
                    <a:pt x="11393" y="12508"/>
                    <a:pt x="11590" y="12584"/>
                    <a:pt x="11787" y="12584"/>
                  </a:cubicBezTo>
                  <a:cubicBezTo>
                    <a:pt x="11983" y="12584"/>
                    <a:pt x="12181" y="12510"/>
                    <a:pt x="12331" y="12359"/>
                  </a:cubicBezTo>
                  <a:cubicBezTo>
                    <a:pt x="12475" y="12214"/>
                    <a:pt x="12556" y="12021"/>
                    <a:pt x="12556" y="11816"/>
                  </a:cubicBezTo>
                  <a:cubicBezTo>
                    <a:pt x="12560" y="11610"/>
                    <a:pt x="12479" y="11417"/>
                    <a:pt x="12333" y="11271"/>
                  </a:cubicBezTo>
                  <a:lnTo>
                    <a:pt x="11993" y="10931"/>
                  </a:lnTo>
                  <a:cubicBezTo>
                    <a:pt x="11957" y="10894"/>
                    <a:pt x="11910" y="10876"/>
                    <a:pt x="11863" y="10876"/>
                  </a:cubicBezTo>
                  <a:cubicBezTo>
                    <a:pt x="11816" y="10876"/>
                    <a:pt x="11768" y="10894"/>
                    <a:pt x="11733" y="10931"/>
                  </a:cubicBezTo>
                  <a:cubicBezTo>
                    <a:pt x="11661" y="11003"/>
                    <a:pt x="11661" y="11119"/>
                    <a:pt x="11733" y="11191"/>
                  </a:cubicBezTo>
                  <a:lnTo>
                    <a:pt x="12073" y="11532"/>
                  </a:lnTo>
                  <a:cubicBezTo>
                    <a:pt x="12227" y="11687"/>
                    <a:pt x="12227" y="11942"/>
                    <a:pt x="12073" y="12097"/>
                  </a:cubicBezTo>
                  <a:cubicBezTo>
                    <a:pt x="11995" y="12175"/>
                    <a:pt x="11893" y="12214"/>
                    <a:pt x="11790" y="12214"/>
                  </a:cubicBezTo>
                  <a:cubicBezTo>
                    <a:pt x="11688" y="12214"/>
                    <a:pt x="11585" y="12175"/>
                    <a:pt x="11508" y="12097"/>
                  </a:cubicBezTo>
                  <a:lnTo>
                    <a:pt x="9798" y="10389"/>
                  </a:lnTo>
                  <a:lnTo>
                    <a:pt x="10364" y="9822"/>
                  </a:lnTo>
                  <a:lnTo>
                    <a:pt x="11134" y="10592"/>
                  </a:lnTo>
                  <a:cubicBezTo>
                    <a:pt x="11170" y="10628"/>
                    <a:pt x="11217" y="10646"/>
                    <a:pt x="11264" y="10646"/>
                  </a:cubicBezTo>
                  <a:cubicBezTo>
                    <a:pt x="11311" y="10646"/>
                    <a:pt x="11358" y="10628"/>
                    <a:pt x="11395" y="10592"/>
                  </a:cubicBezTo>
                  <a:cubicBezTo>
                    <a:pt x="11467" y="10521"/>
                    <a:pt x="11467" y="10404"/>
                    <a:pt x="11395" y="10333"/>
                  </a:cubicBezTo>
                  <a:lnTo>
                    <a:pt x="10886" y="9822"/>
                  </a:lnTo>
                  <a:cubicBezTo>
                    <a:pt x="11718" y="8758"/>
                    <a:pt x="12169" y="7455"/>
                    <a:pt x="12169" y="6083"/>
                  </a:cubicBezTo>
                  <a:cubicBezTo>
                    <a:pt x="12169" y="4459"/>
                    <a:pt x="11536" y="2931"/>
                    <a:pt x="10386" y="1782"/>
                  </a:cubicBezTo>
                  <a:cubicBezTo>
                    <a:pt x="9237" y="632"/>
                    <a:pt x="7709" y="0"/>
                    <a:pt x="60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71"/>
            <p:cNvSpPr/>
            <p:nvPr/>
          </p:nvSpPr>
          <p:spPr>
            <a:xfrm>
              <a:off x="7368690" y="2397216"/>
              <a:ext cx="154571" cy="142485"/>
            </a:xfrm>
            <a:custGeom>
              <a:rect b="b" l="l" r="r" t="t"/>
              <a:pathLst>
                <a:path extrusionOk="0" h="3761" w="4080">
                  <a:moveTo>
                    <a:pt x="2022" y="368"/>
                  </a:moveTo>
                  <a:cubicBezTo>
                    <a:pt x="3339" y="368"/>
                    <a:pt x="4021" y="2018"/>
                    <a:pt x="3090" y="2947"/>
                  </a:cubicBezTo>
                  <a:cubicBezTo>
                    <a:pt x="2796" y="3242"/>
                    <a:pt x="2408" y="3389"/>
                    <a:pt x="2021" y="3389"/>
                  </a:cubicBezTo>
                  <a:cubicBezTo>
                    <a:pt x="1634" y="3389"/>
                    <a:pt x="1247" y="3242"/>
                    <a:pt x="952" y="2947"/>
                  </a:cubicBezTo>
                  <a:cubicBezTo>
                    <a:pt x="663" y="2658"/>
                    <a:pt x="504" y="2271"/>
                    <a:pt x="509" y="1861"/>
                  </a:cubicBezTo>
                  <a:cubicBezTo>
                    <a:pt x="513" y="1491"/>
                    <a:pt x="655" y="1133"/>
                    <a:pt x="905" y="861"/>
                  </a:cubicBezTo>
                  <a:cubicBezTo>
                    <a:pt x="1205" y="532"/>
                    <a:pt x="1613" y="368"/>
                    <a:pt x="2022" y="368"/>
                  </a:cubicBezTo>
                  <a:close/>
                  <a:moveTo>
                    <a:pt x="2021" y="1"/>
                  </a:moveTo>
                  <a:cubicBezTo>
                    <a:pt x="1540" y="1"/>
                    <a:pt x="1058" y="184"/>
                    <a:pt x="691" y="551"/>
                  </a:cubicBezTo>
                  <a:cubicBezTo>
                    <a:pt x="506" y="736"/>
                    <a:pt x="359" y="960"/>
                    <a:pt x="265" y="1206"/>
                  </a:cubicBezTo>
                  <a:cubicBezTo>
                    <a:pt x="0" y="1894"/>
                    <a:pt x="164" y="2683"/>
                    <a:pt x="691" y="3211"/>
                  </a:cubicBezTo>
                  <a:cubicBezTo>
                    <a:pt x="1059" y="3577"/>
                    <a:pt x="1540" y="3761"/>
                    <a:pt x="2021" y="3761"/>
                  </a:cubicBezTo>
                  <a:cubicBezTo>
                    <a:pt x="2506" y="3761"/>
                    <a:pt x="2991" y="3574"/>
                    <a:pt x="3362" y="3197"/>
                  </a:cubicBezTo>
                  <a:cubicBezTo>
                    <a:pt x="4080" y="2468"/>
                    <a:pt x="4074" y="1274"/>
                    <a:pt x="3351" y="551"/>
                  </a:cubicBezTo>
                  <a:cubicBezTo>
                    <a:pt x="2984" y="184"/>
                    <a:pt x="2503" y="1"/>
                    <a:pt x="20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00" name="Google Shape;2800;p71"/>
          <p:cNvGrpSpPr/>
          <p:nvPr/>
        </p:nvGrpSpPr>
        <p:grpSpPr>
          <a:xfrm>
            <a:off x="6262910" y="2728423"/>
            <a:ext cx="449618" cy="398025"/>
            <a:chOff x="6364814" y="2213170"/>
            <a:chExt cx="476745" cy="422039"/>
          </a:xfrm>
        </p:grpSpPr>
        <p:sp>
          <p:nvSpPr>
            <p:cNvPr id="2801" name="Google Shape;2801;p71"/>
            <p:cNvSpPr/>
            <p:nvPr/>
          </p:nvSpPr>
          <p:spPr>
            <a:xfrm>
              <a:off x="6398380" y="2574404"/>
              <a:ext cx="185106" cy="13639"/>
            </a:xfrm>
            <a:custGeom>
              <a:rect b="b" l="l" r="r" t="t"/>
              <a:pathLst>
                <a:path extrusionOk="0" h="360" w="4886">
                  <a:moveTo>
                    <a:pt x="201" y="0"/>
                  </a:moveTo>
                  <a:cubicBezTo>
                    <a:pt x="105" y="0"/>
                    <a:pt x="20" y="69"/>
                    <a:pt x="11" y="164"/>
                  </a:cubicBezTo>
                  <a:cubicBezTo>
                    <a:pt x="0" y="269"/>
                    <a:pt x="87" y="359"/>
                    <a:pt x="194" y="359"/>
                  </a:cubicBezTo>
                  <a:lnTo>
                    <a:pt x="4686" y="359"/>
                  </a:lnTo>
                  <a:cubicBezTo>
                    <a:pt x="4781" y="359"/>
                    <a:pt x="4867" y="290"/>
                    <a:pt x="4876" y="196"/>
                  </a:cubicBezTo>
                  <a:cubicBezTo>
                    <a:pt x="4885" y="88"/>
                    <a:pt x="4800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71"/>
            <p:cNvSpPr/>
            <p:nvPr/>
          </p:nvSpPr>
          <p:spPr>
            <a:xfrm>
              <a:off x="6398380" y="2482457"/>
              <a:ext cx="185523" cy="13714"/>
            </a:xfrm>
            <a:custGeom>
              <a:rect b="b" l="l" r="r" t="t"/>
              <a:pathLst>
                <a:path extrusionOk="0" h="362" w="4897">
                  <a:moveTo>
                    <a:pt x="201" y="0"/>
                  </a:moveTo>
                  <a:cubicBezTo>
                    <a:pt x="105" y="0"/>
                    <a:pt x="20" y="71"/>
                    <a:pt x="11" y="165"/>
                  </a:cubicBezTo>
                  <a:cubicBezTo>
                    <a:pt x="0" y="273"/>
                    <a:pt x="87" y="362"/>
                    <a:pt x="194" y="362"/>
                  </a:cubicBezTo>
                  <a:lnTo>
                    <a:pt x="4687" y="362"/>
                  </a:lnTo>
                  <a:cubicBezTo>
                    <a:pt x="4775" y="362"/>
                    <a:pt x="4855" y="304"/>
                    <a:pt x="4874" y="218"/>
                  </a:cubicBezTo>
                  <a:cubicBezTo>
                    <a:pt x="4897" y="103"/>
                    <a:pt x="4807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71"/>
            <p:cNvSpPr/>
            <p:nvPr/>
          </p:nvSpPr>
          <p:spPr>
            <a:xfrm>
              <a:off x="6512224" y="2513523"/>
              <a:ext cx="75543" cy="13714"/>
            </a:xfrm>
            <a:custGeom>
              <a:rect b="b" l="l" r="r" t="t"/>
              <a:pathLst>
                <a:path extrusionOk="0" h="362" w="1994">
                  <a:moveTo>
                    <a:pt x="189" y="1"/>
                  </a:moveTo>
                  <a:cubicBezTo>
                    <a:pt x="84" y="1"/>
                    <a:pt x="0" y="90"/>
                    <a:pt x="10" y="196"/>
                  </a:cubicBezTo>
                  <a:cubicBezTo>
                    <a:pt x="17" y="291"/>
                    <a:pt x="104" y="362"/>
                    <a:pt x="198" y="362"/>
                  </a:cubicBezTo>
                  <a:lnTo>
                    <a:pt x="1795" y="362"/>
                  </a:lnTo>
                  <a:cubicBezTo>
                    <a:pt x="1891" y="362"/>
                    <a:pt x="1975" y="293"/>
                    <a:pt x="1984" y="196"/>
                  </a:cubicBezTo>
                  <a:cubicBezTo>
                    <a:pt x="1993" y="90"/>
                    <a:pt x="1908" y="1"/>
                    <a:pt x="18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71"/>
            <p:cNvSpPr/>
            <p:nvPr/>
          </p:nvSpPr>
          <p:spPr>
            <a:xfrm>
              <a:off x="6399478" y="2513523"/>
              <a:ext cx="94637" cy="13714"/>
            </a:xfrm>
            <a:custGeom>
              <a:rect b="b" l="l" r="r" t="t"/>
              <a:pathLst>
                <a:path extrusionOk="0" h="362" w="2498">
                  <a:moveTo>
                    <a:pt x="199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1" y="272"/>
                    <a:pt x="84" y="362"/>
                    <a:pt x="189" y="362"/>
                  </a:cubicBezTo>
                  <a:lnTo>
                    <a:pt x="2300" y="362"/>
                  </a:lnTo>
                  <a:cubicBezTo>
                    <a:pt x="2395" y="362"/>
                    <a:pt x="2480" y="293"/>
                    <a:pt x="2488" y="196"/>
                  </a:cubicBezTo>
                  <a:cubicBezTo>
                    <a:pt x="2498" y="90"/>
                    <a:pt x="2414" y="1"/>
                    <a:pt x="23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71"/>
            <p:cNvSpPr/>
            <p:nvPr/>
          </p:nvSpPr>
          <p:spPr>
            <a:xfrm>
              <a:off x="6398380" y="2543338"/>
              <a:ext cx="185106" cy="13676"/>
            </a:xfrm>
            <a:custGeom>
              <a:rect b="b" l="l" r="r" t="t"/>
              <a:pathLst>
                <a:path extrusionOk="0" h="361" w="4886">
                  <a:moveTo>
                    <a:pt x="201" y="0"/>
                  </a:moveTo>
                  <a:cubicBezTo>
                    <a:pt x="105" y="0"/>
                    <a:pt x="20" y="69"/>
                    <a:pt x="11" y="163"/>
                  </a:cubicBezTo>
                  <a:cubicBezTo>
                    <a:pt x="0" y="271"/>
                    <a:pt x="87" y="360"/>
                    <a:pt x="194" y="360"/>
                  </a:cubicBezTo>
                  <a:lnTo>
                    <a:pt x="4686" y="360"/>
                  </a:lnTo>
                  <a:cubicBezTo>
                    <a:pt x="4781" y="360"/>
                    <a:pt x="4867" y="291"/>
                    <a:pt x="4876" y="196"/>
                  </a:cubicBezTo>
                  <a:cubicBezTo>
                    <a:pt x="4885" y="89"/>
                    <a:pt x="4800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71"/>
            <p:cNvSpPr/>
            <p:nvPr/>
          </p:nvSpPr>
          <p:spPr>
            <a:xfrm>
              <a:off x="6616787" y="2482533"/>
              <a:ext cx="190675" cy="13639"/>
            </a:xfrm>
            <a:custGeom>
              <a:rect b="b" l="l" r="r" t="t"/>
              <a:pathLst>
                <a:path extrusionOk="0" h="360" w="5033">
                  <a:moveTo>
                    <a:pt x="210" y="1"/>
                  </a:moveTo>
                  <a:cubicBezTo>
                    <a:pt x="124" y="1"/>
                    <a:pt x="42" y="58"/>
                    <a:pt x="25" y="144"/>
                  </a:cubicBezTo>
                  <a:cubicBezTo>
                    <a:pt x="1" y="259"/>
                    <a:pt x="92" y="360"/>
                    <a:pt x="205" y="360"/>
                  </a:cubicBezTo>
                  <a:lnTo>
                    <a:pt x="4833" y="360"/>
                  </a:lnTo>
                  <a:cubicBezTo>
                    <a:pt x="4929" y="360"/>
                    <a:pt x="5014" y="291"/>
                    <a:pt x="5023" y="196"/>
                  </a:cubicBezTo>
                  <a:cubicBezTo>
                    <a:pt x="5032" y="90"/>
                    <a:pt x="4947" y="1"/>
                    <a:pt x="48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71"/>
            <p:cNvSpPr/>
            <p:nvPr/>
          </p:nvSpPr>
          <p:spPr>
            <a:xfrm>
              <a:off x="6616787" y="2513523"/>
              <a:ext cx="190675" cy="13676"/>
            </a:xfrm>
            <a:custGeom>
              <a:rect b="b" l="l" r="r" t="t"/>
              <a:pathLst>
                <a:path extrusionOk="0" h="361" w="5033">
                  <a:moveTo>
                    <a:pt x="210" y="1"/>
                  </a:moveTo>
                  <a:cubicBezTo>
                    <a:pt x="124" y="1"/>
                    <a:pt x="42" y="58"/>
                    <a:pt x="25" y="144"/>
                  </a:cubicBezTo>
                  <a:cubicBezTo>
                    <a:pt x="1" y="259"/>
                    <a:pt x="92" y="361"/>
                    <a:pt x="205" y="361"/>
                  </a:cubicBezTo>
                  <a:lnTo>
                    <a:pt x="4833" y="361"/>
                  </a:lnTo>
                  <a:cubicBezTo>
                    <a:pt x="4929" y="361"/>
                    <a:pt x="5014" y="291"/>
                    <a:pt x="5023" y="195"/>
                  </a:cubicBezTo>
                  <a:cubicBezTo>
                    <a:pt x="5032" y="91"/>
                    <a:pt x="4947" y="1"/>
                    <a:pt x="48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71"/>
            <p:cNvSpPr/>
            <p:nvPr/>
          </p:nvSpPr>
          <p:spPr>
            <a:xfrm>
              <a:off x="6616787" y="2543338"/>
              <a:ext cx="191054" cy="13676"/>
            </a:xfrm>
            <a:custGeom>
              <a:rect b="b" l="l" r="r" t="t"/>
              <a:pathLst>
                <a:path extrusionOk="0" h="361" w="5043">
                  <a:moveTo>
                    <a:pt x="210" y="0"/>
                  </a:moveTo>
                  <a:cubicBezTo>
                    <a:pt x="124" y="0"/>
                    <a:pt x="42" y="58"/>
                    <a:pt x="25" y="144"/>
                  </a:cubicBezTo>
                  <a:cubicBezTo>
                    <a:pt x="1" y="259"/>
                    <a:pt x="92" y="360"/>
                    <a:pt x="205" y="360"/>
                  </a:cubicBezTo>
                  <a:lnTo>
                    <a:pt x="4833" y="360"/>
                  </a:lnTo>
                  <a:cubicBezTo>
                    <a:pt x="4921" y="360"/>
                    <a:pt x="5002" y="303"/>
                    <a:pt x="5020" y="216"/>
                  </a:cubicBezTo>
                  <a:cubicBezTo>
                    <a:pt x="5043" y="101"/>
                    <a:pt x="4953" y="0"/>
                    <a:pt x="48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71"/>
            <p:cNvSpPr/>
            <p:nvPr/>
          </p:nvSpPr>
          <p:spPr>
            <a:xfrm>
              <a:off x="6684866" y="2574404"/>
              <a:ext cx="121194" cy="13639"/>
            </a:xfrm>
            <a:custGeom>
              <a:rect b="b" l="l" r="r" t="t"/>
              <a:pathLst>
                <a:path extrusionOk="0" h="360" w="3199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70"/>
                    <a:pt x="84" y="359"/>
                    <a:pt x="189" y="359"/>
                  </a:cubicBezTo>
                  <a:lnTo>
                    <a:pt x="3001" y="359"/>
                  </a:lnTo>
                  <a:cubicBezTo>
                    <a:pt x="3097" y="359"/>
                    <a:pt x="3182" y="290"/>
                    <a:pt x="3189" y="196"/>
                  </a:cubicBezTo>
                  <a:cubicBezTo>
                    <a:pt x="3199" y="89"/>
                    <a:pt x="3115" y="0"/>
                    <a:pt x="3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71"/>
            <p:cNvSpPr/>
            <p:nvPr/>
          </p:nvSpPr>
          <p:spPr>
            <a:xfrm>
              <a:off x="6617810" y="2574404"/>
              <a:ext cx="48644" cy="13639"/>
            </a:xfrm>
            <a:custGeom>
              <a:rect b="b" l="l" r="r" t="t"/>
              <a:pathLst>
                <a:path extrusionOk="0" h="360" w="1284">
                  <a:moveTo>
                    <a:pt x="189" y="0"/>
                  </a:moveTo>
                  <a:cubicBezTo>
                    <a:pt x="84" y="0"/>
                    <a:pt x="0" y="88"/>
                    <a:pt x="10" y="196"/>
                  </a:cubicBezTo>
                  <a:cubicBezTo>
                    <a:pt x="18" y="290"/>
                    <a:pt x="104" y="359"/>
                    <a:pt x="198" y="359"/>
                  </a:cubicBezTo>
                  <a:lnTo>
                    <a:pt x="1085" y="359"/>
                  </a:lnTo>
                  <a:cubicBezTo>
                    <a:pt x="1182" y="359"/>
                    <a:pt x="1266" y="290"/>
                    <a:pt x="1274" y="196"/>
                  </a:cubicBezTo>
                  <a:cubicBezTo>
                    <a:pt x="1283" y="88"/>
                    <a:pt x="1199" y="0"/>
                    <a:pt x="10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71"/>
            <p:cNvSpPr/>
            <p:nvPr/>
          </p:nvSpPr>
          <p:spPr>
            <a:xfrm>
              <a:off x="6466421" y="2350655"/>
              <a:ext cx="85090" cy="78422"/>
            </a:xfrm>
            <a:custGeom>
              <a:rect b="b" l="l" r="r" t="t"/>
              <a:pathLst>
                <a:path extrusionOk="0" h="2070" w="2246">
                  <a:moveTo>
                    <a:pt x="202" y="1"/>
                  </a:moveTo>
                  <a:cubicBezTo>
                    <a:pt x="190" y="1"/>
                    <a:pt x="178" y="2"/>
                    <a:pt x="166" y="4"/>
                  </a:cubicBezTo>
                  <a:cubicBezTo>
                    <a:pt x="67" y="23"/>
                    <a:pt x="1" y="121"/>
                    <a:pt x="20" y="220"/>
                  </a:cubicBezTo>
                  <a:cubicBezTo>
                    <a:pt x="20" y="220"/>
                    <a:pt x="356" y="1914"/>
                    <a:pt x="360" y="1922"/>
                  </a:cubicBezTo>
                  <a:cubicBezTo>
                    <a:pt x="391" y="2011"/>
                    <a:pt x="475" y="2070"/>
                    <a:pt x="569" y="2070"/>
                  </a:cubicBezTo>
                  <a:lnTo>
                    <a:pt x="570" y="2070"/>
                  </a:lnTo>
                  <a:cubicBezTo>
                    <a:pt x="665" y="2070"/>
                    <a:pt x="749" y="2008"/>
                    <a:pt x="780" y="1919"/>
                  </a:cubicBezTo>
                  <a:cubicBezTo>
                    <a:pt x="781" y="1918"/>
                    <a:pt x="1122" y="811"/>
                    <a:pt x="1122" y="811"/>
                  </a:cubicBezTo>
                  <a:cubicBezTo>
                    <a:pt x="1122" y="811"/>
                    <a:pt x="1465" y="1919"/>
                    <a:pt x="1466" y="1922"/>
                  </a:cubicBezTo>
                  <a:cubicBezTo>
                    <a:pt x="1497" y="2011"/>
                    <a:pt x="1581" y="2070"/>
                    <a:pt x="1675" y="2070"/>
                  </a:cubicBezTo>
                  <a:lnTo>
                    <a:pt x="1676" y="2070"/>
                  </a:lnTo>
                  <a:cubicBezTo>
                    <a:pt x="1771" y="2070"/>
                    <a:pt x="1856" y="2008"/>
                    <a:pt x="1886" y="1919"/>
                  </a:cubicBezTo>
                  <a:cubicBezTo>
                    <a:pt x="1889" y="1912"/>
                    <a:pt x="2225" y="222"/>
                    <a:pt x="2225" y="222"/>
                  </a:cubicBezTo>
                  <a:cubicBezTo>
                    <a:pt x="2245" y="123"/>
                    <a:pt x="2181" y="26"/>
                    <a:pt x="2080" y="5"/>
                  </a:cubicBezTo>
                  <a:cubicBezTo>
                    <a:pt x="2069" y="4"/>
                    <a:pt x="2058" y="3"/>
                    <a:pt x="2048" y="3"/>
                  </a:cubicBezTo>
                  <a:cubicBezTo>
                    <a:pt x="1960" y="3"/>
                    <a:pt x="1882" y="63"/>
                    <a:pt x="1864" y="153"/>
                  </a:cubicBezTo>
                  <a:lnTo>
                    <a:pt x="1645" y="1254"/>
                  </a:lnTo>
                  <a:lnTo>
                    <a:pt x="1299" y="131"/>
                  </a:lnTo>
                  <a:cubicBezTo>
                    <a:pt x="1275" y="52"/>
                    <a:pt x="1203" y="1"/>
                    <a:pt x="1124" y="1"/>
                  </a:cubicBezTo>
                  <a:cubicBezTo>
                    <a:pt x="1106" y="1"/>
                    <a:pt x="1087" y="4"/>
                    <a:pt x="1069" y="10"/>
                  </a:cubicBezTo>
                  <a:cubicBezTo>
                    <a:pt x="1003" y="31"/>
                    <a:pt x="955" y="85"/>
                    <a:pt x="942" y="149"/>
                  </a:cubicBezTo>
                  <a:lnTo>
                    <a:pt x="601" y="1254"/>
                  </a:lnTo>
                  <a:lnTo>
                    <a:pt x="382" y="149"/>
                  </a:lnTo>
                  <a:cubicBezTo>
                    <a:pt x="364" y="61"/>
                    <a:pt x="288" y="1"/>
                    <a:pt x="2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71"/>
            <p:cNvSpPr/>
            <p:nvPr/>
          </p:nvSpPr>
          <p:spPr>
            <a:xfrm>
              <a:off x="6560414" y="2350655"/>
              <a:ext cx="85052" cy="78422"/>
            </a:xfrm>
            <a:custGeom>
              <a:rect b="b" l="l" r="r" t="t"/>
              <a:pathLst>
                <a:path extrusionOk="0" h="2070" w="2245">
                  <a:moveTo>
                    <a:pt x="201" y="1"/>
                  </a:moveTo>
                  <a:cubicBezTo>
                    <a:pt x="189" y="1"/>
                    <a:pt x="177" y="2"/>
                    <a:pt x="165" y="4"/>
                  </a:cubicBezTo>
                  <a:cubicBezTo>
                    <a:pt x="66" y="23"/>
                    <a:pt x="1" y="121"/>
                    <a:pt x="21" y="220"/>
                  </a:cubicBezTo>
                  <a:cubicBezTo>
                    <a:pt x="21" y="220"/>
                    <a:pt x="356" y="1914"/>
                    <a:pt x="359" y="1922"/>
                  </a:cubicBezTo>
                  <a:cubicBezTo>
                    <a:pt x="390" y="2011"/>
                    <a:pt x="474" y="2070"/>
                    <a:pt x="568" y="2070"/>
                  </a:cubicBezTo>
                  <a:lnTo>
                    <a:pt x="570" y="2070"/>
                  </a:lnTo>
                  <a:cubicBezTo>
                    <a:pt x="665" y="2070"/>
                    <a:pt x="750" y="2008"/>
                    <a:pt x="780" y="1919"/>
                  </a:cubicBezTo>
                  <a:cubicBezTo>
                    <a:pt x="780" y="1918"/>
                    <a:pt x="1122" y="811"/>
                    <a:pt x="1122" y="811"/>
                  </a:cubicBezTo>
                  <a:cubicBezTo>
                    <a:pt x="1122" y="811"/>
                    <a:pt x="1464" y="1919"/>
                    <a:pt x="1466" y="1922"/>
                  </a:cubicBezTo>
                  <a:cubicBezTo>
                    <a:pt x="1497" y="2011"/>
                    <a:pt x="1581" y="2070"/>
                    <a:pt x="1675" y="2070"/>
                  </a:cubicBezTo>
                  <a:lnTo>
                    <a:pt x="1676" y="2070"/>
                  </a:lnTo>
                  <a:cubicBezTo>
                    <a:pt x="1771" y="2070"/>
                    <a:pt x="1856" y="2008"/>
                    <a:pt x="1886" y="1919"/>
                  </a:cubicBezTo>
                  <a:cubicBezTo>
                    <a:pt x="1889" y="1912"/>
                    <a:pt x="2225" y="222"/>
                    <a:pt x="2225" y="222"/>
                  </a:cubicBezTo>
                  <a:cubicBezTo>
                    <a:pt x="2244" y="123"/>
                    <a:pt x="2180" y="26"/>
                    <a:pt x="2080" y="5"/>
                  </a:cubicBezTo>
                  <a:cubicBezTo>
                    <a:pt x="2069" y="4"/>
                    <a:pt x="2058" y="3"/>
                    <a:pt x="2048" y="3"/>
                  </a:cubicBezTo>
                  <a:cubicBezTo>
                    <a:pt x="1960" y="3"/>
                    <a:pt x="1882" y="63"/>
                    <a:pt x="1864" y="153"/>
                  </a:cubicBezTo>
                  <a:lnTo>
                    <a:pt x="1645" y="1254"/>
                  </a:lnTo>
                  <a:lnTo>
                    <a:pt x="1299" y="131"/>
                  </a:lnTo>
                  <a:cubicBezTo>
                    <a:pt x="1275" y="52"/>
                    <a:pt x="1202" y="1"/>
                    <a:pt x="1124" y="1"/>
                  </a:cubicBezTo>
                  <a:cubicBezTo>
                    <a:pt x="1106" y="1"/>
                    <a:pt x="1087" y="4"/>
                    <a:pt x="1069" y="10"/>
                  </a:cubicBezTo>
                  <a:cubicBezTo>
                    <a:pt x="1002" y="31"/>
                    <a:pt x="955" y="85"/>
                    <a:pt x="942" y="149"/>
                  </a:cubicBezTo>
                  <a:lnTo>
                    <a:pt x="600" y="1254"/>
                  </a:lnTo>
                  <a:lnTo>
                    <a:pt x="382" y="149"/>
                  </a:lnTo>
                  <a:cubicBezTo>
                    <a:pt x="364" y="61"/>
                    <a:pt x="287" y="1"/>
                    <a:pt x="2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71"/>
            <p:cNvSpPr/>
            <p:nvPr/>
          </p:nvSpPr>
          <p:spPr>
            <a:xfrm>
              <a:off x="6654331" y="2350655"/>
              <a:ext cx="85090" cy="78422"/>
            </a:xfrm>
            <a:custGeom>
              <a:rect b="b" l="l" r="r" t="t"/>
              <a:pathLst>
                <a:path extrusionOk="0" h="2070" w="2246">
                  <a:moveTo>
                    <a:pt x="202" y="1"/>
                  </a:moveTo>
                  <a:cubicBezTo>
                    <a:pt x="190" y="1"/>
                    <a:pt x="178" y="2"/>
                    <a:pt x="166" y="4"/>
                  </a:cubicBezTo>
                  <a:cubicBezTo>
                    <a:pt x="67" y="23"/>
                    <a:pt x="1" y="121"/>
                    <a:pt x="21" y="220"/>
                  </a:cubicBezTo>
                  <a:cubicBezTo>
                    <a:pt x="21" y="220"/>
                    <a:pt x="356" y="1914"/>
                    <a:pt x="360" y="1922"/>
                  </a:cubicBezTo>
                  <a:cubicBezTo>
                    <a:pt x="391" y="2011"/>
                    <a:pt x="475" y="2070"/>
                    <a:pt x="569" y="2070"/>
                  </a:cubicBezTo>
                  <a:lnTo>
                    <a:pt x="571" y="2070"/>
                  </a:lnTo>
                  <a:cubicBezTo>
                    <a:pt x="665" y="2070"/>
                    <a:pt x="750" y="2008"/>
                    <a:pt x="780" y="1919"/>
                  </a:cubicBezTo>
                  <a:cubicBezTo>
                    <a:pt x="780" y="1918"/>
                    <a:pt x="1124" y="811"/>
                    <a:pt x="1124" y="811"/>
                  </a:cubicBezTo>
                  <a:cubicBezTo>
                    <a:pt x="1124" y="811"/>
                    <a:pt x="1465" y="1919"/>
                    <a:pt x="1466" y="1922"/>
                  </a:cubicBezTo>
                  <a:cubicBezTo>
                    <a:pt x="1497" y="2011"/>
                    <a:pt x="1581" y="2070"/>
                    <a:pt x="1675" y="2070"/>
                  </a:cubicBezTo>
                  <a:lnTo>
                    <a:pt x="1677" y="2070"/>
                  </a:lnTo>
                  <a:cubicBezTo>
                    <a:pt x="1772" y="2070"/>
                    <a:pt x="1857" y="2008"/>
                    <a:pt x="1886" y="1919"/>
                  </a:cubicBezTo>
                  <a:cubicBezTo>
                    <a:pt x="1889" y="1912"/>
                    <a:pt x="2225" y="222"/>
                    <a:pt x="2225" y="222"/>
                  </a:cubicBezTo>
                  <a:cubicBezTo>
                    <a:pt x="2245" y="125"/>
                    <a:pt x="2181" y="27"/>
                    <a:pt x="2082" y="7"/>
                  </a:cubicBezTo>
                  <a:cubicBezTo>
                    <a:pt x="2070" y="5"/>
                    <a:pt x="2058" y="4"/>
                    <a:pt x="2047" y="4"/>
                  </a:cubicBezTo>
                  <a:cubicBezTo>
                    <a:pt x="1960" y="4"/>
                    <a:pt x="1883" y="64"/>
                    <a:pt x="1864" y="153"/>
                  </a:cubicBezTo>
                  <a:lnTo>
                    <a:pt x="1646" y="1254"/>
                  </a:lnTo>
                  <a:lnTo>
                    <a:pt x="1301" y="131"/>
                  </a:lnTo>
                  <a:cubicBezTo>
                    <a:pt x="1276" y="52"/>
                    <a:pt x="1203" y="1"/>
                    <a:pt x="1125" y="1"/>
                  </a:cubicBezTo>
                  <a:cubicBezTo>
                    <a:pt x="1107" y="1"/>
                    <a:pt x="1088" y="4"/>
                    <a:pt x="1070" y="10"/>
                  </a:cubicBezTo>
                  <a:cubicBezTo>
                    <a:pt x="1003" y="31"/>
                    <a:pt x="956" y="85"/>
                    <a:pt x="942" y="149"/>
                  </a:cubicBezTo>
                  <a:lnTo>
                    <a:pt x="601" y="1254"/>
                  </a:lnTo>
                  <a:lnTo>
                    <a:pt x="382" y="149"/>
                  </a:lnTo>
                  <a:cubicBezTo>
                    <a:pt x="365" y="61"/>
                    <a:pt x="288" y="1"/>
                    <a:pt x="2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71"/>
            <p:cNvSpPr/>
            <p:nvPr/>
          </p:nvSpPr>
          <p:spPr>
            <a:xfrm>
              <a:off x="6398304" y="2321105"/>
              <a:ext cx="408438" cy="137901"/>
            </a:xfrm>
            <a:custGeom>
              <a:rect b="b" l="l" r="r" t="t"/>
              <a:pathLst>
                <a:path extrusionOk="0" h="3640" w="10781">
                  <a:moveTo>
                    <a:pt x="185" y="1"/>
                  </a:moveTo>
                  <a:cubicBezTo>
                    <a:pt x="83" y="1"/>
                    <a:pt x="0" y="84"/>
                    <a:pt x="0" y="185"/>
                  </a:cubicBezTo>
                  <a:lnTo>
                    <a:pt x="0" y="3456"/>
                  </a:lnTo>
                  <a:cubicBezTo>
                    <a:pt x="0" y="3557"/>
                    <a:pt x="81" y="3639"/>
                    <a:pt x="184" y="3639"/>
                  </a:cubicBezTo>
                  <a:lnTo>
                    <a:pt x="8684" y="3639"/>
                  </a:lnTo>
                  <a:cubicBezTo>
                    <a:pt x="8779" y="3639"/>
                    <a:pt x="8864" y="3570"/>
                    <a:pt x="8873" y="3476"/>
                  </a:cubicBezTo>
                  <a:cubicBezTo>
                    <a:pt x="8883" y="3368"/>
                    <a:pt x="8798" y="3279"/>
                    <a:pt x="8690" y="3279"/>
                  </a:cubicBezTo>
                  <a:lnTo>
                    <a:pt x="394" y="3279"/>
                  </a:lnTo>
                  <a:lnTo>
                    <a:pt x="394" y="363"/>
                  </a:lnTo>
                  <a:lnTo>
                    <a:pt x="10419" y="363"/>
                  </a:lnTo>
                  <a:lnTo>
                    <a:pt x="10419" y="3279"/>
                  </a:lnTo>
                  <a:lnTo>
                    <a:pt x="9560" y="3279"/>
                  </a:lnTo>
                  <a:cubicBezTo>
                    <a:pt x="9465" y="3279"/>
                    <a:pt x="9380" y="3348"/>
                    <a:pt x="9372" y="3443"/>
                  </a:cubicBezTo>
                  <a:cubicBezTo>
                    <a:pt x="9364" y="3550"/>
                    <a:pt x="9447" y="3639"/>
                    <a:pt x="9552" y="3639"/>
                  </a:cubicBezTo>
                  <a:lnTo>
                    <a:pt x="10596" y="3639"/>
                  </a:lnTo>
                  <a:cubicBezTo>
                    <a:pt x="10699" y="3639"/>
                    <a:pt x="10781" y="3557"/>
                    <a:pt x="10781" y="3455"/>
                  </a:cubicBezTo>
                  <a:lnTo>
                    <a:pt x="10781" y="185"/>
                  </a:lnTo>
                  <a:lnTo>
                    <a:pt x="10780" y="185"/>
                  </a:lnTo>
                  <a:cubicBezTo>
                    <a:pt x="10780" y="84"/>
                    <a:pt x="10698" y="1"/>
                    <a:pt x="105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71"/>
            <p:cNvSpPr/>
            <p:nvPr/>
          </p:nvSpPr>
          <p:spPr>
            <a:xfrm>
              <a:off x="6364814" y="2213170"/>
              <a:ext cx="476745" cy="422039"/>
            </a:xfrm>
            <a:custGeom>
              <a:rect b="b" l="l" r="r" t="t"/>
              <a:pathLst>
                <a:path extrusionOk="0" h="11140" w="12584">
                  <a:moveTo>
                    <a:pt x="11967" y="360"/>
                  </a:moveTo>
                  <a:cubicBezTo>
                    <a:pt x="12107" y="360"/>
                    <a:pt x="12219" y="472"/>
                    <a:pt x="12219" y="612"/>
                  </a:cubicBezTo>
                  <a:lnTo>
                    <a:pt x="12219" y="1572"/>
                  </a:lnTo>
                  <a:lnTo>
                    <a:pt x="360" y="1572"/>
                  </a:lnTo>
                  <a:lnTo>
                    <a:pt x="360" y="612"/>
                  </a:lnTo>
                  <a:cubicBezTo>
                    <a:pt x="360" y="472"/>
                    <a:pt x="472" y="360"/>
                    <a:pt x="611" y="360"/>
                  </a:cubicBezTo>
                  <a:close/>
                  <a:moveTo>
                    <a:pt x="621" y="0"/>
                  </a:moveTo>
                  <a:cubicBezTo>
                    <a:pt x="278" y="0"/>
                    <a:pt x="0" y="278"/>
                    <a:pt x="0" y="620"/>
                  </a:cubicBezTo>
                  <a:lnTo>
                    <a:pt x="0" y="10949"/>
                  </a:lnTo>
                  <a:cubicBezTo>
                    <a:pt x="0" y="11054"/>
                    <a:pt x="85" y="11140"/>
                    <a:pt x="192" y="11140"/>
                  </a:cubicBezTo>
                  <a:lnTo>
                    <a:pt x="1222" y="11140"/>
                  </a:lnTo>
                  <a:cubicBezTo>
                    <a:pt x="1237" y="11140"/>
                    <a:pt x="1252" y="11134"/>
                    <a:pt x="1262" y="11124"/>
                  </a:cubicBezTo>
                  <a:cubicBezTo>
                    <a:pt x="1418" y="10968"/>
                    <a:pt x="1311" y="10779"/>
                    <a:pt x="1159" y="10779"/>
                  </a:cubicBezTo>
                  <a:lnTo>
                    <a:pt x="613" y="10779"/>
                  </a:lnTo>
                  <a:cubicBezTo>
                    <a:pt x="475" y="10779"/>
                    <a:pt x="362" y="10667"/>
                    <a:pt x="362" y="10527"/>
                  </a:cubicBezTo>
                  <a:lnTo>
                    <a:pt x="362" y="1965"/>
                  </a:lnTo>
                  <a:lnTo>
                    <a:pt x="12223" y="1965"/>
                  </a:lnTo>
                  <a:lnTo>
                    <a:pt x="12223" y="10588"/>
                  </a:lnTo>
                  <a:cubicBezTo>
                    <a:pt x="12223" y="10694"/>
                    <a:pt x="12138" y="10778"/>
                    <a:pt x="12032" y="10778"/>
                  </a:cubicBezTo>
                  <a:lnTo>
                    <a:pt x="2027" y="10778"/>
                  </a:lnTo>
                  <a:cubicBezTo>
                    <a:pt x="1979" y="10778"/>
                    <a:pt x="1933" y="10802"/>
                    <a:pt x="1906" y="10841"/>
                  </a:cubicBezTo>
                  <a:cubicBezTo>
                    <a:pt x="1808" y="10986"/>
                    <a:pt x="1912" y="11139"/>
                    <a:pt x="2052" y="11139"/>
                  </a:cubicBezTo>
                  <a:lnTo>
                    <a:pt x="11962" y="11139"/>
                  </a:lnTo>
                  <a:cubicBezTo>
                    <a:pt x="12306" y="11139"/>
                    <a:pt x="12583" y="10861"/>
                    <a:pt x="12583" y="10518"/>
                  </a:cubicBezTo>
                  <a:lnTo>
                    <a:pt x="12583" y="619"/>
                  </a:lnTo>
                  <a:cubicBezTo>
                    <a:pt x="12582" y="278"/>
                    <a:pt x="12302" y="0"/>
                    <a:pt x="119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71"/>
            <p:cNvSpPr/>
            <p:nvPr/>
          </p:nvSpPr>
          <p:spPr>
            <a:xfrm>
              <a:off x="6413761" y="2240713"/>
              <a:ext cx="18677" cy="18715"/>
            </a:xfrm>
            <a:custGeom>
              <a:rect b="b" l="l" r="r" t="t"/>
              <a:pathLst>
                <a:path extrusionOk="0" h="494" w="493">
                  <a:moveTo>
                    <a:pt x="247" y="1"/>
                  </a:moveTo>
                  <a:cubicBezTo>
                    <a:pt x="111" y="1"/>
                    <a:pt x="1" y="111"/>
                    <a:pt x="1" y="247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71"/>
            <p:cNvSpPr/>
            <p:nvPr/>
          </p:nvSpPr>
          <p:spPr>
            <a:xfrm>
              <a:off x="6448388" y="2240675"/>
              <a:ext cx="20913" cy="18753"/>
            </a:xfrm>
            <a:custGeom>
              <a:rect b="b" l="l" r="r" t="t"/>
              <a:pathLst>
                <a:path extrusionOk="0" h="495" w="552">
                  <a:moveTo>
                    <a:pt x="276" y="1"/>
                  </a:moveTo>
                  <a:cubicBezTo>
                    <a:pt x="252" y="1"/>
                    <a:pt x="228" y="4"/>
                    <a:pt x="204" y="11"/>
                  </a:cubicBezTo>
                  <a:cubicBezTo>
                    <a:pt x="73" y="50"/>
                    <a:pt x="0" y="187"/>
                    <a:pt x="40" y="318"/>
                  </a:cubicBezTo>
                  <a:cubicBezTo>
                    <a:pt x="72" y="426"/>
                    <a:pt x="170" y="494"/>
                    <a:pt x="277" y="494"/>
                  </a:cubicBezTo>
                  <a:cubicBezTo>
                    <a:pt x="300" y="494"/>
                    <a:pt x="324" y="491"/>
                    <a:pt x="348" y="484"/>
                  </a:cubicBezTo>
                  <a:cubicBezTo>
                    <a:pt x="479" y="444"/>
                    <a:pt x="552" y="307"/>
                    <a:pt x="512" y="176"/>
                  </a:cubicBezTo>
                  <a:cubicBezTo>
                    <a:pt x="481" y="69"/>
                    <a:pt x="382" y="1"/>
                    <a:pt x="2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71"/>
            <p:cNvSpPr/>
            <p:nvPr/>
          </p:nvSpPr>
          <p:spPr>
            <a:xfrm>
              <a:off x="6485212" y="2240713"/>
              <a:ext cx="18715" cy="18715"/>
            </a:xfrm>
            <a:custGeom>
              <a:rect b="b" l="l" r="r" t="t"/>
              <a:pathLst>
                <a:path extrusionOk="0" h="494" w="494">
                  <a:moveTo>
                    <a:pt x="247" y="1"/>
                  </a:moveTo>
                  <a:cubicBezTo>
                    <a:pt x="111" y="1"/>
                    <a:pt x="1" y="111"/>
                    <a:pt x="1" y="247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9" name="Google Shape;2819;p71"/>
          <p:cNvGrpSpPr/>
          <p:nvPr/>
        </p:nvGrpSpPr>
        <p:grpSpPr>
          <a:xfrm>
            <a:off x="5492013" y="2748289"/>
            <a:ext cx="462159" cy="358258"/>
            <a:chOff x="5547407" y="2234234"/>
            <a:chExt cx="490042" cy="379873"/>
          </a:xfrm>
        </p:grpSpPr>
        <p:sp>
          <p:nvSpPr>
            <p:cNvPr id="2820" name="Google Shape;2820;p71"/>
            <p:cNvSpPr/>
            <p:nvPr/>
          </p:nvSpPr>
          <p:spPr>
            <a:xfrm>
              <a:off x="5837379" y="2258860"/>
              <a:ext cx="56828" cy="65503"/>
            </a:xfrm>
            <a:custGeom>
              <a:rect b="b" l="l" r="r" t="t"/>
              <a:pathLst>
                <a:path extrusionOk="0" h="1729" w="1500">
                  <a:moveTo>
                    <a:pt x="865" y="1"/>
                  </a:moveTo>
                  <a:cubicBezTo>
                    <a:pt x="388" y="1"/>
                    <a:pt x="1" y="388"/>
                    <a:pt x="1" y="865"/>
                  </a:cubicBezTo>
                  <a:cubicBezTo>
                    <a:pt x="1" y="1341"/>
                    <a:pt x="388" y="1729"/>
                    <a:pt x="865" y="1729"/>
                  </a:cubicBezTo>
                  <a:cubicBezTo>
                    <a:pt x="1083" y="1729"/>
                    <a:pt x="1292" y="1640"/>
                    <a:pt x="1434" y="1471"/>
                  </a:cubicBezTo>
                  <a:cubicBezTo>
                    <a:pt x="1500" y="1393"/>
                    <a:pt x="1489" y="1277"/>
                    <a:pt x="1412" y="1211"/>
                  </a:cubicBezTo>
                  <a:cubicBezTo>
                    <a:pt x="1378" y="1184"/>
                    <a:pt x="1339" y="1171"/>
                    <a:pt x="1299" y="1171"/>
                  </a:cubicBezTo>
                  <a:cubicBezTo>
                    <a:pt x="1246" y="1171"/>
                    <a:pt x="1192" y="1194"/>
                    <a:pt x="1151" y="1233"/>
                  </a:cubicBezTo>
                  <a:cubicBezTo>
                    <a:pt x="1066" y="1313"/>
                    <a:pt x="992" y="1361"/>
                    <a:pt x="866" y="1361"/>
                  </a:cubicBezTo>
                  <a:cubicBezTo>
                    <a:pt x="593" y="1361"/>
                    <a:pt x="370" y="1139"/>
                    <a:pt x="370" y="865"/>
                  </a:cubicBezTo>
                  <a:cubicBezTo>
                    <a:pt x="369" y="591"/>
                    <a:pt x="591" y="369"/>
                    <a:pt x="865" y="369"/>
                  </a:cubicBezTo>
                  <a:cubicBezTo>
                    <a:pt x="965" y="369"/>
                    <a:pt x="1060" y="398"/>
                    <a:pt x="1143" y="454"/>
                  </a:cubicBezTo>
                  <a:cubicBezTo>
                    <a:pt x="1174" y="475"/>
                    <a:pt x="1210" y="486"/>
                    <a:pt x="1246" y="486"/>
                  </a:cubicBezTo>
                  <a:cubicBezTo>
                    <a:pt x="1305" y="486"/>
                    <a:pt x="1362" y="457"/>
                    <a:pt x="1397" y="404"/>
                  </a:cubicBezTo>
                  <a:cubicBezTo>
                    <a:pt x="1454" y="320"/>
                    <a:pt x="1432" y="205"/>
                    <a:pt x="1348" y="149"/>
                  </a:cubicBezTo>
                  <a:cubicBezTo>
                    <a:pt x="1205" y="52"/>
                    <a:pt x="1038" y="1"/>
                    <a:pt x="8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71"/>
            <p:cNvSpPr/>
            <p:nvPr/>
          </p:nvSpPr>
          <p:spPr>
            <a:xfrm>
              <a:off x="5899889" y="2258860"/>
              <a:ext cx="49288" cy="65465"/>
            </a:xfrm>
            <a:custGeom>
              <a:rect b="b" l="l" r="r" t="t"/>
              <a:pathLst>
                <a:path extrusionOk="0" h="1728" w="1301">
                  <a:moveTo>
                    <a:pt x="657" y="1"/>
                  </a:moveTo>
                  <a:cubicBezTo>
                    <a:pt x="595" y="1"/>
                    <a:pt x="528" y="9"/>
                    <a:pt x="459" y="30"/>
                  </a:cubicBezTo>
                  <a:cubicBezTo>
                    <a:pt x="268" y="88"/>
                    <a:pt x="129" y="240"/>
                    <a:pt x="103" y="428"/>
                  </a:cubicBezTo>
                  <a:cubicBezTo>
                    <a:pt x="79" y="603"/>
                    <a:pt x="154" y="774"/>
                    <a:pt x="302" y="869"/>
                  </a:cubicBezTo>
                  <a:cubicBezTo>
                    <a:pt x="311" y="874"/>
                    <a:pt x="320" y="879"/>
                    <a:pt x="327" y="884"/>
                  </a:cubicBezTo>
                  <a:cubicBezTo>
                    <a:pt x="336" y="888"/>
                    <a:pt x="522" y="969"/>
                    <a:pt x="735" y="1048"/>
                  </a:cubicBezTo>
                  <a:cubicBezTo>
                    <a:pt x="779" y="1064"/>
                    <a:pt x="920" y="1124"/>
                    <a:pt x="903" y="1218"/>
                  </a:cubicBezTo>
                  <a:cubicBezTo>
                    <a:pt x="891" y="1288"/>
                    <a:pt x="804" y="1360"/>
                    <a:pt x="679" y="1360"/>
                  </a:cubicBezTo>
                  <a:cubicBezTo>
                    <a:pt x="548" y="1360"/>
                    <a:pt x="423" y="1308"/>
                    <a:pt x="342" y="1219"/>
                  </a:cubicBezTo>
                  <a:cubicBezTo>
                    <a:pt x="306" y="1178"/>
                    <a:pt x="256" y="1157"/>
                    <a:pt x="205" y="1157"/>
                  </a:cubicBezTo>
                  <a:cubicBezTo>
                    <a:pt x="161" y="1157"/>
                    <a:pt x="117" y="1173"/>
                    <a:pt x="81" y="1205"/>
                  </a:cubicBezTo>
                  <a:cubicBezTo>
                    <a:pt x="6" y="1273"/>
                    <a:pt x="1" y="1390"/>
                    <a:pt x="69" y="1466"/>
                  </a:cubicBezTo>
                  <a:cubicBezTo>
                    <a:pt x="218" y="1632"/>
                    <a:pt x="441" y="1728"/>
                    <a:pt x="678" y="1728"/>
                  </a:cubicBezTo>
                  <a:cubicBezTo>
                    <a:pt x="971" y="1728"/>
                    <a:pt x="1219" y="1540"/>
                    <a:pt x="1265" y="1282"/>
                  </a:cubicBezTo>
                  <a:cubicBezTo>
                    <a:pt x="1300" y="1086"/>
                    <a:pt x="1211" y="831"/>
                    <a:pt x="860" y="701"/>
                  </a:cubicBezTo>
                  <a:cubicBezTo>
                    <a:pt x="695" y="641"/>
                    <a:pt x="542" y="575"/>
                    <a:pt x="493" y="554"/>
                  </a:cubicBezTo>
                  <a:cubicBezTo>
                    <a:pt x="462" y="528"/>
                    <a:pt x="463" y="493"/>
                    <a:pt x="465" y="478"/>
                  </a:cubicBezTo>
                  <a:cubicBezTo>
                    <a:pt x="468" y="457"/>
                    <a:pt x="483" y="405"/>
                    <a:pt x="563" y="382"/>
                  </a:cubicBezTo>
                  <a:cubicBezTo>
                    <a:pt x="594" y="372"/>
                    <a:pt x="625" y="368"/>
                    <a:pt x="655" y="368"/>
                  </a:cubicBezTo>
                  <a:cubicBezTo>
                    <a:pt x="800" y="368"/>
                    <a:pt x="919" y="462"/>
                    <a:pt x="924" y="466"/>
                  </a:cubicBezTo>
                  <a:cubicBezTo>
                    <a:pt x="959" y="494"/>
                    <a:pt x="1000" y="507"/>
                    <a:pt x="1042" y="507"/>
                  </a:cubicBezTo>
                  <a:cubicBezTo>
                    <a:pt x="1094" y="507"/>
                    <a:pt x="1146" y="485"/>
                    <a:pt x="1182" y="442"/>
                  </a:cubicBezTo>
                  <a:cubicBezTo>
                    <a:pt x="1248" y="363"/>
                    <a:pt x="1237" y="248"/>
                    <a:pt x="1160" y="183"/>
                  </a:cubicBezTo>
                  <a:cubicBezTo>
                    <a:pt x="1151" y="174"/>
                    <a:pt x="941" y="1"/>
                    <a:pt x="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71"/>
            <p:cNvSpPr/>
            <p:nvPr/>
          </p:nvSpPr>
          <p:spPr>
            <a:xfrm>
              <a:off x="5955656" y="2258822"/>
              <a:ext cx="49250" cy="65503"/>
            </a:xfrm>
            <a:custGeom>
              <a:rect b="b" l="l" r="r" t="t"/>
              <a:pathLst>
                <a:path extrusionOk="0" h="1729" w="1300">
                  <a:moveTo>
                    <a:pt x="653" y="0"/>
                  </a:moveTo>
                  <a:cubicBezTo>
                    <a:pt x="591" y="0"/>
                    <a:pt x="526" y="9"/>
                    <a:pt x="458" y="29"/>
                  </a:cubicBezTo>
                  <a:cubicBezTo>
                    <a:pt x="264" y="86"/>
                    <a:pt x="128" y="240"/>
                    <a:pt x="102" y="427"/>
                  </a:cubicBezTo>
                  <a:cubicBezTo>
                    <a:pt x="77" y="603"/>
                    <a:pt x="153" y="772"/>
                    <a:pt x="301" y="869"/>
                  </a:cubicBezTo>
                  <a:cubicBezTo>
                    <a:pt x="309" y="874"/>
                    <a:pt x="317" y="879"/>
                    <a:pt x="327" y="882"/>
                  </a:cubicBezTo>
                  <a:cubicBezTo>
                    <a:pt x="335" y="887"/>
                    <a:pt x="522" y="969"/>
                    <a:pt x="734" y="1048"/>
                  </a:cubicBezTo>
                  <a:cubicBezTo>
                    <a:pt x="778" y="1064"/>
                    <a:pt x="920" y="1123"/>
                    <a:pt x="903" y="1217"/>
                  </a:cubicBezTo>
                  <a:cubicBezTo>
                    <a:pt x="891" y="1289"/>
                    <a:pt x="803" y="1361"/>
                    <a:pt x="679" y="1361"/>
                  </a:cubicBezTo>
                  <a:cubicBezTo>
                    <a:pt x="548" y="1361"/>
                    <a:pt x="422" y="1309"/>
                    <a:pt x="341" y="1220"/>
                  </a:cubicBezTo>
                  <a:cubicBezTo>
                    <a:pt x="305" y="1179"/>
                    <a:pt x="255" y="1158"/>
                    <a:pt x="205" y="1158"/>
                  </a:cubicBezTo>
                  <a:cubicBezTo>
                    <a:pt x="161" y="1158"/>
                    <a:pt x="116" y="1174"/>
                    <a:pt x="81" y="1206"/>
                  </a:cubicBezTo>
                  <a:cubicBezTo>
                    <a:pt x="5" y="1274"/>
                    <a:pt x="0" y="1391"/>
                    <a:pt x="68" y="1467"/>
                  </a:cubicBezTo>
                  <a:cubicBezTo>
                    <a:pt x="218" y="1633"/>
                    <a:pt x="441" y="1729"/>
                    <a:pt x="678" y="1729"/>
                  </a:cubicBezTo>
                  <a:cubicBezTo>
                    <a:pt x="971" y="1729"/>
                    <a:pt x="1218" y="1541"/>
                    <a:pt x="1264" y="1283"/>
                  </a:cubicBezTo>
                  <a:cubicBezTo>
                    <a:pt x="1300" y="1088"/>
                    <a:pt x="1211" y="832"/>
                    <a:pt x="860" y="702"/>
                  </a:cubicBezTo>
                  <a:cubicBezTo>
                    <a:pt x="694" y="642"/>
                    <a:pt x="542" y="576"/>
                    <a:pt x="492" y="555"/>
                  </a:cubicBezTo>
                  <a:cubicBezTo>
                    <a:pt x="462" y="529"/>
                    <a:pt x="463" y="494"/>
                    <a:pt x="466" y="479"/>
                  </a:cubicBezTo>
                  <a:cubicBezTo>
                    <a:pt x="468" y="458"/>
                    <a:pt x="484" y="406"/>
                    <a:pt x="564" y="383"/>
                  </a:cubicBezTo>
                  <a:cubicBezTo>
                    <a:pt x="594" y="374"/>
                    <a:pt x="625" y="370"/>
                    <a:pt x="654" y="370"/>
                  </a:cubicBezTo>
                  <a:cubicBezTo>
                    <a:pt x="800" y="370"/>
                    <a:pt x="921" y="463"/>
                    <a:pt x="925" y="467"/>
                  </a:cubicBezTo>
                  <a:cubicBezTo>
                    <a:pt x="959" y="495"/>
                    <a:pt x="1000" y="508"/>
                    <a:pt x="1042" y="508"/>
                  </a:cubicBezTo>
                  <a:cubicBezTo>
                    <a:pt x="1095" y="508"/>
                    <a:pt x="1147" y="486"/>
                    <a:pt x="1184" y="443"/>
                  </a:cubicBezTo>
                  <a:cubicBezTo>
                    <a:pt x="1248" y="366"/>
                    <a:pt x="1238" y="249"/>
                    <a:pt x="1161" y="184"/>
                  </a:cubicBezTo>
                  <a:cubicBezTo>
                    <a:pt x="1150" y="175"/>
                    <a:pt x="938" y="0"/>
                    <a:pt x="6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71"/>
            <p:cNvSpPr/>
            <p:nvPr/>
          </p:nvSpPr>
          <p:spPr>
            <a:xfrm>
              <a:off x="5547407" y="2234234"/>
              <a:ext cx="490042" cy="379873"/>
            </a:xfrm>
            <a:custGeom>
              <a:rect b="b" l="l" r="r" t="t"/>
              <a:pathLst>
                <a:path extrusionOk="0" h="10027" w="12935">
                  <a:moveTo>
                    <a:pt x="6964" y="2262"/>
                  </a:moveTo>
                  <a:lnTo>
                    <a:pt x="6964" y="2831"/>
                  </a:lnTo>
                  <a:cubicBezTo>
                    <a:pt x="6965" y="2932"/>
                    <a:pt x="7047" y="3016"/>
                    <a:pt x="7148" y="3016"/>
                  </a:cubicBezTo>
                  <a:lnTo>
                    <a:pt x="10929" y="3016"/>
                  </a:lnTo>
                  <a:lnTo>
                    <a:pt x="10929" y="7455"/>
                  </a:lnTo>
                  <a:cubicBezTo>
                    <a:pt x="10929" y="7518"/>
                    <a:pt x="10878" y="7568"/>
                    <a:pt x="10814" y="7568"/>
                  </a:cubicBezTo>
                  <a:lnTo>
                    <a:pt x="3163" y="7568"/>
                  </a:lnTo>
                  <a:lnTo>
                    <a:pt x="3163" y="5923"/>
                  </a:lnTo>
                  <a:cubicBezTo>
                    <a:pt x="3163" y="5828"/>
                    <a:pt x="3094" y="5743"/>
                    <a:pt x="2999" y="5733"/>
                  </a:cubicBezTo>
                  <a:cubicBezTo>
                    <a:pt x="2994" y="5733"/>
                    <a:pt x="2989" y="5733"/>
                    <a:pt x="2983" y="5733"/>
                  </a:cubicBezTo>
                  <a:cubicBezTo>
                    <a:pt x="2883" y="5733"/>
                    <a:pt x="2803" y="5814"/>
                    <a:pt x="2803" y="5917"/>
                  </a:cubicBezTo>
                  <a:lnTo>
                    <a:pt x="2803" y="7600"/>
                  </a:lnTo>
                  <a:lnTo>
                    <a:pt x="2033" y="7600"/>
                  </a:lnTo>
                  <a:cubicBezTo>
                    <a:pt x="1970" y="7600"/>
                    <a:pt x="1919" y="7550"/>
                    <a:pt x="1919" y="7487"/>
                  </a:cubicBezTo>
                  <a:lnTo>
                    <a:pt x="1919" y="2408"/>
                  </a:lnTo>
                  <a:cubicBezTo>
                    <a:pt x="1919" y="2345"/>
                    <a:pt x="1970" y="2294"/>
                    <a:pt x="2033" y="2294"/>
                  </a:cubicBezTo>
                  <a:lnTo>
                    <a:pt x="2803" y="2294"/>
                  </a:lnTo>
                  <a:lnTo>
                    <a:pt x="2803" y="5105"/>
                  </a:lnTo>
                  <a:cubicBezTo>
                    <a:pt x="2803" y="5200"/>
                    <a:pt x="2872" y="5285"/>
                    <a:pt x="2966" y="5295"/>
                  </a:cubicBezTo>
                  <a:cubicBezTo>
                    <a:pt x="2971" y="5295"/>
                    <a:pt x="2977" y="5295"/>
                    <a:pt x="2982" y="5295"/>
                  </a:cubicBezTo>
                  <a:cubicBezTo>
                    <a:pt x="3083" y="5295"/>
                    <a:pt x="3163" y="5214"/>
                    <a:pt x="3163" y="5111"/>
                  </a:cubicBezTo>
                  <a:lnTo>
                    <a:pt x="3163" y="2262"/>
                  </a:lnTo>
                  <a:close/>
                  <a:moveTo>
                    <a:pt x="6964" y="1410"/>
                  </a:moveTo>
                  <a:lnTo>
                    <a:pt x="6964" y="1901"/>
                  </a:lnTo>
                  <a:lnTo>
                    <a:pt x="2041" y="1901"/>
                  </a:lnTo>
                  <a:cubicBezTo>
                    <a:pt x="1774" y="1901"/>
                    <a:pt x="1557" y="2117"/>
                    <a:pt x="1557" y="2384"/>
                  </a:cubicBezTo>
                  <a:lnTo>
                    <a:pt x="1557" y="7479"/>
                  </a:lnTo>
                  <a:cubicBezTo>
                    <a:pt x="1557" y="7746"/>
                    <a:pt x="1774" y="7962"/>
                    <a:pt x="2041" y="7962"/>
                  </a:cubicBezTo>
                  <a:lnTo>
                    <a:pt x="10805" y="7962"/>
                  </a:lnTo>
                  <a:cubicBezTo>
                    <a:pt x="11072" y="7962"/>
                    <a:pt x="11289" y="7746"/>
                    <a:pt x="11289" y="7479"/>
                  </a:cubicBezTo>
                  <a:lnTo>
                    <a:pt x="11289" y="3048"/>
                  </a:lnTo>
                  <a:lnTo>
                    <a:pt x="11714" y="3048"/>
                  </a:lnTo>
                  <a:lnTo>
                    <a:pt x="11714" y="7985"/>
                  </a:lnTo>
                  <a:cubicBezTo>
                    <a:pt x="11714" y="8244"/>
                    <a:pt x="11505" y="8453"/>
                    <a:pt x="11245" y="8453"/>
                  </a:cubicBezTo>
                  <a:lnTo>
                    <a:pt x="1601" y="8453"/>
                  </a:lnTo>
                  <a:cubicBezTo>
                    <a:pt x="1342" y="8453"/>
                    <a:pt x="1132" y="8244"/>
                    <a:pt x="1132" y="7985"/>
                  </a:cubicBezTo>
                  <a:lnTo>
                    <a:pt x="1132" y="1879"/>
                  </a:lnTo>
                  <a:cubicBezTo>
                    <a:pt x="1132" y="1619"/>
                    <a:pt x="1342" y="1410"/>
                    <a:pt x="1601" y="1410"/>
                  </a:cubicBezTo>
                  <a:close/>
                  <a:moveTo>
                    <a:pt x="7553" y="8815"/>
                  </a:moveTo>
                  <a:lnTo>
                    <a:pt x="7553" y="8862"/>
                  </a:lnTo>
                  <a:cubicBezTo>
                    <a:pt x="7553" y="8963"/>
                    <a:pt x="7473" y="9044"/>
                    <a:pt x="7372" y="9044"/>
                  </a:cubicBezTo>
                  <a:lnTo>
                    <a:pt x="5508" y="9044"/>
                  </a:lnTo>
                  <a:cubicBezTo>
                    <a:pt x="5406" y="9044"/>
                    <a:pt x="5326" y="8962"/>
                    <a:pt x="5326" y="8862"/>
                  </a:cubicBezTo>
                  <a:lnTo>
                    <a:pt x="5326" y="8815"/>
                  </a:lnTo>
                  <a:close/>
                  <a:moveTo>
                    <a:pt x="12209" y="8848"/>
                  </a:moveTo>
                  <a:cubicBezTo>
                    <a:pt x="12275" y="8848"/>
                    <a:pt x="12329" y="8901"/>
                    <a:pt x="12329" y="8964"/>
                  </a:cubicBezTo>
                  <a:cubicBezTo>
                    <a:pt x="12331" y="9352"/>
                    <a:pt x="12017" y="9666"/>
                    <a:pt x="11630" y="9666"/>
                  </a:cubicBezTo>
                  <a:lnTo>
                    <a:pt x="1263" y="9666"/>
                  </a:lnTo>
                  <a:cubicBezTo>
                    <a:pt x="877" y="9666"/>
                    <a:pt x="561" y="9350"/>
                    <a:pt x="562" y="8964"/>
                  </a:cubicBezTo>
                  <a:cubicBezTo>
                    <a:pt x="562" y="8899"/>
                    <a:pt x="618" y="8848"/>
                    <a:pt x="683" y="8848"/>
                  </a:cubicBezTo>
                  <a:lnTo>
                    <a:pt x="4966" y="8848"/>
                  </a:lnTo>
                  <a:lnTo>
                    <a:pt x="4966" y="8887"/>
                  </a:lnTo>
                  <a:cubicBezTo>
                    <a:pt x="4966" y="9191"/>
                    <a:pt x="5213" y="9437"/>
                    <a:pt x="5516" y="9437"/>
                  </a:cubicBezTo>
                  <a:lnTo>
                    <a:pt x="7365" y="9437"/>
                  </a:lnTo>
                  <a:cubicBezTo>
                    <a:pt x="7669" y="9437"/>
                    <a:pt x="7915" y="9191"/>
                    <a:pt x="7915" y="8887"/>
                  </a:cubicBezTo>
                  <a:lnTo>
                    <a:pt x="7915" y="8848"/>
                  </a:lnTo>
                  <a:close/>
                  <a:moveTo>
                    <a:pt x="7150" y="0"/>
                  </a:moveTo>
                  <a:cubicBezTo>
                    <a:pt x="7049" y="0"/>
                    <a:pt x="6966" y="83"/>
                    <a:pt x="6966" y="185"/>
                  </a:cubicBezTo>
                  <a:lnTo>
                    <a:pt x="6966" y="1049"/>
                  </a:lnTo>
                  <a:lnTo>
                    <a:pt x="1612" y="1049"/>
                  </a:lnTo>
                  <a:cubicBezTo>
                    <a:pt x="1149" y="1049"/>
                    <a:pt x="774" y="1424"/>
                    <a:pt x="774" y="1886"/>
                  </a:cubicBezTo>
                  <a:lnTo>
                    <a:pt x="774" y="7981"/>
                  </a:lnTo>
                  <a:cubicBezTo>
                    <a:pt x="774" y="8157"/>
                    <a:pt x="827" y="8319"/>
                    <a:pt x="918" y="8453"/>
                  </a:cubicBezTo>
                  <a:lnTo>
                    <a:pt x="468" y="8453"/>
                  </a:lnTo>
                  <a:cubicBezTo>
                    <a:pt x="324" y="8453"/>
                    <a:pt x="194" y="8553"/>
                    <a:pt x="161" y="8694"/>
                  </a:cubicBezTo>
                  <a:cubicBezTo>
                    <a:pt x="1" y="9399"/>
                    <a:pt x="535" y="10027"/>
                    <a:pt x="1214" y="10027"/>
                  </a:cubicBezTo>
                  <a:lnTo>
                    <a:pt x="11724" y="10027"/>
                  </a:lnTo>
                  <a:cubicBezTo>
                    <a:pt x="12402" y="10027"/>
                    <a:pt x="12935" y="9399"/>
                    <a:pt x="12776" y="8694"/>
                  </a:cubicBezTo>
                  <a:cubicBezTo>
                    <a:pt x="12743" y="8552"/>
                    <a:pt x="12615" y="8453"/>
                    <a:pt x="12469" y="8453"/>
                  </a:cubicBezTo>
                  <a:lnTo>
                    <a:pt x="11970" y="8453"/>
                  </a:lnTo>
                  <a:cubicBezTo>
                    <a:pt x="12059" y="8320"/>
                    <a:pt x="12111" y="8158"/>
                    <a:pt x="12111" y="7984"/>
                  </a:cubicBezTo>
                  <a:lnTo>
                    <a:pt x="12111" y="3016"/>
                  </a:lnTo>
                  <a:lnTo>
                    <a:pt x="12547" y="3016"/>
                  </a:lnTo>
                  <a:cubicBezTo>
                    <a:pt x="12649" y="3016"/>
                    <a:pt x="12731" y="2933"/>
                    <a:pt x="12731" y="2830"/>
                  </a:cubicBezTo>
                  <a:lnTo>
                    <a:pt x="12731" y="182"/>
                  </a:lnTo>
                  <a:cubicBezTo>
                    <a:pt x="12731" y="81"/>
                    <a:pt x="12651" y="0"/>
                    <a:pt x="12549" y="0"/>
                  </a:cubicBezTo>
                  <a:lnTo>
                    <a:pt x="10737" y="0"/>
                  </a:lnTo>
                  <a:cubicBezTo>
                    <a:pt x="10642" y="0"/>
                    <a:pt x="10557" y="69"/>
                    <a:pt x="10549" y="164"/>
                  </a:cubicBezTo>
                  <a:cubicBezTo>
                    <a:pt x="10540" y="271"/>
                    <a:pt x="10624" y="360"/>
                    <a:pt x="10729" y="360"/>
                  </a:cubicBezTo>
                  <a:lnTo>
                    <a:pt x="12371" y="360"/>
                  </a:lnTo>
                  <a:lnTo>
                    <a:pt x="12371" y="2654"/>
                  </a:lnTo>
                  <a:lnTo>
                    <a:pt x="7359" y="2654"/>
                  </a:lnTo>
                  <a:lnTo>
                    <a:pt x="7359" y="360"/>
                  </a:lnTo>
                  <a:lnTo>
                    <a:pt x="9769" y="360"/>
                  </a:lnTo>
                  <a:cubicBezTo>
                    <a:pt x="9865" y="360"/>
                    <a:pt x="9950" y="290"/>
                    <a:pt x="9957" y="197"/>
                  </a:cubicBezTo>
                  <a:cubicBezTo>
                    <a:pt x="9966" y="89"/>
                    <a:pt x="9883" y="0"/>
                    <a:pt x="97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71"/>
            <p:cNvSpPr/>
            <p:nvPr/>
          </p:nvSpPr>
          <p:spPr>
            <a:xfrm>
              <a:off x="5847001" y="2368347"/>
              <a:ext cx="35915" cy="13676"/>
            </a:xfrm>
            <a:custGeom>
              <a:rect b="b" l="l" r="r" t="t"/>
              <a:pathLst>
                <a:path extrusionOk="0" h="361" w="948">
                  <a:moveTo>
                    <a:pt x="199" y="0"/>
                  </a:moveTo>
                  <a:cubicBezTo>
                    <a:pt x="104" y="0"/>
                    <a:pt x="19" y="69"/>
                    <a:pt x="11" y="164"/>
                  </a:cubicBezTo>
                  <a:cubicBezTo>
                    <a:pt x="0" y="270"/>
                    <a:pt x="85" y="361"/>
                    <a:pt x="190" y="361"/>
                  </a:cubicBezTo>
                  <a:lnTo>
                    <a:pt x="749" y="361"/>
                  </a:lnTo>
                  <a:cubicBezTo>
                    <a:pt x="845" y="361"/>
                    <a:pt x="930" y="291"/>
                    <a:pt x="938" y="197"/>
                  </a:cubicBezTo>
                  <a:cubicBezTo>
                    <a:pt x="947" y="89"/>
                    <a:pt x="863" y="0"/>
                    <a:pt x="7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71"/>
            <p:cNvSpPr/>
            <p:nvPr/>
          </p:nvSpPr>
          <p:spPr>
            <a:xfrm>
              <a:off x="5847039" y="2426614"/>
              <a:ext cx="35877" cy="13714"/>
            </a:xfrm>
            <a:custGeom>
              <a:rect b="b" l="l" r="r" t="t"/>
              <a:pathLst>
                <a:path extrusionOk="0" h="362" w="947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48" y="361"/>
                  </a:lnTo>
                  <a:cubicBezTo>
                    <a:pt x="844" y="361"/>
                    <a:pt x="929" y="291"/>
                    <a:pt x="937" y="197"/>
                  </a:cubicBezTo>
                  <a:cubicBezTo>
                    <a:pt x="946" y="91"/>
                    <a:pt x="862" y="1"/>
                    <a:pt x="7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71"/>
            <p:cNvSpPr/>
            <p:nvPr/>
          </p:nvSpPr>
          <p:spPr>
            <a:xfrm>
              <a:off x="5847039" y="2456430"/>
              <a:ext cx="35877" cy="13676"/>
            </a:xfrm>
            <a:custGeom>
              <a:rect b="b" l="l" r="r" t="t"/>
              <a:pathLst>
                <a:path extrusionOk="0" h="361" w="947">
                  <a:moveTo>
                    <a:pt x="198" y="0"/>
                  </a:moveTo>
                  <a:cubicBezTo>
                    <a:pt x="103" y="0"/>
                    <a:pt x="18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48" y="361"/>
                  </a:lnTo>
                  <a:cubicBezTo>
                    <a:pt x="844" y="361"/>
                    <a:pt x="929" y="292"/>
                    <a:pt x="937" y="197"/>
                  </a:cubicBezTo>
                  <a:cubicBezTo>
                    <a:pt x="946" y="89"/>
                    <a:pt x="862" y="0"/>
                    <a:pt x="7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71"/>
            <p:cNvSpPr/>
            <p:nvPr/>
          </p:nvSpPr>
          <p:spPr>
            <a:xfrm>
              <a:off x="5749258" y="2484995"/>
              <a:ext cx="35877" cy="13676"/>
            </a:xfrm>
            <a:custGeom>
              <a:rect b="b" l="l" r="r" t="t"/>
              <a:pathLst>
                <a:path extrusionOk="0" h="361" w="947">
                  <a:moveTo>
                    <a:pt x="199" y="0"/>
                  </a:moveTo>
                  <a:cubicBezTo>
                    <a:pt x="103" y="0"/>
                    <a:pt x="19" y="70"/>
                    <a:pt x="10" y="164"/>
                  </a:cubicBezTo>
                  <a:cubicBezTo>
                    <a:pt x="1" y="272"/>
                    <a:pt x="86" y="361"/>
                    <a:pt x="190" y="361"/>
                  </a:cubicBezTo>
                  <a:lnTo>
                    <a:pt x="749" y="361"/>
                  </a:lnTo>
                  <a:cubicBezTo>
                    <a:pt x="845" y="361"/>
                    <a:pt x="930" y="292"/>
                    <a:pt x="937" y="197"/>
                  </a:cubicBezTo>
                  <a:cubicBezTo>
                    <a:pt x="947" y="89"/>
                    <a:pt x="863" y="0"/>
                    <a:pt x="7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71"/>
            <p:cNvSpPr/>
            <p:nvPr/>
          </p:nvSpPr>
          <p:spPr>
            <a:xfrm>
              <a:off x="5804153" y="2484995"/>
              <a:ext cx="78308" cy="13676"/>
            </a:xfrm>
            <a:custGeom>
              <a:rect b="b" l="l" r="r" t="t"/>
              <a:pathLst>
                <a:path extrusionOk="0" h="361" w="2067">
                  <a:moveTo>
                    <a:pt x="198" y="0"/>
                  </a:moveTo>
                  <a:cubicBezTo>
                    <a:pt x="103" y="0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868" y="361"/>
                  </a:lnTo>
                  <a:cubicBezTo>
                    <a:pt x="1963" y="361"/>
                    <a:pt x="2048" y="292"/>
                    <a:pt x="2056" y="197"/>
                  </a:cubicBezTo>
                  <a:cubicBezTo>
                    <a:pt x="2067" y="89"/>
                    <a:pt x="1983" y="0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71"/>
            <p:cNvSpPr/>
            <p:nvPr/>
          </p:nvSpPr>
          <p:spPr>
            <a:xfrm>
              <a:off x="5792485" y="2426614"/>
              <a:ext cx="35536" cy="13714"/>
            </a:xfrm>
            <a:custGeom>
              <a:rect b="b" l="l" r="r" t="t"/>
              <a:pathLst>
                <a:path extrusionOk="0" h="362" w="938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58" y="361"/>
                  </a:lnTo>
                  <a:cubicBezTo>
                    <a:pt x="758" y="361"/>
                    <a:pt x="759" y="361"/>
                    <a:pt x="760" y="361"/>
                  </a:cubicBezTo>
                  <a:cubicBezTo>
                    <a:pt x="859" y="361"/>
                    <a:pt x="938" y="280"/>
                    <a:pt x="938" y="181"/>
                  </a:cubicBezTo>
                  <a:cubicBezTo>
                    <a:pt x="938" y="81"/>
                    <a:pt x="857" y="1"/>
                    <a:pt x="7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71"/>
            <p:cNvSpPr/>
            <p:nvPr/>
          </p:nvSpPr>
          <p:spPr>
            <a:xfrm>
              <a:off x="5703758" y="2426614"/>
              <a:ext cx="74974" cy="13714"/>
            </a:xfrm>
            <a:custGeom>
              <a:rect b="b" l="l" r="r" t="t"/>
              <a:pathLst>
                <a:path extrusionOk="0" h="362" w="1979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798" y="361"/>
                  </a:lnTo>
                  <a:cubicBezTo>
                    <a:pt x="1798" y="361"/>
                    <a:pt x="1799" y="361"/>
                    <a:pt x="1800" y="361"/>
                  </a:cubicBezTo>
                  <a:cubicBezTo>
                    <a:pt x="1898" y="361"/>
                    <a:pt x="1979" y="280"/>
                    <a:pt x="1979" y="181"/>
                  </a:cubicBezTo>
                  <a:cubicBezTo>
                    <a:pt x="1979" y="81"/>
                    <a:pt x="1897" y="1"/>
                    <a:pt x="17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71"/>
            <p:cNvSpPr/>
            <p:nvPr/>
          </p:nvSpPr>
          <p:spPr>
            <a:xfrm>
              <a:off x="5704630" y="2368347"/>
              <a:ext cx="122747" cy="13676"/>
            </a:xfrm>
            <a:custGeom>
              <a:rect b="b" l="l" r="r" t="t"/>
              <a:pathLst>
                <a:path extrusionOk="0" h="361" w="3240">
                  <a:moveTo>
                    <a:pt x="180" y="0"/>
                  </a:moveTo>
                  <a:cubicBezTo>
                    <a:pt x="81" y="0"/>
                    <a:pt x="1" y="80"/>
                    <a:pt x="1" y="179"/>
                  </a:cubicBezTo>
                  <a:cubicBezTo>
                    <a:pt x="1" y="279"/>
                    <a:pt x="82" y="361"/>
                    <a:pt x="182" y="361"/>
                  </a:cubicBezTo>
                  <a:lnTo>
                    <a:pt x="3042" y="361"/>
                  </a:lnTo>
                  <a:cubicBezTo>
                    <a:pt x="3137" y="361"/>
                    <a:pt x="3223" y="291"/>
                    <a:pt x="3231" y="197"/>
                  </a:cubicBezTo>
                  <a:cubicBezTo>
                    <a:pt x="3240" y="89"/>
                    <a:pt x="3156" y="0"/>
                    <a:pt x="3051" y="0"/>
                  </a:cubicBezTo>
                  <a:lnTo>
                    <a:pt x="182" y="0"/>
                  </a:lnTo>
                  <a:cubicBezTo>
                    <a:pt x="181" y="0"/>
                    <a:pt x="180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71"/>
            <p:cNvSpPr/>
            <p:nvPr/>
          </p:nvSpPr>
          <p:spPr>
            <a:xfrm>
              <a:off x="5702963" y="2398087"/>
              <a:ext cx="180787" cy="13714"/>
            </a:xfrm>
            <a:custGeom>
              <a:rect b="b" l="l" r="r" t="t"/>
              <a:pathLst>
                <a:path extrusionOk="0" h="362" w="4772">
                  <a:moveTo>
                    <a:pt x="200" y="1"/>
                  </a:moveTo>
                  <a:cubicBezTo>
                    <a:pt x="104" y="1"/>
                    <a:pt x="19" y="70"/>
                    <a:pt x="10" y="164"/>
                  </a:cubicBezTo>
                  <a:cubicBezTo>
                    <a:pt x="1" y="272"/>
                    <a:pt x="85" y="361"/>
                    <a:pt x="193" y="361"/>
                  </a:cubicBezTo>
                  <a:lnTo>
                    <a:pt x="4562" y="361"/>
                  </a:lnTo>
                  <a:cubicBezTo>
                    <a:pt x="4650" y="361"/>
                    <a:pt x="4729" y="303"/>
                    <a:pt x="4748" y="217"/>
                  </a:cubicBezTo>
                  <a:cubicBezTo>
                    <a:pt x="4771" y="101"/>
                    <a:pt x="4681" y="1"/>
                    <a:pt x="45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71"/>
            <p:cNvSpPr/>
            <p:nvPr/>
          </p:nvSpPr>
          <p:spPr>
            <a:xfrm>
              <a:off x="5898411" y="2368347"/>
              <a:ext cx="27618" cy="13676"/>
            </a:xfrm>
            <a:custGeom>
              <a:rect b="b" l="l" r="r" t="t"/>
              <a:pathLst>
                <a:path extrusionOk="0" h="361" w="729">
                  <a:moveTo>
                    <a:pt x="199" y="0"/>
                  </a:moveTo>
                  <a:cubicBezTo>
                    <a:pt x="103" y="0"/>
                    <a:pt x="19" y="69"/>
                    <a:pt x="10" y="164"/>
                  </a:cubicBezTo>
                  <a:cubicBezTo>
                    <a:pt x="1" y="270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1"/>
                    <a:pt x="720" y="197"/>
                  </a:cubicBezTo>
                  <a:cubicBezTo>
                    <a:pt x="729" y="89"/>
                    <a:pt x="645" y="0"/>
                    <a:pt x="5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71"/>
            <p:cNvSpPr/>
            <p:nvPr/>
          </p:nvSpPr>
          <p:spPr>
            <a:xfrm>
              <a:off x="5898411" y="2398087"/>
              <a:ext cx="27618" cy="13714"/>
            </a:xfrm>
            <a:custGeom>
              <a:rect b="b" l="l" r="r" t="t"/>
              <a:pathLst>
                <a:path extrusionOk="0" h="362" w="729">
                  <a:moveTo>
                    <a:pt x="199" y="1"/>
                  </a:moveTo>
                  <a:cubicBezTo>
                    <a:pt x="103" y="1"/>
                    <a:pt x="19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2"/>
                    <a:pt x="720" y="198"/>
                  </a:cubicBezTo>
                  <a:cubicBezTo>
                    <a:pt x="729" y="90"/>
                    <a:pt x="645" y="1"/>
                    <a:pt x="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71"/>
            <p:cNvSpPr/>
            <p:nvPr/>
          </p:nvSpPr>
          <p:spPr>
            <a:xfrm>
              <a:off x="5898411" y="2426652"/>
              <a:ext cx="27618" cy="13714"/>
            </a:xfrm>
            <a:custGeom>
              <a:rect b="b" l="l" r="r" t="t"/>
              <a:pathLst>
                <a:path extrusionOk="0" h="362" w="729">
                  <a:moveTo>
                    <a:pt x="199" y="1"/>
                  </a:moveTo>
                  <a:cubicBezTo>
                    <a:pt x="103" y="1"/>
                    <a:pt x="19" y="70"/>
                    <a:pt x="10" y="164"/>
                  </a:cubicBezTo>
                  <a:cubicBezTo>
                    <a:pt x="1" y="271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2"/>
                    <a:pt x="720" y="198"/>
                  </a:cubicBezTo>
                  <a:cubicBezTo>
                    <a:pt x="729" y="90"/>
                    <a:pt x="645" y="1"/>
                    <a:pt x="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71"/>
            <p:cNvSpPr/>
            <p:nvPr/>
          </p:nvSpPr>
          <p:spPr>
            <a:xfrm>
              <a:off x="5898411" y="2456430"/>
              <a:ext cx="27618" cy="13676"/>
            </a:xfrm>
            <a:custGeom>
              <a:rect b="b" l="l" r="r" t="t"/>
              <a:pathLst>
                <a:path extrusionOk="0" h="361" w="729">
                  <a:moveTo>
                    <a:pt x="199" y="0"/>
                  </a:moveTo>
                  <a:cubicBezTo>
                    <a:pt x="103" y="0"/>
                    <a:pt x="19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2"/>
                    <a:pt x="720" y="197"/>
                  </a:cubicBezTo>
                  <a:cubicBezTo>
                    <a:pt x="729" y="89"/>
                    <a:pt x="645" y="0"/>
                    <a:pt x="5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71"/>
            <p:cNvSpPr/>
            <p:nvPr/>
          </p:nvSpPr>
          <p:spPr>
            <a:xfrm>
              <a:off x="5898411" y="2484995"/>
              <a:ext cx="27618" cy="13676"/>
            </a:xfrm>
            <a:custGeom>
              <a:rect b="b" l="l" r="r" t="t"/>
              <a:pathLst>
                <a:path extrusionOk="0" h="361" w="729">
                  <a:moveTo>
                    <a:pt x="199" y="0"/>
                  </a:moveTo>
                  <a:cubicBezTo>
                    <a:pt x="103" y="0"/>
                    <a:pt x="19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2"/>
                    <a:pt x="720" y="197"/>
                  </a:cubicBezTo>
                  <a:cubicBezTo>
                    <a:pt x="729" y="89"/>
                    <a:pt x="645" y="0"/>
                    <a:pt x="5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38" name="Google Shape;2838;p71"/>
          <p:cNvGrpSpPr/>
          <p:nvPr/>
        </p:nvGrpSpPr>
        <p:grpSpPr>
          <a:xfrm>
            <a:off x="4739267" y="2728423"/>
            <a:ext cx="449547" cy="398061"/>
            <a:chOff x="4749246" y="2213170"/>
            <a:chExt cx="476669" cy="422077"/>
          </a:xfrm>
        </p:grpSpPr>
        <p:sp>
          <p:nvSpPr>
            <p:cNvPr id="2839" name="Google Shape;2839;p71"/>
            <p:cNvSpPr/>
            <p:nvPr/>
          </p:nvSpPr>
          <p:spPr>
            <a:xfrm>
              <a:off x="4797208" y="2239841"/>
              <a:ext cx="20572" cy="18753"/>
            </a:xfrm>
            <a:custGeom>
              <a:rect b="b" l="l" r="r" t="t"/>
              <a:pathLst>
                <a:path extrusionOk="0" h="495" w="543">
                  <a:moveTo>
                    <a:pt x="272" y="1"/>
                  </a:moveTo>
                  <a:cubicBezTo>
                    <a:pt x="209" y="1"/>
                    <a:pt x="146" y="25"/>
                    <a:pt x="97" y="73"/>
                  </a:cubicBezTo>
                  <a:cubicBezTo>
                    <a:pt x="1" y="170"/>
                    <a:pt x="1" y="325"/>
                    <a:pt x="97" y="422"/>
                  </a:cubicBezTo>
                  <a:cubicBezTo>
                    <a:pt x="145" y="470"/>
                    <a:pt x="208" y="494"/>
                    <a:pt x="271" y="494"/>
                  </a:cubicBezTo>
                  <a:cubicBezTo>
                    <a:pt x="334" y="494"/>
                    <a:pt x="397" y="470"/>
                    <a:pt x="446" y="422"/>
                  </a:cubicBezTo>
                  <a:cubicBezTo>
                    <a:pt x="542" y="327"/>
                    <a:pt x="542" y="171"/>
                    <a:pt x="446" y="73"/>
                  </a:cubicBezTo>
                  <a:cubicBezTo>
                    <a:pt x="398" y="25"/>
                    <a:pt x="335" y="1"/>
                    <a:pt x="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71"/>
            <p:cNvSpPr/>
            <p:nvPr/>
          </p:nvSpPr>
          <p:spPr>
            <a:xfrm>
              <a:off x="4832668" y="2239841"/>
              <a:ext cx="21253" cy="18753"/>
            </a:xfrm>
            <a:custGeom>
              <a:rect b="b" l="l" r="r" t="t"/>
              <a:pathLst>
                <a:path extrusionOk="0" h="495" w="561">
                  <a:moveTo>
                    <a:pt x="281" y="1"/>
                  </a:moveTo>
                  <a:cubicBezTo>
                    <a:pt x="184" y="1"/>
                    <a:pt x="92" y="59"/>
                    <a:pt x="52" y="154"/>
                  </a:cubicBezTo>
                  <a:cubicBezTo>
                    <a:pt x="0" y="280"/>
                    <a:pt x="61" y="423"/>
                    <a:pt x="186" y="475"/>
                  </a:cubicBezTo>
                  <a:cubicBezTo>
                    <a:pt x="217" y="488"/>
                    <a:pt x="249" y="494"/>
                    <a:pt x="281" y="494"/>
                  </a:cubicBezTo>
                  <a:cubicBezTo>
                    <a:pt x="377" y="494"/>
                    <a:pt x="469" y="437"/>
                    <a:pt x="508" y="342"/>
                  </a:cubicBezTo>
                  <a:cubicBezTo>
                    <a:pt x="560" y="217"/>
                    <a:pt x="501" y="72"/>
                    <a:pt x="375" y="20"/>
                  </a:cubicBezTo>
                  <a:cubicBezTo>
                    <a:pt x="344" y="7"/>
                    <a:pt x="312" y="1"/>
                    <a:pt x="2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71"/>
            <p:cNvSpPr/>
            <p:nvPr/>
          </p:nvSpPr>
          <p:spPr>
            <a:xfrm>
              <a:off x="4869682" y="2239879"/>
              <a:ext cx="18677" cy="18715"/>
            </a:xfrm>
            <a:custGeom>
              <a:rect b="b" l="l" r="r" t="t"/>
              <a:pathLst>
                <a:path extrusionOk="0" h="494" w="493">
                  <a:moveTo>
                    <a:pt x="246" y="1"/>
                  </a:moveTo>
                  <a:cubicBezTo>
                    <a:pt x="110" y="1"/>
                    <a:pt x="0" y="111"/>
                    <a:pt x="0" y="247"/>
                  </a:cubicBezTo>
                  <a:cubicBezTo>
                    <a:pt x="0" y="383"/>
                    <a:pt x="110" y="493"/>
                    <a:pt x="246" y="493"/>
                  </a:cubicBezTo>
                  <a:cubicBezTo>
                    <a:pt x="382" y="493"/>
                    <a:pt x="492" y="383"/>
                    <a:pt x="492" y="247"/>
                  </a:cubicBezTo>
                  <a:cubicBezTo>
                    <a:pt x="492" y="111"/>
                    <a:pt x="382" y="1"/>
                    <a:pt x="2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71"/>
            <p:cNvSpPr/>
            <p:nvPr/>
          </p:nvSpPr>
          <p:spPr>
            <a:xfrm>
              <a:off x="4749246" y="2213170"/>
              <a:ext cx="476669" cy="422077"/>
            </a:xfrm>
            <a:custGeom>
              <a:rect b="b" l="l" r="r" t="t"/>
              <a:pathLst>
                <a:path extrusionOk="0" h="11141" w="12582">
                  <a:moveTo>
                    <a:pt x="4466" y="0"/>
                  </a:moveTo>
                  <a:cubicBezTo>
                    <a:pt x="4364" y="0"/>
                    <a:pt x="4281" y="83"/>
                    <a:pt x="4281" y="184"/>
                  </a:cubicBezTo>
                  <a:cubicBezTo>
                    <a:pt x="4281" y="287"/>
                    <a:pt x="4466" y="361"/>
                    <a:pt x="4466" y="361"/>
                  </a:cubicBezTo>
                  <a:lnTo>
                    <a:pt x="11969" y="361"/>
                  </a:lnTo>
                  <a:cubicBezTo>
                    <a:pt x="12108" y="361"/>
                    <a:pt x="12220" y="473"/>
                    <a:pt x="12220" y="613"/>
                  </a:cubicBezTo>
                  <a:lnTo>
                    <a:pt x="12220" y="1573"/>
                  </a:lnTo>
                  <a:lnTo>
                    <a:pt x="359" y="1573"/>
                  </a:lnTo>
                  <a:lnTo>
                    <a:pt x="359" y="552"/>
                  </a:lnTo>
                  <a:cubicBezTo>
                    <a:pt x="359" y="447"/>
                    <a:pt x="445" y="361"/>
                    <a:pt x="550" y="361"/>
                  </a:cubicBezTo>
                  <a:lnTo>
                    <a:pt x="3556" y="361"/>
                  </a:lnTo>
                  <a:cubicBezTo>
                    <a:pt x="3604" y="361"/>
                    <a:pt x="3651" y="337"/>
                    <a:pt x="3678" y="296"/>
                  </a:cubicBezTo>
                  <a:cubicBezTo>
                    <a:pt x="3772" y="153"/>
                    <a:pt x="3671" y="1"/>
                    <a:pt x="3535" y="1"/>
                  </a:cubicBezTo>
                  <a:lnTo>
                    <a:pt x="621" y="1"/>
                  </a:lnTo>
                  <a:cubicBezTo>
                    <a:pt x="278" y="1"/>
                    <a:pt x="1" y="279"/>
                    <a:pt x="1" y="621"/>
                  </a:cubicBezTo>
                  <a:lnTo>
                    <a:pt x="1" y="10521"/>
                  </a:lnTo>
                  <a:cubicBezTo>
                    <a:pt x="1" y="10863"/>
                    <a:pt x="278" y="11141"/>
                    <a:pt x="621" y="11141"/>
                  </a:cubicBezTo>
                  <a:lnTo>
                    <a:pt x="12391" y="11141"/>
                  </a:lnTo>
                  <a:cubicBezTo>
                    <a:pt x="12496" y="11141"/>
                    <a:pt x="12581" y="11056"/>
                    <a:pt x="12581" y="10950"/>
                  </a:cubicBezTo>
                  <a:lnTo>
                    <a:pt x="12581" y="9763"/>
                  </a:lnTo>
                  <a:cubicBezTo>
                    <a:pt x="12581" y="9749"/>
                    <a:pt x="12576" y="9733"/>
                    <a:pt x="12566" y="9723"/>
                  </a:cubicBezTo>
                  <a:cubicBezTo>
                    <a:pt x="12512" y="9667"/>
                    <a:pt x="12455" y="9644"/>
                    <a:pt x="12402" y="9644"/>
                  </a:cubicBezTo>
                  <a:cubicBezTo>
                    <a:pt x="12303" y="9644"/>
                    <a:pt x="12222" y="9727"/>
                    <a:pt x="12222" y="9829"/>
                  </a:cubicBezTo>
                  <a:lnTo>
                    <a:pt x="12222" y="10529"/>
                  </a:lnTo>
                  <a:cubicBezTo>
                    <a:pt x="12222" y="10668"/>
                    <a:pt x="12109" y="10780"/>
                    <a:pt x="11971" y="10780"/>
                  </a:cubicBezTo>
                  <a:lnTo>
                    <a:pt x="613" y="10780"/>
                  </a:lnTo>
                  <a:cubicBezTo>
                    <a:pt x="474" y="10780"/>
                    <a:pt x="362" y="10668"/>
                    <a:pt x="362" y="10529"/>
                  </a:cubicBezTo>
                  <a:lnTo>
                    <a:pt x="362" y="1967"/>
                  </a:lnTo>
                  <a:lnTo>
                    <a:pt x="12223" y="1967"/>
                  </a:lnTo>
                  <a:lnTo>
                    <a:pt x="12223" y="8983"/>
                  </a:lnTo>
                  <a:cubicBezTo>
                    <a:pt x="12223" y="8983"/>
                    <a:pt x="12223" y="8983"/>
                    <a:pt x="12223" y="8983"/>
                  </a:cubicBezTo>
                  <a:lnTo>
                    <a:pt x="12223" y="8983"/>
                  </a:lnTo>
                  <a:cubicBezTo>
                    <a:pt x="12220" y="8983"/>
                    <a:pt x="12290" y="9166"/>
                    <a:pt x="12392" y="9166"/>
                  </a:cubicBezTo>
                  <a:cubicBezTo>
                    <a:pt x="12493" y="9166"/>
                    <a:pt x="12576" y="9085"/>
                    <a:pt x="12581" y="8982"/>
                  </a:cubicBezTo>
                  <a:lnTo>
                    <a:pt x="12581" y="620"/>
                  </a:lnTo>
                  <a:cubicBezTo>
                    <a:pt x="12576" y="279"/>
                    <a:pt x="12297" y="0"/>
                    <a:pt x="119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71"/>
            <p:cNvSpPr/>
            <p:nvPr/>
          </p:nvSpPr>
          <p:spPr>
            <a:xfrm>
              <a:off x="4791866" y="2317392"/>
              <a:ext cx="26103" cy="13676"/>
            </a:xfrm>
            <a:custGeom>
              <a:rect b="b" l="l" r="r" t="t"/>
              <a:pathLst>
                <a:path extrusionOk="0" h="361" w="689">
                  <a:moveTo>
                    <a:pt x="197" y="0"/>
                  </a:moveTo>
                  <a:cubicBezTo>
                    <a:pt x="102" y="0"/>
                    <a:pt x="17" y="71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91" y="361"/>
                  </a:lnTo>
                  <a:cubicBezTo>
                    <a:pt x="587" y="361"/>
                    <a:pt x="672" y="292"/>
                    <a:pt x="679" y="197"/>
                  </a:cubicBezTo>
                  <a:cubicBezTo>
                    <a:pt x="688" y="92"/>
                    <a:pt x="605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71"/>
            <p:cNvSpPr/>
            <p:nvPr/>
          </p:nvSpPr>
          <p:spPr>
            <a:xfrm>
              <a:off x="4835586" y="2317392"/>
              <a:ext cx="57509" cy="13676"/>
            </a:xfrm>
            <a:custGeom>
              <a:rect b="b" l="l" r="r" t="t"/>
              <a:pathLst>
                <a:path extrusionOk="0" h="361" w="1518">
                  <a:moveTo>
                    <a:pt x="198" y="0"/>
                  </a:moveTo>
                  <a:cubicBezTo>
                    <a:pt x="103" y="0"/>
                    <a:pt x="17" y="71"/>
                    <a:pt x="10" y="166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1319" y="361"/>
                  </a:lnTo>
                  <a:cubicBezTo>
                    <a:pt x="1414" y="361"/>
                    <a:pt x="1499" y="292"/>
                    <a:pt x="1508" y="197"/>
                  </a:cubicBezTo>
                  <a:cubicBezTo>
                    <a:pt x="1517" y="89"/>
                    <a:pt x="1432" y="0"/>
                    <a:pt x="13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71"/>
            <p:cNvSpPr/>
            <p:nvPr/>
          </p:nvSpPr>
          <p:spPr>
            <a:xfrm>
              <a:off x="4791866" y="2350920"/>
              <a:ext cx="26103" cy="13676"/>
            </a:xfrm>
            <a:custGeom>
              <a:rect b="b" l="l" r="r" t="t"/>
              <a:pathLst>
                <a:path extrusionOk="0" h="361" w="689">
                  <a:moveTo>
                    <a:pt x="197" y="0"/>
                  </a:moveTo>
                  <a:cubicBezTo>
                    <a:pt x="102" y="0"/>
                    <a:pt x="17" y="71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91" y="361"/>
                  </a:lnTo>
                  <a:cubicBezTo>
                    <a:pt x="587" y="361"/>
                    <a:pt x="672" y="292"/>
                    <a:pt x="679" y="197"/>
                  </a:cubicBezTo>
                  <a:cubicBezTo>
                    <a:pt x="688" y="89"/>
                    <a:pt x="605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71"/>
            <p:cNvSpPr/>
            <p:nvPr/>
          </p:nvSpPr>
          <p:spPr>
            <a:xfrm>
              <a:off x="4835586" y="2350920"/>
              <a:ext cx="57509" cy="13676"/>
            </a:xfrm>
            <a:custGeom>
              <a:rect b="b" l="l" r="r" t="t"/>
              <a:pathLst>
                <a:path extrusionOk="0" h="361" w="1518">
                  <a:moveTo>
                    <a:pt x="198" y="0"/>
                  </a:moveTo>
                  <a:cubicBezTo>
                    <a:pt x="103" y="0"/>
                    <a:pt x="17" y="71"/>
                    <a:pt x="10" y="165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1319" y="361"/>
                  </a:lnTo>
                  <a:cubicBezTo>
                    <a:pt x="1414" y="361"/>
                    <a:pt x="1499" y="292"/>
                    <a:pt x="1508" y="197"/>
                  </a:cubicBezTo>
                  <a:cubicBezTo>
                    <a:pt x="1517" y="89"/>
                    <a:pt x="1432" y="0"/>
                    <a:pt x="13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71"/>
            <p:cNvSpPr/>
            <p:nvPr/>
          </p:nvSpPr>
          <p:spPr>
            <a:xfrm>
              <a:off x="4791791" y="2384448"/>
              <a:ext cx="26179" cy="13676"/>
            </a:xfrm>
            <a:custGeom>
              <a:rect b="b" l="l" r="r" t="t"/>
              <a:pathLst>
                <a:path extrusionOk="0" h="361" w="691">
                  <a:moveTo>
                    <a:pt x="198" y="0"/>
                  </a:moveTo>
                  <a:cubicBezTo>
                    <a:pt x="103" y="0"/>
                    <a:pt x="18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91" y="361"/>
                  </a:lnTo>
                  <a:cubicBezTo>
                    <a:pt x="587" y="361"/>
                    <a:pt x="673" y="292"/>
                    <a:pt x="680" y="197"/>
                  </a:cubicBezTo>
                  <a:cubicBezTo>
                    <a:pt x="690" y="90"/>
                    <a:pt x="607" y="0"/>
                    <a:pt x="5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71"/>
            <p:cNvSpPr/>
            <p:nvPr/>
          </p:nvSpPr>
          <p:spPr>
            <a:xfrm>
              <a:off x="4858241" y="2384411"/>
              <a:ext cx="113996" cy="13676"/>
            </a:xfrm>
            <a:custGeom>
              <a:rect b="b" l="l" r="r" t="t"/>
              <a:pathLst>
                <a:path extrusionOk="0" h="361" w="3009">
                  <a:moveTo>
                    <a:pt x="199" y="0"/>
                  </a:moveTo>
                  <a:cubicBezTo>
                    <a:pt x="103" y="0"/>
                    <a:pt x="18" y="70"/>
                    <a:pt x="10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2827" y="361"/>
                  </a:lnTo>
                  <a:cubicBezTo>
                    <a:pt x="2828" y="361"/>
                    <a:pt x="2829" y="361"/>
                    <a:pt x="2829" y="361"/>
                  </a:cubicBezTo>
                  <a:cubicBezTo>
                    <a:pt x="2928" y="361"/>
                    <a:pt x="3009" y="280"/>
                    <a:pt x="3009" y="182"/>
                  </a:cubicBezTo>
                  <a:cubicBezTo>
                    <a:pt x="3009" y="82"/>
                    <a:pt x="2927" y="0"/>
                    <a:pt x="28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71"/>
            <p:cNvSpPr/>
            <p:nvPr/>
          </p:nvSpPr>
          <p:spPr>
            <a:xfrm>
              <a:off x="4791866" y="2417939"/>
              <a:ext cx="26103" cy="13676"/>
            </a:xfrm>
            <a:custGeom>
              <a:rect b="b" l="l" r="r" t="t"/>
              <a:pathLst>
                <a:path extrusionOk="0" h="361" w="689">
                  <a:moveTo>
                    <a:pt x="197" y="0"/>
                  </a:moveTo>
                  <a:cubicBezTo>
                    <a:pt x="102" y="0"/>
                    <a:pt x="17" y="70"/>
                    <a:pt x="9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91" y="361"/>
                  </a:lnTo>
                  <a:cubicBezTo>
                    <a:pt x="587" y="361"/>
                    <a:pt x="672" y="292"/>
                    <a:pt x="679" y="197"/>
                  </a:cubicBezTo>
                  <a:cubicBezTo>
                    <a:pt x="688" y="91"/>
                    <a:pt x="605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71"/>
            <p:cNvSpPr/>
            <p:nvPr/>
          </p:nvSpPr>
          <p:spPr>
            <a:xfrm>
              <a:off x="4854073" y="2417939"/>
              <a:ext cx="59290" cy="13676"/>
            </a:xfrm>
            <a:custGeom>
              <a:rect b="b" l="l" r="r" t="t"/>
              <a:pathLst>
                <a:path extrusionOk="0" h="361" w="1565">
                  <a:moveTo>
                    <a:pt x="199" y="0"/>
                  </a:moveTo>
                  <a:cubicBezTo>
                    <a:pt x="103" y="0"/>
                    <a:pt x="18" y="70"/>
                    <a:pt x="10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1383" y="361"/>
                  </a:lnTo>
                  <a:cubicBezTo>
                    <a:pt x="1384" y="361"/>
                    <a:pt x="1384" y="361"/>
                    <a:pt x="1385" y="361"/>
                  </a:cubicBezTo>
                  <a:cubicBezTo>
                    <a:pt x="1486" y="361"/>
                    <a:pt x="1564" y="280"/>
                    <a:pt x="1564" y="182"/>
                  </a:cubicBezTo>
                  <a:cubicBezTo>
                    <a:pt x="1564" y="82"/>
                    <a:pt x="1483" y="0"/>
                    <a:pt x="1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71"/>
            <p:cNvSpPr/>
            <p:nvPr/>
          </p:nvSpPr>
          <p:spPr>
            <a:xfrm>
              <a:off x="4791866" y="2451467"/>
              <a:ext cx="26103" cy="13676"/>
            </a:xfrm>
            <a:custGeom>
              <a:rect b="b" l="l" r="r" t="t"/>
              <a:pathLst>
                <a:path extrusionOk="0" h="361" w="689">
                  <a:moveTo>
                    <a:pt x="197" y="0"/>
                  </a:moveTo>
                  <a:cubicBezTo>
                    <a:pt x="102" y="0"/>
                    <a:pt x="17" y="70"/>
                    <a:pt x="9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93" y="361"/>
                  </a:lnTo>
                  <a:cubicBezTo>
                    <a:pt x="588" y="361"/>
                    <a:pt x="673" y="292"/>
                    <a:pt x="681" y="197"/>
                  </a:cubicBezTo>
                  <a:cubicBezTo>
                    <a:pt x="688" y="89"/>
                    <a:pt x="605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71"/>
            <p:cNvSpPr/>
            <p:nvPr/>
          </p:nvSpPr>
          <p:spPr>
            <a:xfrm>
              <a:off x="4835245" y="2451467"/>
              <a:ext cx="27505" cy="13676"/>
            </a:xfrm>
            <a:custGeom>
              <a:rect b="b" l="l" r="r" t="t"/>
              <a:pathLst>
                <a:path extrusionOk="0" h="361" w="726">
                  <a:moveTo>
                    <a:pt x="198" y="0"/>
                  </a:moveTo>
                  <a:cubicBezTo>
                    <a:pt x="103" y="0"/>
                    <a:pt x="18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528" y="361"/>
                  </a:lnTo>
                  <a:cubicBezTo>
                    <a:pt x="623" y="361"/>
                    <a:pt x="708" y="292"/>
                    <a:pt x="716" y="197"/>
                  </a:cubicBezTo>
                  <a:cubicBezTo>
                    <a:pt x="726" y="89"/>
                    <a:pt x="642" y="0"/>
                    <a:pt x="5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71"/>
            <p:cNvSpPr/>
            <p:nvPr/>
          </p:nvSpPr>
          <p:spPr>
            <a:xfrm>
              <a:off x="4879797" y="2451467"/>
              <a:ext cx="60768" cy="13676"/>
            </a:xfrm>
            <a:custGeom>
              <a:rect b="b" l="l" r="r" t="t"/>
              <a:pathLst>
                <a:path extrusionOk="0" h="361" w="1604">
                  <a:moveTo>
                    <a:pt x="198" y="0"/>
                  </a:moveTo>
                  <a:cubicBezTo>
                    <a:pt x="102" y="0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425" y="361"/>
                  </a:lnTo>
                  <a:cubicBezTo>
                    <a:pt x="1523" y="361"/>
                    <a:pt x="1604" y="281"/>
                    <a:pt x="1604" y="182"/>
                  </a:cubicBezTo>
                  <a:cubicBezTo>
                    <a:pt x="1604" y="81"/>
                    <a:pt x="1523" y="0"/>
                    <a:pt x="14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71"/>
            <p:cNvSpPr/>
            <p:nvPr/>
          </p:nvSpPr>
          <p:spPr>
            <a:xfrm>
              <a:off x="4791791" y="2482533"/>
              <a:ext cx="26179" cy="13639"/>
            </a:xfrm>
            <a:custGeom>
              <a:rect b="b" l="l" r="r" t="t"/>
              <a:pathLst>
                <a:path extrusionOk="0" h="360" w="691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491" y="360"/>
                  </a:lnTo>
                  <a:cubicBezTo>
                    <a:pt x="587" y="360"/>
                    <a:pt x="673" y="291"/>
                    <a:pt x="680" y="196"/>
                  </a:cubicBezTo>
                  <a:cubicBezTo>
                    <a:pt x="690" y="90"/>
                    <a:pt x="607" y="1"/>
                    <a:pt x="5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71"/>
            <p:cNvSpPr/>
            <p:nvPr/>
          </p:nvSpPr>
          <p:spPr>
            <a:xfrm>
              <a:off x="4857407" y="2482533"/>
              <a:ext cx="35915" cy="13639"/>
            </a:xfrm>
            <a:custGeom>
              <a:rect b="b" l="l" r="r" t="t"/>
              <a:pathLst>
                <a:path extrusionOk="0" h="360" w="948">
                  <a:moveTo>
                    <a:pt x="189" y="1"/>
                  </a:moveTo>
                  <a:cubicBezTo>
                    <a:pt x="84" y="1"/>
                    <a:pt x="1" y="90"/>
                    <a:pt x="10" y="196"/>
                  </a:cubicBezTo>
                  <a:cubicBezTo>
                    <a:pt x="17" y="291"/>
                    <a:pt x="104" y="360"/>
                    <a:pt x="199" y="360"/>
                  </a:cubicBezTo>
                  <a:lnTo>
                    <a:pt x="749" y="360"/>
                  </a:lnTo>
                  <a:cubicBezTo>
                    <a:pt x="845" y="360"/>
                    <a:pt x="930" y="291"/>
                    <a:pt x="938" y="196"/>
                  </a:cubicBezTo>
                  <a:cubicBezTo>
                    <a:pt x="947" y="90"/>
                    <a:pt x="864" y="1"/>
                    <a:pt x="7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71"/>
            <p:cNvSpPr/>
            <p:nvPr/>
          </p:nvSpPr>
          <p:spPr>
            <a:xfrm>
              <a:off x="4791866" y="2515985"/>
              <a:ext cx="26103" cy="13676"/>
            </a:xfrm>
            <a:custGeom>
              <a:rect b="b" l="l" r="r" t="t"/>
              <a:pathLst>
                <a:path extrusionOk="0" h="361" w="689">
                  <a:moveTo>
                    <a:pt x="197" y="0"/>
                  </a:moveTo>
                  <a:cubicBezTo>
                    <a:pt x="102" y="0"/>
                    <a:pt x="17" y="71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91" y="361"/>
                  </a:lnTo>
                  <a:cubicBezTo>
                    <a:pt x="587" y="361"/>
                    <a:pt x="672" y="292"/>
                    <a:pt x="679" y="197"/>
                  </a:cubicBezTo>
                  <a:cubicBezTo>
                    <a:pt x="688" y="92"/>
                    <a:pt x="605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71"/>
            <p:cNvSpPr/>
            <p:nvPr/>
          </p:nvSpPr>
          <p:spPr>
            <a:xfrm>
              <a:off x="4836192" y="2516023"/>
              <a:ext cx="110889" cy="13676"/>
            </a:xfrm>
            <a:custGeom>
              <a:rect b="b" l="l" r="r" t="t"/>
              <a:pathLst>
                <a:path extrusionOk="0" h="361" w="2927">
                  <a:moveTo>
                    <a:pt x="198" y="1"/>
                  </a:moveTo>
                  <a:cubicBezTo>
                    <a:pt x="103" y="1"/>
                    <a:pt x="17" y="71"/>
                    <a:pt x="10" y="165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2729" y="361"/>
                  </a:lnTo>
                  <a:cubicBezTo>
                    <a:pt x="2824" y="361"/>
                    <a:pt x="2910" y="292"/>
                    <a:pt x="2917" y="197"/>
                  </a:cubicBezTo>
                  <a:cubicBezTo>
                    <a:pt x="2927" y="91"/>
                    <a:pt x="2843" y="1"/>
                    <a:pt x="27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71"/>
            <p:cNvSpPr/>
            <p:nvPr/>
          </p:nvSpPr>
          <p:spPr>
            <a:xfrm>
              <a:off x="4791866" y="2549513"/>
              <a:ext cx="26103" cy="13676"/>
            </a:xfrm>
            <a:custGeom>
              <a:rect b="b" l="l" r="r" t="t"/>
              <a:pathLst>
                <a:path extrusionOk="0" h="361" w="689">
                  <a:moveTo>
                    <a:pt x="197" y="0"/>
                  </a:moveTo>
                  <a:cubicBezTo>
                    <a:pt x="102" y="0"/>
                    <a:pt x="17" y="70"/>
                    <a:pt x="9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93" y="361"/>
                  </a:lnTo>
                  <a:cubicBezTo>
                    <a:pt x="588" y="361"/>
                    <a:pt x="673" y="292"/>
                    <a:pt x="681" y="195"/>
                  </a:cubicBezTo>
                  <a:cubicBezTo>
                    <a:pt x="688" y="89"/>
                    <a:pt x="605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71"/>
            <p:cNvSpPr/>
            <p:nvPr/>
          </p:nvSpPr>
          <p:spPr>
            <a:xfrm>
              <a:off x="4858317" y="2549513"/>
              <a:ext cx="113920" cy="13676"/>
            </a:xfrm>
            <a:custGeom>
              <a:rect b="b" l="l" r="r" t="t"/>
              <a:pathLst>
                <a:path extrusionOk="0" h="361" w="3007">
                  <a:moveTo>
                    <a:pt x="198" y="0"/>
                  </a:moveTo>
                  <a:cubicBezTo>
                    <a:pt x="102" y="0"/>
                    <a:pt x="17" y="71"/>
                    <a:pt x="9" y="165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2826" y="361"/>
                  </a:lnTo>
                  <a:cubicBezTo>
                    <a:pt x="2827" y="361"/>
                    <a:pt x="2828" y="361"/>
                    <a:pt x="2828" y="361"/>
                  </a:cubicBezTo>
                  <a:cubicBezTo>
                    <a:pt x="2926" y="361"/>
                    <a:pt x="3007" y="281"/>
                    <a:pt x="3007" y="182"/>
                  </a:cubicBezTo>
                  <a:cubicBezTo>
                    <a:pt x="3007" y="82"/>
                    <a:pt x="2925" y="0"/>
                    <a:pt x="28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71"/>
            <p:cNvSpPr/>
            <p:nvPr/>
          </p:nvSpPr>
          <p:spPr>
            <a:xfrm>
              <a:off x="4791866" y="2583042"/>
              <a:ext cx="26103" cy="13676"/>
            </a:xfrm>
            <a:custGeom>
              <a:rect b="b" l="l" r="r" t="t"/>
              <a:pathLst>
                <a:path extrusionOk="0" h="361" w="689">
                  <a:moveTo>
                    <a:pt x="197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91" y="361"/>
                  </a:lnTo>
                  <a:cubicBezTo>
                    <a:pt x="587" y="361"/>
                    <a:pt x="672" y="292"/>
                    <a:pt x="679" y="197"/>
                  </a:cubicBezTo>
                  <a:cubicBezTo>
                    <a:pt x="688" y="90"/>
                    <a:pt x="605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71"/>
            <p:cNvSpPr/>
            <p:nvPr/>
          </p:nvSpPr>
          <p:spPr>
            <a:xfrm>
              <a:off x="4854073" y="2583042"/>
              <a:ext cx="59555" cy="13676"/>
            </a:xfrm>
            <a:custGeom>
              <a:rect b="b" l="l" r="r" t="t"/>
              <a:pathLst>
                <a:path extrusionOk="0" h="361" w="1572">
                  <a:moveTo>
                    <a:pt x="199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1374" y="361"/>
                  </a:lnTo>
                  <a:cubicBezTo>
                    <a:pt x="1470" y="361"/>
                    <a:pt x="1555" y="292"/>
                    <a:pt x="1562" y="197"/>
                  </a:cubicBezTo>
                  <a:cubicBezTo>
                    <a:pt x="1572" y="90"/>
                    <a:pt x="1488" y="0"/>
                    <a:pt x="1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71"/>
            <p:cNvSpPr/>
            <p:nvPr/>
          </p:nvSpPr>
          <p:spPr>
            <a:xfrm>
              <a:off x="4957424" y="2376190"/>
              <a:ext cx="226173" cy="218407"/>
            </a:xfrm>
            <a:custGeom>
              <a:rect b="b" l="l" r="r" t="t"/>
              <a:pathLst>
                <a:path extrusionOk="0" h="5765" w="5970">
                  <a:moveTo>
                    <a:pt x="2977" y="690"/>
                  </a:moveTo>
                  <a:cubicBezTo>
                    <a:pt x="3232" y="690"/>
                    <a:pt x="3439" y="897"/>
                    <a:pt x="3439" y="1153"/>
                  </a:cubicBezTo>
                  <a:cubicBezTo>
                    <a:pt x="3439" y="1187"/>
                    <a:pt x="3435" y="1223"/>
                    <a:pt x="3428" y="1255"/>
                  </a:cubicBezTo>
                  <a:cubicBezTo>
                    <a:pt x="3282" y="1227"/>
                    <a:pt x="3131" y="1211"/>
                    <a:pt x="2977" y="1211"/>
                  </a:cubicBezTo>
                  <a:cubicBezTo>
                    <a:pt x="2822" y="1211"/>
                    <a:pt x="2672" y="1227"/>
                    <a:pt x="2527" y="1255"/>
                  </a:cubicBezTo>
                  <a:cubicBezTo>
                    <a:pt x="2519" y="1222"/>
                    <a:pt x="2515" y="1187"/>
                    <a:pt x="2515" y="1153"/>
                  </a:cubicBezTo>
                  <a:cubicBezTo>
                    <a:pt x="2515" y="897"/>
                    <a:pt x="2722" y="690"/>
                    <a:pt x="2977" y="690"/>
                  </a:cubicBezTo>
                  <a:close/>
                  <a:moveTo>
                    <a:pt x="2794" y="1589"/>
                  </a:moveTo>
                  <a:lnTo>
                    <a:pt x="2794" y="5444"/>
                  </a:lnTo>
                  <a:cubicBezTo>
                    <a:pt x="1812" y="5351"/>
                    <a:pt x="1042" y="4522"/>
                    <a:pt x="1042" y="3517"/>
                  </a:cubicBezTo>
                  <a:cubicBezTo>
                    <a:pt x="1042" y="2511"/>
                    <a:pt x="1812" y="1683"/>
                    <a:pt x="2794" y="1589"/>
                  </a:cubicBezTo>
                  <a:close/>
                  <a:moveTo>
                    <a:pt x="3153" y="1589"/>
                  </a:moveTo>
                  <a:cubicBezTo>
                    <a:pt x="4136" y="1683"/>
                    <a:pt x="4906" y="2511"/>
                    <a:pt x="4906" y="3517"/>
                  </a:cubicBezTo>
                  <a:cubicBezTo>
                    <a:pt x="4906" y="4522"/>
                    <a:pt x="4136" y="5351"/>
                    <a:pt x="3153" y="5444"/>
                  </a:cubicBezTo>
                  <a:lnTo>
                    <a:pt x="3153" y="1589"/>
                  </a:lnTo>
                  <a:close/>
                  <a:moveTo>
                    <a:pt x="2226" y="1"/>
                  </a:moveTo>
                  <a:cubicBezTo>
                    <a:pt x="2156" y="1"/>
                    <a:pt x="2088" y="42"/>
                    <a:pt x="2058" y="111"/>
                  </a:cubicBezTo>
                  <a:cubicBezTo>
                    <a:pt x="1973" y="302"/>
                    <a:pt x="2007" y="451"/>
                    <a:pt x="2048" y="542"/>
                  </a:cubicBezTo>
                  <a:cubicBezTo>
                    <a:pt x="2095" y="640"/>
                    <a:pt x="2168" y="711"/>
                    <a:pt x="2240" y="761"/>
                  </a:cubicBezTo>
                  <a:cubicBezTo>
                    <a:pt x="2178" y="877"/>
                    <a:pt x="2143" y="1008"/>
                    <a:pt x="2143" y="1150"/>
                  </a:cubicBezTo>
                  <a:cubicBezTo>
                    <a:pt x="2143" y="1220"/>
                    <a:pt x="2152" y="1289"/>
                    <a:pt x="2169" y="1355"/>
                  </a:cubicBezTo>
                  <a:cubicBezTo>
                    <a:pt x="1897" y="1457"/>
                    <a:pt x="1648" y="1609"/>
                    <a:pt x="1435" y="1802"/>
                  </a:cubicBezTo>
                  <a:lnTo>
                    <a:pt x="1083" y="1439"/>
                  </a:lnTo>
                  <a:cubicBezTo>
                    <a:pt x="1047" y="1401"/>
                    <a:pt x="999" y="1383"/>
                    <a:pt x="951" y="1383"/>
                  </a:cubicBezTo>
                  <a:cubicBezTo>
                    <a:pt x="905" y="1383"/>
                    <a:pt x="858" y="1400"/>
                    <a:pt x="822" y="1436"/>
                  </a:cubicBezTo>
                  <a:cubicBezTo>
                    <a:pt x="749" y="1506"/>
                    <a:pt x="748" y="1622"/>
                    <a:pt x="818" y="1695"/>
                  </a:cubicBezTo>
                  <a:lnTo>
                    <a:pt x="1181" y="2070"/>
                  </a:lnTo>
                  <a:cubicBezTo>
                    <a:pt x="899" y="2421"/>
                    <a:pt x="676" y="3363"/>
                    <a:pt x="676" y="3363"/>
                  </a:cubicBezTo>
                  <a:lnTo>
                    <a:pt x="186" y="3363"/>
                  </a:lnTo>
                  <a:cubicBezTo>
                    <a:pt x="186" y="3363"/>
                    <a:pt x="1" y="3413"/>
                    <a:pt x="1" y="3516"/>
                  </a:cubicBezTo>
                  <a:cubicBezTo>
                    <a:pt x="1" y="3617"/>
                    <a:pt x="186" y="3690"/>
                    <a:pt x="186" y="3690"/>
                  </a:cubicBezTo>
                  <a:lnTo>
                    <a:pt x="676" y="3690"/>
                  </a:lnTo>
                  <a:cubicBezTo>
                    <a:pt x="716" y="4171"/>
                    <a:pt x="910" y="4608"/>
                    <a:pt x="1209" y="4957"/>
                  </a:cubicBezTo>
                  <a:lnTo>
                    <a:pt x="818" y="5351"/>
                  </a:lnTo>
                  <a:cubicBezTo>
                    <a:pt x="748" y="5423"/>
                    <a:pt x="749" y="5537"/>
                    <a:pt x="822" y="5606"/>
                  </a:cubicBezTo>
                  <a:cubicBezTo>
                    <a:pt x="858" y="5641"/>
                    <a:pt x="905" y="5657"/>
                    <a:pt x="951" y="5657"/>
                  </a:cubicBezTo>
                  <a:cubicBezTo>
                    <a:pt x="999" y="5657"/>
                    <a:pt x="1047" y="5639"/>
                    <a:pt x="1083" y="5602"/>
                  </a:cubicBezTo>
                  <a:lnTo>
                    <a:pt x="1466" y="5214"/>
                  </a:lnTo>
                  <a:cubicBezTo>
                    <a:pt x="1870" y="5558"/>
                    <a:pt x="2397" y="5764"/>
                    <a:pt x="2973" y="5764"/>
                  </a:cubicBezTo>
                  <a:cubicBezTo>
                    <a:pt x="3549" y="5764"/>
                    <a:pt x="4075" y="5558"/>
                    <a:pt x="4480" y="5214"/>
                  </a:cubicBezTo>
                  <a:lnTo>
                    <a:pt x="4864" y="5602"/>
                  </a:lnTo>
                  <a:cubicBezTo>
                    <a:pt x="4900" y="5639"/>
                    <a:pt x="4948" y="5657"/>
                    <a:pt x="4996" y="5657"/>
                  </a:cubicBezTo>
                  <a:cubicBezTo>
                    <a:pt x="5041" y="5657"/>
                    <a:pt x="5085" y="5642"/>
                    <a:pt x="5120" y="5610"/>
                  </a:cubicBezTo>
                  <a:cubicBezTo>
                    <a:pt x="5198" y="5542"/>
                    <a:pt x="5195" y="5418"/>
                    <a:pt x="5121" y="5344"/>
                  </a:cubicBezTo>
                  <a:lnTo>
                    <a:pt x="4738" y="4958"/>
                  </a:lnTo>
                  <a:cubicBezTo>
                    <a:pt x="5037" y="4610"/>
                    <a:pt x="5230" y="4171"/>
                    <a:pt x="5269" y="3693"/>
                  </a:cubicBezTo>
                  <a:lnTo>
                    <a:pt x="5760" y="3693"/>
                  </a:lnTo>
                  <a:lnTo>
                    <a:pt x="5760" y="3690"/>
                  </a:lnTo>
                  <a:cubicBezTo>
                    <a:pt x="5848" y="3690"/>
                    <a:pt x="5929" y="3633"/>
                    <a:pt x="5947" y="3547"/>
                  </a:cubicBezTo>
                  <a:cubicBezTo>
                    <a:pt x="5970" y="3432"/>
                    <a:pt x="5880" y="3329"/>
                    <a:pt x="5766" y="3329"/>
                  </a:cubicBezTo>
                  <a:lnTo>
                    <a:pt x="5274" y="3329"/>
                  </a:lnTo>
                  <a:cubicBezTo>
                    <a:pt x="5274" y="3329"/>
                    <a:pt x="5053" y="2420"/>
                    <a:pt x="4771" y="2070"/>
                  </a:cubicBezTo>
                  <a:lnTo>
                    <a:pt x="5133" y="1695"/>
                  </a:lnTo>
                  <a:cubicBezTo>
                    <a:pt x="5204" y="1622"/>
                    <a:pt x="5203" y="1506"/>
                    <a:pt x="5130" y="1436"/>
                  </a:cubicBezTo>
                  <a:cubicBezTo>
                    <a:pt x="5094" y="1400"/>
                    <a:pt x="5047" y="1383"/>
                    <a:pt x="5000" y="1383"/>
                  </a:cubicBezTo>
                  <a:cubicBezTo>
                    <a:pt x="4952" y="1383"/>
                    <a:pt x="4905" y="1401"/>
                    <a:pt x="4869" y="1439"/>
                  </a:cubicBezTo>
                  <a:lnTo>
                    <a:pt x="4517" y="1802"/>
                  </a:lnTo>
                  <a:cubicBezTo>
                    <a:pt x="4304" y="1610"/>
                    <a:pt x="4056" y="1457"/>
                    <a:pt x="3782" y="1355"/>
                  </a:cubicBezTo>
                  <a:cubicBezTo>
                    <a:pt x="3800" y="1290"/>
                    <a:pt x="3808" y="1222"/>
                    <a:pt x="3808" y="1150"/>
                  </a:cubicBezTo>
                  <a:cubicBezTo>
                    <a:pt x="3808" y="1009"/>
                    <a:pt x="3773" y="877"/>
                    <a:pt x="3712" y="761"/>
                  </a:cubicBezTo>
                  <a:cubicBezTo>
                    <a:pt x="3784" y="711"/>
                    <a:pt x="3858" y="641"/>
                    <a:pt x="3902" y="542"/>
                  </a:cubicBezTo>
                  <a:cubicBezTo>
                    <a:pt x="3946" y="451"/>
                    <a:pt x="3979" y="302"/>
                    <a:pt x="3895" y="111"/>
                  </a:cubicBezTo>
                  <a:cubicBezTo>
                    <a:pt x="3865" y="42"/>
                    <a:pt x="3797" y="1"/>
                    <a:pt x="3726" y="1"/>
                  </a:cubicBezTo>
                  <a:cubicBezTo>
                    <a:pt x="3701" y="1"/>
                    <a:pt x="3675" y="6"/>
                    <a:pt x="3651" y="16"/>
                  </a:cubicBezTo>
                  <a:cubicBezTo>
                    <a:pt x="3559" y="56"/>
                    <a:pt x="3517" y="165"/>
                    <a:pt x="3557" y="259"/>
                  </a:cubicBezTo>
                  <a:cubicBezTo>
                    <a:pt x="3591" y="338"/>
                    <a:pt x="3576" y="373"/>
                    <a:pt x="3569" y="386"/>
                  </a:cubicBezTo>
                  <a:cubicBezTo>
                    <a:pt x="3551" y="425"/>
                    <a:pt x="3508" y="457"/>
                    <a:pt x="3467" y="479"/>
                  </a:cubicBezTo>
                  <a:cubicBezTo>
                    <a:pt x="3329" y="379"/>
                    <a:pt x="3159" y="318"/>
                    <a:pt x="2975" y="318"/>
                  </a:cubicBezTo>
                  <a:cubicBezTo>
                    <a:pt x="2792" y="318"/>
                    <a:pt x="2622" y="379"/>
                    <a:pt x="2485" y="479"/>
                  </a:cubicBezTo>
                  <a:cubicBezTo>
                    <a:pt x="2444" y="457"/>
                    <a:pt x="2399" y="425"/>
                    <a:pt x="2383" y="386"/>
                  </a:cubicBezTo>
                  <a:cubicBezTo>
                    <a:pt x="2377" y="375"/>
                    <a:pt x="2361" y="338"/>
                    <a:pt x="2394" y="259"/>
                  </a:cubicBezTo>
                  <a:cubicBezTo>
                    <a:pt x="2435" y="166"/>
                    <a:pt x="2393" y="58"/>
                    <a:pt x="2300" y="16"/>
                  </a:cubicBezTo>
                  <a:cubicBezTo>
                    <a:pt x="2276" y="6"/>
                    <a:pt x="2251" y="1"/>
                    <a:pt x="22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71"/>
            <p:cNvSpPr/>
            <p:nvPr/>
          </p:nvSpPr>
          <p:spPr>
            <a:xfrm>
              <a:off x="5100174" y="2478858"/>
              <a:ext cx="18677" cy="18715"/>
            </a:xfrm>
            <a:custGeom>
              <a:rect b="b" l="l" r="r" t="t"/>
              <a:pathLst>
                <a:path extrusionOk="0" h="494" w="493">
                  <a:moveTo>
                    <a:pt x="246" y="0"/>
                  </a:moveTo>
                  <a:cubicBezTo>
                    <a:pt x="110" y="0"/>
                    <a:pt x="0" y="110"/>
                    <a:pt x="0" y="246"/>
                  </a:cubicBezTo>
                  <a:cubicBezTo>
                    <a:pt x="0" y="383"/>
                    <a:pt x="110" y="493"/>
                    <a:pt x="246" y="493"/>
                  </a:cubicBezTo>
                  <a:cubicBezTo>
                    <a:pt x="383" y="493"/>
                    <a:pt x="492" y="382"/>
                    <a:pt x="492" y="246"/>
                  </a:cubicBezTo>
                  <a:cubicBezTo>
                    <a:pt x="492" y="110"/>
                    <a:pt x="383" y="0"/>
                    <a:pt x="2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71"/>
            <p:cNvSpPr/>
            <p:nvPr/>
          </p:nvSpPr>
          <p:spPr>
            <a:xfrm>
              <a:off x="5086346" y="2528411"/>
              <a:ext cx="21291" cy="18677"/>
            </a:xfrm>
            <a:custGeom>
              <a:rect b="b" l="l" r="r" t="t"/>
              <a:pathLst>
                <a:path extrusionOk="0" h="493" w="562">
                  <a:moveTo>
                    <a:pt x="282" y="0"/>
                  </a:moveTo>
                  <a:cubicBezTo>
                    <a:pt x="185" y="0"/>
                    <a:pt x="92" y="57"/>
                    <a:pt x="53" y="152"/>
                  </a:cubicBezTo>
                  <a:cubicBezTo>
                    <a:pt x="1" y="278"/>
                    <a:pt x="60" y="421"/>
                    <a:pt x="187" y="474"/>
                  </a:cubicBezTo>
                  <a:cubicBezTo>
                    <a:pt x="218" y="487"/>
                    <a:pt x="250" y="493"/>
                    <a:pt x="282" y="493"/>
                  </a:cubicBezTo>
                  <a:cubicBezTo>
                    <a:pt x="378" y="493"/>
                    <a:pt x="469" y="435"/>
                    <a:pt x="509" y="341"/>
                  </a:cubicBezTo>
                  <a:cubicBezTo>
                    <a:pt x="561" y="215"/>
                    <a:pt x="501" y="70"/>
                    <a:pt x="375" y="18"/>
                  </a:cubicBezTo>
                  <a:cubicBezTo>
                    <a:pt x="345" y="6"/>
                    <a:pt x="313" y="0"/>
                    <a:pt x="2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71"/>
            <p:cNvSpPr/>
            <p:nvPr/>
          </p:nvSpPr>
          <p:spPr>
            <a:xfrm>
              <a:off x="5020464" y="2478896"/>
              <a:ext cx="21253" cy="18715"/>
            </a:xfrm>
            <a:custGeom>
              <a:rect b="b" l="l" r="r" t="t"/>
              <a:pathLst>
                <a:path extrusionOk="0" h="494" w="561">
                  <a:moveTo>
                    <a:pt x="279" y="0"/>
                  </a:moveTo>
                  <a:cubicBezTo>
                    <a:pt x="183" y="0"/>
                    <a:pt x="91" y="57"/>
                    <a:pt x="52" y="152"/>
                  </a:cubicBezTo>
                  <a:cubicBezTo>
                    <a:pt x="0" y="278"/>
                    <a:pt x="60" y="422"/>
                    <a:pt x="186" y="475"/>
                  </a:cubicBezTo>
                  <a:cubicBezTo>
                    <a:pt x="216" y="487"/>
                    <a:pt x="248" y="493"/>
                    <a:pt x="279" y="493"/>
                  </a:cubicBezTo>
                  <a:cubicBezTo>
                    <a:pt x="376" y="493"/>
                    <a:pt x="469" y="436"/>
                    <a:pt x="508" y="341"/>
                  </a:cubicBezTo>
                  <a:cubicBezTo>
                    <a:pt x="560" y="215"/>
                    <a:pt x="500" y="71"/>
                    <a:pt x="374" y="19"/>
                  </a:cubicBezTo>
                  <a:cubicBezTo>
                    <a:pt x="343" y="6"/>
                    <a:pt x="311" y="0"/>
                    <a:pt x="2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71"/>
            <p:cNvSpPr/>
            <p:nvPr/>
          </p:nvSpPr>
          <p:spPr>
            <a:xfrm>
              <a:off x="5034292" y="2528374"/>
              <a:ext cx="18639" cy="18639"/>
            </a:xfrm>
            <a:custGeom>
              <a:rect b="b" l="l" r="r" t="t"/>
              <a:pathLst>
                <a:path extrusionOk="0" h="492" w="492">
                  <a:moveTo>
                    <a:pt x="247" y="0"/>
                  </a:moveTo>
                  <a:cubicBezTo>
                    <a:pt x="111" y="0"/>
                    <a:pt x="1" y="110"/>
                    <a:pt x="1" y="246"/>
                  </a:cubicBezTo>
                  <a:cubicBezTo>
                    <a:pt x="1" y="381"/>
                    <a:pt x="111" y="491"/>
                    <a:pt x="247" y="491"/>
                  </a:cubicBezTo>
                  <a:cubicBezTo>
                    <a:pt x="383" y="491"/>
                    <a:pt x="492" y="381"/>
                    <a:pt x="492" y="246"/>
                  </a:cubicBezTo>
                  <a:cubicBezTo>
                    <a:pt x="492" y="110"/>
                    <a:pt x="381" y="0"/>
                    <a:pt x="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67" name="Google Shape;2867;p71"/>
          <p:cNvGrpSpPr/>
          <p:nvPr/>
        </p:nvGrpSpPr>
        <p:grpSpPr>
          <a:xfrm>
            <a:off x="3941110" y="2767011"/>
            <a:ext cx="450511" cy="320850"/>
            <a:chOff x="3902933" y="2254086"/>
            <a:chExt cx="477692" cy="340207"/>
          </a:xfrm>
        </p:grpSpPr>
        <p:sp>
          <p:nvSpPr>
            <p:cNvPr id="2868" name="Google Shape;2868;p71"/>
            <p:cNvSpPr/>
            <p:nvPr/>
          </p:nvSpPr>
          <p:spPr>
            <a:xfrm>
              <a:off x="3902933" y="2254086"/>
              <a:ext cx="477692" cy="340207"/>
            </a:xfrm>
            <a:custGeom>
              <a:rect b="b" l="l" r="r" t="t"/>
              <a:pathLst>
                <a:path extrusionOk="0" h="8980" w="12609">
                  <a:moveTo>
                    <a:pt x="11125" y="361"/>
                  </a:moveTo>
                  <a:cubicBezTo>
                    <a:pt x="11384" y="361"/>
                    <a:pt x="11594" y="571"/>
                    <a:pt x="11594" y="830"/>
                  </a:cubicBezTo>
                  <a:lnTo>
                    <a:pt x="11594" y="6936"/>
                  </a:lnTo>
                  <a:cubicBezTo>
                    <a:pt x="11594" y="7195"/>
                    <a:pt x="11384" y="7406"/>
                    <a:pt x="11125" y="7406"/>
                  </a:cubicBezTo>
                  <a:lnTo>
                    <a:pt x="1481" y="7406"/>
                  </a:lnTo>
                  <a:cubicBezTo>
                    <a:pt x="1221" y="7406"/>
                    <a:pt x="1011" y="7196"/>
                    <a:pt x="1011" y="6938"/>
                  </a:cubicBezTo>
                  <a:lnTo>
                    <a:pt x="1011" y="830"/>
                  </a:lnTo>
                  <a:cubicBezTo>
                    <a:pt x="1011" y="571"/>
                    <a:pt x="1221" y="361"/>
                    <a:pt x="1481" y="361"/>
                  </a:cubicBezTo>
                  <a:close/>
                  <a:moveTo>
                    <a:pt x="7433" y="7798"/>
                  </a:moveTo>
                  <a:lnTo>
                    <a:pt x="7433" y="7846"/>
                  </a:lnTo>
                  <a:cubicBezTo>
                    <a:pt x="7433" y="7947"/>
                    <a:pt x="7352" y="8028"/>
                    <a:pt x="7251" y="8028"/>
                  </a:cubicBezTo>
                  <a:lnTo>
                    <a:pt x="5387" y="8028"/>
                  </a:lnTo>
                  <a:cubicBezTo>
                    <a:pt x="5286" y="8028"/>
                    <a:pt x="5205" y="7946"/>
                    <a:pt x="5205" y="7846"/>
                  </a:cubicBezTo>
                  <a:lnTo>
                    <a:pt x="5205" y="7798"/>
                  </a:lnTo>
                  <a:close/>
                  <a:moveTo>
                    <a:pt x="1487" y="1"/>
                  </a:moveTo>
                  <a:cubicBezTo>
                    <a:pt x="1025" y="1"/>
                    <a:pt x="649" y="376"/>
                    <a:pt x="649" y="839"/>
                  </a:cubicBezTo>
                  <a:lnTo>
                    <a:pt x="649" y="6933"/>
                  </a:lnTo>
                  <a:cubicBezTo>
                    <a:pt x="649" y="7109"/>
                    <a:pt x="702" y="7272"/>
                    <a:pt x="795" y="7406"/>
                  </a:cubicBezTo>
                  <a:lnTo>
                    <a:pt x="497" y="7406"/>
                  </a:lnTo>
                  <a:cubicBezTo>
                    <a:pt x="232" y="7406"/>
                    <a:pt x="12" y="7617"/>
                    <a:pt x="9" y="7882"/>
                  </a:cubicBezTo>
                  <a:cubicBezTo>
                    <a:pt x="1" y="8486"/>
                    <a:pt x="488" y="8980"/>
                    <a:pt x="1089" y="8980"/>
                  </a:cubicBezTo>
                  <a:lnTo>
                    <a:pt x="8220" y="8980"/>
                  </a:lnTo>
                  <a:cubicBezTo>
                    <a:pt x="8316" y="8980"/>
                    <a:pt x="8400" y="8910"/>
                    <a:pt x="8409" y="8815"/>
                  </a:cubicBezTo>
                  <a:cubicBezTo>
                    <a:pt x="8417" y="8709"/>
                    <a:pt x="8333" y="8620"/>
                    <a:pt x="8229" y="8620"/>
                  </a:cubicBezTo>
                  <a:lnTo>
                    <a:pt x="1093" y="8620"/>
                  </a:lnTo>
                  <a:cubicBezTo>
                    <a:pt x="707" y="8620"/>
                    <a:pt x="390" y="8304"/>
                    <a:pt x="392" y="7918"/>
                  </a:cubicBezTo>
                  <a:cubicBezTo>
                    <a:pt x="392" y="7852"/>
                    <a:pt x="447" y="7802"/>
                    <a:pt x="513" y="7802"/>
                  </a:cubicBezTo>
                  <a:lnTo>
                    <a:pt x="4844" y="7802"/>
                  </a:lnTo>
                  <a:lnTo>
                    <a:pt x="4844" y="7840"/>
                  </a:lnTo>
                  <a:cubicBezTo>
                    <a:pt x="4844" y="8144"/>
                    <a:pt x="5090" y="8390"/>
                    <a:pt x="5393" y="8390"/>
                  </a:cubicBezTo>
                  <a:lnTo>
                    <a:pt x="7242" y="8390"/>
                  </a:lnTo>
                  <a:cubicBezTo>
                    <a:pt x="7546" y="8390"/>
                    <a:pt x="7792" y="8144"/>
                    <a:pt x="7792" y="7840"/>
                  </a:cubicBezTo>
                  <a:lnTo>
                    <a:pt x="7792" y="7802"/>
                  </a:lnTo>
                  <a:lnTo>
                    <a:pt x="12086" y="7802"/>
                  </a:lnTo>
                  <a:cubicBezTo>
                    <a:pt x="12151" y="7802"/>
                    <a:pt x="12205" y="7854"/>
                    <a:pt x="12206" y="7918"/>
                  </a:cubicBezTo>
                  <a:cubicBezTo>
                    <a:pt x="12207" y="8305"/>
                    <a:pt x="11893" y="8620"/>
                    <a:pt x="11506" y="8620"/>
                  </a:cubicBezTo>
                  <a:lnTo>
                    <a:pt x="9071" y="8620"/>
                  </a:lnTo>
                  <a:cubicBezTo>
                    <a:pt x="8975" y="8620"/>
                    <a:pt x="8889" y="8689"/>
                    <a:pt x="8882" y="8783"/>
                  </a:cubicBezTo>
                  <a:cubicBezTo>
                    <a:pt x="8873" y="8891"/>
                    <a:pt x="8956" y="8980"/>
                    <a:pt x="9061" y="8980"/>
                  </a:cubicBezTo>
                  <a:lnTo>
                    <a:pt x="11527" y="8980"/>
                  </a:lnTo>
                  <a:cubicBezTo>
                    <a:pt x="12123" y="8980"/>
                    <a:pt x="12609" y="8495"/>
                    <a:pt x="12609" y="7898"/>
                  </a:cubicBezTo>
                  <a:cubicBezTo>
                    <a:pt x="12609" y="7626"/>
                    <a:pt x="12387" y="7406"/>
                    <a:pt x="12116" y="7406"/>
                  </a:cubicBezTo>
                  <a:lnTo>
                    <a:pt x="11809" y="7406"/>
                  </a:lnTo>
                  <a:cubicBezTo>
                    <a:pt x="11900" y="7273"/>
                    <a:pt x="11954" y="7111"/>
                    <a:pt x="11954" y="6939"/>
                  </a:cubicBezTo>
                  <a:lnTo>
                    <a:pt x="11954" y="839"/>
                  </a:lnTo>
                  <a:cubicBezTo>
                    <a:pt x="11954" y="377"/>
                    <a:pt x="11579" y="1"/>
                    <a:pt x="11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71"/>
            <p:cNvSpPr/>
            <p:nvPr/>
          </p:nvSpPr>
          <p:spPr>
            <a:xfrm>
              <a:off x="3992644" y="2322431"/>
              <a:ext cx="25610" cy="13639"/>
            </a:xfrm>
            <a:custGeom>
              <a:rect b="b" l="l" r="r" t="t"/>
              <a:pathLst>
                <a:path extrusionOk="0" h="360" w="676">
                  <a:moveTo>
                    <a:pt x="198" y="0"/>
                  </a:moveTo>
                  <a:cubicBezTo>
                    <a:pt x="101" y="0"/>
                    <a:pt x="16" y="70"/>
                    <a:pt x="9" y="164"/>
                  </a:cubicBezTo>
                  <a:cubicBezTo>
                    <a:pt x="1" y="270"/>
                    <a:pt x="84" y="360"/>
                    <a:pt x="189" y="360"/>
                  </a:cubicBezTo>
                  <a:lnTo>
                    <a:pt x="477" y="360"/>
                  </a:lnTo>
                  <a:cubicBezTo>
                    <a:pt x="574" y="360"/>
                    <a:pt x="658" y="291"/>
                    <a:pt x="666" y="196"/>
                  </a:cubicBezTo>
                  <a:cubicBezTo>
                    <a:pt x="675" y="89"/>
                    <a:pt x="591" y="0"/>
                    <a:pt x="4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71"/>
            <p:cNvSpPr/>
            <p:nvPr/>
          </p:nvSpPr>
          <p:spPr>
            <a:xfrm>
              <a:off x="3992947" y="2350920"/>
              <a:ext cx="25307" cy="13676"/>
            </a:xfrm>
            <a:custGeom>
              <a:rect b="b" l="l" r="r" t="t"/>
              <a:pathLst>
                <a:path extrusionOk="0" h="361" w="668">
                  <a:moveTo>
                    <a:pt x="180" y="0"/>
                  </a:moveTo>
                  <a:cubicBezTo>
                    <a:pt x="81" y="0"/>
                    <a:pt x="0" y="82"/>
                    <a:pt x="0" y="182"/>
                  </a:cubicBezTo>
                  <a:cubicBezTo>
                    <a:pt x="1" y="281"/>
                    <a:pt x="82" y="361"/>
                    <a:pt x="181" y="361"/>
                  </a:cubicBezTo>
                  <a:lnTo>
                    <a:pt x="469" y="361"/>
                  </a:lnTo>
                  <a:cubicBezTo>
                    <a:pt x="566" y="361"/>
                    <a:pt x="650" y="292"/>
                    <a:pt x="658" y="197"/>
                  </a:cubicBezTo>
                  <a:cubicBezTo>
                    <a:pt x="667" y="89"/>
                    <a:pt x="583" y="0"/>
                    <a:pt x="4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71"/>
            <p:cNvSpPr/>
            <p:nvPr/>
          </p:nvSpPr>
          <p:spPr>
            <a:xfrm>
              <a:off x="3992644" y="2380774"/>
              <a:ext cx="25610" cy="13639"/>
            </a:xfrm>
            <a:custGeom>
              <a:rect b="b" l="l" r="r" t="t"/>
              <a:pathLst>
                <a:path extrusionOk="0" h="360" w="676">
                  <a:moveTo>
                    <a:pt x="199" y="0"/>
                  </a:moveTo>
                  <a:cubicBezTo>
                    <a:pt x="103" y="0"/>
                    <a:pt x="18" y="69"/>
                    <a:pt x="10" y="163"/>
                  </a:cubicBezTo>
                  <a:cubicBezTo>
                    <a:pt x="1" y="269"/>
                    <a:pt x="84" y="359"/>
                    <a:pt x="189" y="359"/>
                  </a:cubicBezTo>
                  <a:lnTo>
                    <a:pt x="477" y="359"/>
                  </a:lnTo>
                  <a:cubicBezTo>
                    <a:pt x="574" y="359"/>
                    <a:pt x="658" y="290"/>
                    <a:pt x="666" y="196"/>
                  </a:cubicBezTo>
                  <a:cubicBezTo>
                    <a:pt x="675" y="89"/>
                    <a:pt x="591" y="0"/>
                    <a:pt x="4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71"/>
            <p:cNvSpPr/>
            <p:nvPr/>
          </p:nvSpPr>
          <p:spPr>
            <a:xfrm>
              <a:off x="3992985" y="2409263"/>
              <a:ext cx="25269" cy="13676"/>
            </a:xfrm>
            <a:custGeom>
              <a:rect b="b" l="l" r="r" t="t"/>
              <a:pathLst>
                <a:path extrusionOk="0" h="361" w="667">
                  <a:moveTo>
                    <a:pt x="180" y="0"/>
                  </a:moveTo>
                  <a:cubicBezTo>
                    <a:pt x="81" y="0"/>
                    <a:pt x="0" y="82"/>
                    <a:pt x="0" y="181"/>
                  </a:cubicBezTo>
                  <a:cubicBezTo>
                    <a:pt x="0" y="281"/>
                    <a:pt x="81" y="360"/>
                    <a:pt x="180" y="360"/>
                  </a:cubicBezTo>
                  <a:lnTo>
                    <a:pt x="468" y="360"/>
                  </a:lnTo>
                  <a:cubicBezTo>
                    <a:pt x="565" y="360"/>
                    <a:pt x="649" y="291"/>
                    <a:pt x="657" y="197"/>
                  </a:cubicBezTo>
                  <a:cubicBezTo>
                    <a:pt x="666" y="89"/>
                    <a:pt x="582" y="0"/>
                    <a:pt x="4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71"/>
            <p:cNvSpPr/>
            <p:nvPr/>
          </p:nvSpPr>
          <p:spPr>
            <a:xfrm>
              <a:off x="3992644" y="2439079"/>
              <a:ext cx="25610" cy="13639"/>
            </a:xfrm>
            <a:custGeom>
              <a:rect b="b" l="l" r="r" t="t"/>
              <a:pathLst>
                <a:path extrusionOk="0" h="360" w="676">
                  <a:moveTo>
                    <a:pt x="198" y="1"/>
                  </a:moveTo>
                  <a:cubicBezTo>
                    <a:pt x="101" y="1"/>
                    <a:pt x="16" y="70"/>
                    <a:pt x="9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477" y="360"/>
                  </a:lnTo>
                  <a:cubicBezTo>
                    <a:pt x="574" y="360"/>
                    <a:pt x="658" y="291"/>
                    <a:pt x="666" y="197"/>
                  </a:cubicBezTo>
                  <a:cubicBezTo>
                    <a:pt x="675" y="90"/>
                    <a:pt x="591" y="1"/>
                    <a:pt x="4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71"/>
            <p:cNvSpPr/>
            <p:nvPr/>
          </p:nvSpPr>
          <p:spPr>
            <a:xfrm>
              <a:off x="3992985" y="2467644"/>
              <a:ext cx="25269" cy="13676"/>
            </a:xfrm>
            <a:custGeom>
              <a:rect b="b" l="l" r="r" t="t"/>
              <a:pathLst>
                <a:path extrusionOk="0" h="361" w="667">
                  <a:moveTo>
                    <a:pt x="180" y="1"/>
                  </a:moveTo>
                  <a:cubicBezTo>
                    <a:pt x="81" y="1"/>
                    <a:pt x="0" y="81"/>
                    <a:pt x="0" y="181"/>
                  </a:cubicBezTo>
                  <a:cubicBezTo>
                    <a:pt x="0" y="279"/>
                    <a:pt x="81" y="360"/>
                    <a:pt x="180" y="360"/>
                  </a:cubicBezTo>
                  <a:lnTo>
                    <a:pt x="468" y="360"/>
                  </a:lnTo>
                  <a:cubicBezTo>
                    <a:pt x="565" y="360"/>
                    <a:pt x="649" y="291"/>
                    <a:pt x="657" y="197"/>
                  </a:cubicBezTo>
                  <a:cubicBezTo>
                    <a:pt x="666" y="90"/>
                    <a:pt x="582" y="1"/>
                    <a:pt x="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71"/>
            <p:cNvSpPr/>
            <p:nvPr/>
          </p:nvSpPr>
          <p:spPr>
            <a:xfrm>
              <a:off x="4069778" y="2322431"/>
              <a:ext cx="35839" cy="13639"/>
            </a:xfrm>
            <a:custGeom>
              <a:rect b="b" l="l" r="r" t="t"/>
              <a:pathLst>
                <a:path extrusionOk="0" h="360" w="946">
                  <a:moveTo>
                    <a:pt x="199" y="0"/>
                  </a:moveTo>
                  <a:cubicBezTo>
                    <a:pt x="103" y="0"/>
                    <a:pt x="17" y="70"/>
                    <a:pt x="10" y="164"/>
                  </a:cubicBezTo>
                  <a:cubicBezTo>
                    <a:pt x="1" y="270"/>
                    <a:pt x="85" y="360"/>
                    <a:pt x="189" y="360"/>
                  </a:cubicBezTo>
                  <a:lnTo>
                    <a:pt x="749" y="360"/>
                  </a:lnTo>
                  <a:cubicBezTo>
                    <a:pt x="844" y="360"/>
                    <a:pt x="929" y="291"/>
                    <a:pt x="937" y="196"/>
                  </a:cubicBezTo>
                  <a:cubicBezTo>
                    <a:pt x="945" y="89"/>
                    <a:pt x="863" y="0"/>
                    <a:pt x="7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71"/>
            <p:cNvSpPr/>
            <p:nvPr/>
          </p:nvSpPr>
          <p:spPr>
            <a:xfrm>
              <a:off x="4069399" y="2467568"/>
              <a:ext cx="180370" cy="13676"/>
            </a:xfrm>
            <a:custGeom>
              <a:rect b="b" l="l" r="r" t="t"/>
              <a:pathLst>
                <a:path extrusionOk="0" h="361" w="4761">
                  <a:moveTo>
                    <a:pt x="199" y="1"/>
                  </a:moveTo>
                  <a:cubicBezTo>
                    <a:pt x="104" y="1"/>
                    <a:pt x="19" y="71"/>
                    <a:pt x="10" y="165"/>
                  </a:cubicBezTo>
                  <a:cubicBezTo>
                    <a:pt x="0" y="272"/>
                    <a:pt x="85" y="361"/>
                    <a:pt x="193" y="361"/>
                  </a:cubicBezTo>
                  <a:lnTo>
                    <a:pt x="4560" y="361"/>
                  </a:lnTo>
                  <a:cubicBezTo>
                    <a:pt x="4656" y="361"/>
                    <a:pt x="4741" y="292"/>
                    <a:pt x="4750" y="198"/>
                  </a:cubicBezTo>
                  <a:cubicBezTo>
                    <a:pt x="4760" y="92"/>
                    <a:pt x="4675" y="1"/>
                    <a:pt x="45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71"/>
            <p:cNvSpPr/>
            <p:nvPr/>
          </p:nvSpPr>
          <p:spPr>
            <a:xfrm>
              <a:off x="4069778" y="2380774"/>
              <a:ext cx="35839" cy="13639"/>
            </a:xfrm>
            <a:custGeom>
              <a:rect b="b" l="l" r="r" t="t"/>
              <a:pathLst>
                <a:path extrusionOk="0" h="360" w="946">
                  <a:moveTo>
                    <a:pt x="199" y="0"/>
                  </a:moveTo>
                  <a:cubicBezTo>
                    <a:pt x="103" y="0"/>
                    <a:pt x="17" y="69"/>
                    <a:pt x="10" y="163"/>
                  </a:cubicBezTo>
                  <a:cubicBezTo>
                    <a:pt x="1" y="269"/>
                    <a:pt x="85" y="359"/>
                    <a:pt x="189" y="359"/>
                  </a:cubicBezTo>
                  <a:lnTo>
                    <a:pt x="749" y="359"/>
                  </a:lnTo>
                  <a:cubicBezTo>
                    <a:pt x="844" y="359"/>
                    <a:pt x="929" y="290"/>
                    <a:pt x="937" y="196"/>
                  </a:cubicBezTo>
                  <a:cubicBezTo>
                    <a:pt x="945" y="89"/>
                    <a:pt x="863" y="0"/>
                    <a:pt x="7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71"/>
            <p:cNvSpPr/>
            <p:nvPr/>
          </p:nvSpPr>
          <p:spPr>
            <a:xfrm>
              <a:off x="4069778" y="2409263"/>
              <a:ext cx="35839" cy="13676"/>
            </a:xfrm>
            <a:custGeom>
              <a:rect b="b" l="l" r="r" t="t"/>
              <a:pathLst>
                <a:path extrusionOk="0" h="361" w="946">
                  <a:moveTo>
                    <a:pt x="199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749" y="360"/>
                  </a:lnTo>
                  <a:cubicBezTo>
                    <a:pt x="844" y="360"/>
                    <a:pt x="929" y="291"/>
                    <a:pt x="937" y="197"/>
                  </a:cubicBezTo>
                  <a:cubicBezTo>
                    <a:pt x="945" y="89"/>
                    <a:pt x="863" y="0"/>
                    <a:pt x="7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71"/>
            <p:cNvSpPr/>
            <p:nvPr/>
          </p:nvSpPr>
          <p:spPr>
            <a:xfrm>
              <a:off x="4167597" y="2439079"/>
              <a:ext cx="35877" cy="13639"/>
            </a:xfrm>
            <a:custGeom>
              <a:rect b="b" l="l" r="r" t="t"/>
              <a:pathLst>
                <a:path extrusionOk="0" h="360" w="947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58" y="360"/>
                  </a:lnTo>
                  <a:cubicBezTo>
                    <a:pt x="862" y="360"/>
                    <a:pt x="946" y="271"/>
                    <a:pt x="937" y="164"/>
                  </a:cubicBezTo>
                  <a:cubicBezTo>
                    <a:pt x="928" y="70"/>
                    <a:pt x="843" y="1"/>
                    <a:pt x="7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71"/>
            <p:cNvSpPr/>
            <p:nvPr/>
          </p:nvSpPr>
          <p:spPr>
            <a:xfrm>
              <a:off x="4070309" y="2439079"/>
              <a:ext cx="78270" cy="13639"/>
            </a:xfrm>
            <a:custGeom>
              <a:rect b="b" l="l" r="r" t="t"/>
              <a:pathLst>
                <a:path extrusionOk="0" h="360" w="2066">
                  <a:moveTo>
                    <a:pt x="197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1868" y="360"/>
                  </a:lnTo>
                  <a:cubicBezTo>
                    <a:pt x="1964" y="360"/>
                    <a:pt x="2049" y="291"/>
                    <a:pt x="2056" y="197"/>
                  </a:cubicBezTo>
                  <a:cubicBezTo>
                    <a:pt x="2066" y="90"/>
                    <a:pt x="1982" y="1"/>
                    <a:pt x="18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71"/>
            <p:cNvSpPr/>
            <p:nvPr/>
          </p:nvSpPr>
          <p:spPr>
            <a:xfrm>
              <a:off x="4124333" y="2380774"/>
              <a:ext cx="35839" cy="13639"/>
            </a:xfrm>
            <a:custGeom>
              <a:rect b="b" l="l" r="r" t="t"/>
              <a:pathLst>
                <a:path extrusionOk="0" h="360" w="946">
                  <a:moveTo>
                    <a:pt x="199" y="0"/>
                  </a:moveTo>
                  <a:cubicBezTo>
                    <a:pt x="103" y="0"/>
                    <a:pt x="18" y="69"/>
                    <a:pt x="10" y="163"/>
                  </a:cubicBezTo>
                  <a:cubicBezTo>
                    <a:pt x="1" y="270"/>
                    <a:pt x="85" y="359"/>
                    <a:pt x="189" y="359"/>
                  </a:cubicBezTo>
                  <a:lnTo>
                    <a:pt x="758" y="359"/>
                  </a:lnTo>
                  <a:cubicBezTo>
                    <a:pt x="863" y="359"/>
                    <a:pt x="946" y="270"/>
                    <a:pt x="937" y="163"/>
                  </a:cubicBezTo>
                  <a:cubicBezTo>
                    <a:pt x="929" y="69"/>
                    <a:pt x="843" y="0"/>
                    <a:pt x="7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71"/>
            <p:cNvSpPr/>
            <p:nvPr/>
          </p:nvSpPr>
          <p:spPr>
            <a:xfrm>
              <a:off x="4173697" y="2380660"/>
              <a:ext cx="75240" cy="13714"/>
            </a:xfrm>
            <a:custGeom>
              <a:rect b="b" l="l" r="r" t="t"/>
              <a:pathLst>
                <a:path extrusionOk="0" h="362" w="1986">
                  <a:moveTo>
                    <a:pt x="199" y="1"/>
                  </a:moveTo>
                  <a:cubicBezTo>
                    <a:pt x="102" y="1"/>
                    <a:pt x="17" y="71"/>
                    <a:pt x="10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788" y="361"/>
                  </a:lnTo>
                  <a:cubicBezTo>
                    <a:pt x="1883" y="361"/>
                    <a:pt x="1969" y="292"/>
                    <a:pt x="1976" y="198"/>
                  </a:cubicBezTo>
                  <a:cubicBezTo>
                    <a:pt x="1985" y="92"/>
                    <a:pt x="1902" y="1"/>
                    <a:pt x="1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71"/>
            <p:cNvSpPr/>
            <p:nvPr/>
          </p:nvSpPr>
          <p:spPr>
            <a:xfrm>
              <a:off x="4125734" y="2322355"/>
              <a:ext cx="163133" cy="13676"/>
            </a:xfrm>
            <a:custGeom>
              <a:rect b="b" l="l" r="r" t="t"/>
              <a:pathLst>
                <a:path extrusionOk="0" h="361" w="4306">
                  <a:moveTo>
                    <a:pt x="198" y="0"/>
                  </a:moveTo>
                  <a:cubicBezTo>
                    <a:pt x="103" y="0"/>
                    <a:pt x="17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106" y="361"/>
                  </a:lnTo>
                  <a:cubicBezTo>
                    <a:pt x="4201" y="361"/>
                    <a:pt x="4287" y="292"/>
                    <a:pt x="4295" y="197"/>
                  </a:cubicBezTo>
                  <a:cubicBezTo>
                    <a:pt x="4305" y="91"/>
                    <a:pt x="4221" y="0"/>
                    <a:pt x="4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71"/>
            <p:cNvSpPr/>
            <p:nvPr/>
          </p:nvSpPr>
          <p:spPr>
            <a:xfrm>
              <a:off x="4069399" y="2350920"/>
              <a:ext cx="180370" cy="13676"/>
            </a:xfrm>
            <a:custGeom>
              <a:rect b="b" l="l" r="r" t="t"/>
              <a:pathLst>
                <a:path extrusionOk="0" h="361" w="4761">
                  <a:moveTo>
                    <a:pt x="199" y="0"/>
                  </a:moveTo>
                  <a:cubicBezTo>
                    <a:pt x="104" y="0"/>
                    <a:pt x="19" y="71"/>
                    <a:pt x="10" y="165"/>
                  </a:cubicBezTo>
                  <a:cubicBezTo>
                    <a:pt x="0" y="272"/>
                    <a:pt x="85" y="361"/>
                    <a:pt x="193" y="361"/>
                  </a:cubicBezTo>
                  <a:lnTo>
                    <a:pt x="4560" y="361"/>
                  </a:lnTo>
                  <a:cubicBezTo>
                    <a:pt x="4656" y="361"/>
                    <a:pt x="4741" y="292"/>
                    <a:pt x="4750" y="197"/>
                  </a:cubicBezTo>
                  <a:cubicBezTo>
                    <a:pt x="4760" y="89"/>
                    <a:pt x="4675" y="0"/>
                    <a:pt x="45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71"/>
            <p:cNvSpPr/>
            <p:nvPr/>
          </p:nvSpPr>
          <p:spPr>
            <a:xfrm>
              <a:off x="3957335" y="2286364"/>
              <a:ext cx="368735" cy="229621"/>
            </a:xfrm>
            <a:custGeom>
              <a:rect b="b" l="l" r="r" t="t"/>
              <a:pathLst>
                <a:path extrusionOk="0" h="6061" w="9733">
                  <a:moveTo>
                    <a:pt x="9256" y="394"/>
                  </a:moveTo>
                  <a:cubicBezTo>
                    <a:pt x="9319" y="394"/>
                    <a:pt x="9369" y="446"/>
                    <a:pt x="9369" y="508"/>
                  </a:cubicBezTo>
                  <a:lnTo>
                    <a:pt x="9369" y="5604"/>
                  </a:lnTo>
                  <a:lnTo>
                    <a:pt x="9378" y="5604"/>
                  </a:lnTo>
                  <a:cubicBezTo>
                    <a:pt x="9378" y="5648"/>
                    <a:pt x="9263" y="5702"/>
                    <a:pt x="9263" y="5702"/>
                  </a:cubicBezTo>
                  <a:lnTo>
                    <a:pt x="2523" y="5702"/>
                  </a:lnTo>
                  <a:lnTo>
                    <a:pt x="2523" y="394"/>
                  </a:lnTo>
                  <a:close/>
                  <a:moveTo>
                    <a:pt x="192" y="0"/>
                  </a:moveTo>
                  <a:cubicBezTo>
                    <a:pt x="86" y="0"/>
                    <a:pt x="1" y="85"/>
                    <a:pt x="1" y="191"/>
                  </a:cubicBezTo>
                  <a:lnTo>
                    <a:pt x="1" y="1073"/>
                  </a:lnTo>
                  <a:cubicBezTo>
                    <a:pt x="1" y="1094"/>
                    <a:pt x="10" y="1115"/>
                    <a:pt x="25" y="1128"/>
                  </a:cubicBezTo>
                  <a:cubicBezTo>
                    <a:pt x="76" y="1178"/>
                    <a:pt x="131" y="1199"/>
                    <a:pt x="181" y="1199"/>
                  </a:cubicBezTo>
                  <a:cubicBezTo>
                    <a:pt x="280" y="1199"/>
                    <a:pt x="361" y="1117"/>
                    <a:pt x="361" y="1015"/>
                  </a:cubicBezTo>
                  <a:lnTo>
                    <a:pt x="361" y="508"/>
                  </a:lnTo>
                  <a:cubicBezTo>
                    <a:pt x="361" y="446"/>
                    <a:pt x="412" y="393"/>
                    <a:pt x="476" y="393"/>
                  </a:cubicBezTo>
                  <a:lnTo>
                    <a:pt x="2163" y="393"/>
                  </a:lnTo>
                  <a:lnTo>
                    <a:pt x="2163" y="5700"/>
                  </a:lnTo>
                  <a:lnTo>
                    <a:pt x="475" y="5700"/>
                  </a:lnTo>
                  <a:cubicBezTo>
                    <a:pt x="412" y="5700"/>
                    <a:pt x="361" y="5650"/>
                    <a:pt x="361" y="5587"/>
                  </a:cubicBezTo>
                  <a:lnTo>
                    <a:pt x="361" y="1897"/>
                  </a:lnTo>
                  <a:cubicBezTo>
                    <a:pt x="361" y="1802"/>
                    <a:pt x="292" y="1717"/>
                    <a:pt x="197" y="1708"/>
                  </a:cubicBezTo>
                  <a:cubicBezTo>
                    <a:pt x="192" y="1707"/>
                    <a:pt x="186" y="1707"/>
                    <a:pt x="181" y="1707"/>
                  </a:cubicBezTo>
                  <a:cubicBezTo>
                    <a:pt x="81" y="1707"/>
                    <a:pt x="1" y="1789"/>
                    <a:pt x="1" y="1891"/>
                  </a:cubicBezTo>
                  <a:lnTo>
                    <a:pt x="1" y="5578"/>
                  </a:lnTo>
                  <a:cubicBezTo>
                    <a:pt x="1" y="5845"/>
                    <a:pt x="217" y="6060"/>
                    <a:pt x="483" y="6060"/>
                  </a:cubicBezTo>
                  <a:lnTo>
                    <a:pt x="9249" y="6060"/>
                  </a:lnTo>
                  <a:cubicBezTo>
                    <a:pt x="9516" y="6060"/>
                    <a:pt x="9731" y="5845"/>
                    <a:pt x="9731" y="5578"/>
                  </a:cubicBezTo>
                  <a:lnTo>
                    <a:pt x="9731" y="483"/>
                  </a:lnTo>
                  <a:cubicBezTo>
                    <a:pt x="9732" y="217"/>
                    <a:pt x="9515" y="0"/>
                    <a:pt x="92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86" name="Google Shape;2886;p71"/>
          <p:cNvGrpSpPr/>
          <p:nvPr/>
        </p:nvGrpSpPr>
        <p:grpSpPr>
          <a:xfrm>
            <a:off x="3239207" y="2740643"/>
            <a:ext cx="449618" cy="373479"/>
            <a:chOff x="3158720" y="2226127"/>
            <a:chExt cx="476745" cy="396012"/>
          </a:xfrm>
        </p:grpSpPr>
        <p:sp>
          <p:nvSpPr>
            <p:cNvPr id="2887" name="Google Shape;2887;p71"/>
            <p:cNvSpPr/>
            <p:nvPr/>
          </p:nvSpPr>
          <p:spPr>
            <a:xfrm>
              <a:off x="3158720" y="2226127"/>
              <a:ext cx="476745" cy="396012"/>
            </a:xfrm>
            <a:custGeom>
              <a:rect b="b" l="l" r="r" t="t"/>
              <a:pathLst>
                <a:path extrusionOk="0" h="10453" w="12584">
                  <a:moveTo>
                    <a:pt x="11306" y="1214"/>
                  </a:moveTo>
                  <a:cubicBezTo>
                    <a:pt x="11340" y="1214"/>
                    <a:pt x="11370" y="1244"/>
                    <a:pt x="11370" y="1278"/>
                  </a:cubicBezTo>
                  <a:lnTo>
                    <a:pt x="11370" y="7112"/>
                  </a:lnTo>
                  <a:lnTo>
                    <a:pt x="1180" y="7112"/>
                  </a:lnTo>
                  <a:lnTo>
                    <a:pt x="1180" y="1278"/>
                  </a:lnTo>
                  <a:cubicBezTo>
                    <a:pt x="1180" y="1244"/>
                    <a:pt x="1209" y="1214"/>
                    <a:pt x="1244" y="1214"/>
                  </a:cubicBezTo>
                  <a:close/>
                  <a:moveTo>
                    <a:pt x="12222" y="7472"/>
                  </a:moveTo>
                  <a:lnTo>
                    <a:pt x="12222" y="8038"/>
                  </a:lnTo>
                  <a:cubicBezTo>
                    <a:pt x="12222" y="8196"/>
                    <a:pt x="12093" y="8324"/>
                    <a:pt x="11935" y="8324"/>
                  </a:cubicBezTo>
                  <a:lnTo>
                    <a:pt x="647" y="8324"/>
                  </a:lnTo>
                  <a:cubicBezTo>
                    <a:pt x="489" y="8324"/>
                    <a:pt x="361" y="8195"/>
                    <a:pt x="361" y="8037"/>
                  </a:cubicBezTo>
                  <a:lnTo>
                    <a:pt x="361" y="7472"/>
                  </a:lnTo>
                  <a:close/>
                  <a:moveTo>
                    <a:pt x="7022" y="8685"/>
                  </a:moveTo>
                  <a:cubicBezTo>
                    <a:pt x="7071" y="8975"/>
                    <a:pt x="7193" y="9604"/>
                    <a:pt x="7404" y="10094"/>
                  </a:cubicBezTo>
                  <a:lnTo>
                    <a:pt x="5166" y="10094"/>
                  </a:lnTo>
                  <a:cubicBezTo>
                    <a:pt x="5378" y="9604"/>
                    <a:pt x="5499" y="8975"/>
                    <a:pt x="5547" y="8685"/>
                  </a:cubicBezTo>
                  <a:close/>
                  <a:moveTo>
                    <a:pt x="650" y="1"/>
                  </a:moveTo>
                  <a:cubicBezTo>
                    <a:pt x="289" y="1"/>
                    <a:pt x="1" y="655"/>
                    <a:pt x="1" y="655"/>
                  </a:cubicBezTo>
                  <a:lnTo>
                    <a:pt x="1" y="8029"/>
                  </a:lnTo>
                  <a:cubicBezTo>
                    <a:pt x="1" y="8390"/>
                    <a:pt x="294" y="8683"/>
                    <a:pt x="655" y="8683"/>
                  </a:cubicBezTo>
                  <a:lnTo>
                    <a:pt x="5171" y="8683"/>
                  </a:lnTo>
                  <a:cubicBezTo>
                    <a:pt x="5113" y="9016"/>
                    <a:pt x="4978" y="9669"/>
                    <a:pt x="4757" y="10092"/>
                  </a:cubicBezTo>
                  <a:lnTo>
                    <a:pt x="3740" y="10092"/>
                  </a:lnTo>
                  <a:cubicBezTo>
                    <a:pt x="3652" y="10092"/>
                    <a:pt x="3571" y="10149"/>
                    <a:pt x="3553" y="10236"/>
                  </a:cubicBezTo>
                  <a:cubicBezTo>
                    <a:pt x="3530" y="10352"/>
                    <a:pt x="3620" y="10452"/>
                    <a:pt x="3734" y="10452"/>
                  </a:cubicBezTo>
                  <a:lnTo>
                    <a:pt x="8831" y="10452"/>
                  </a:lnTo>
                  <a:cubicBezTo>
                    <a:pt x="8926" y="10452"/>
                    <a:pt x="9012" y="10383"/>
                    <a:pt x="9020" y="10289"/>
                  </a:cubicBezTo>
                  <a:cubicBezTo>
                    <a:pt x="9030" y="10181"/>
                    <a:pt x="8945" y="10092"/>
                    <a:pt x="8837" y="10092"/>
                  </a:cubicBezTo>
                  <a:lnTo>
                    <a:pt x="7825" y="10092"/>
                  </a:lnTo>
                  <a:cubicBezTo>
                    <a:pt x="7605" y="9669"/>
                    <a:pt x="7469" y="9014"/>
                    <a:pt x="7412" y="8683"/>
                  </a:cubicBezTo>
                  <a:lnTo>
                    <a:pt x="11929" y="8683"/>
                  </a:lnTo>
                  <a:cubicBezTo>
                    <a:pt x="12290" y="8683"/>
                    <a:pt x="12583" y="8390"/>
                    <a:pt x="12583" y="8029"/>
                  </a:cubicBezTo>
                  <a:lnTo>
                    <a:pt x="12583" y="640"/>
                  </a:lnTo>
                  <a:cubicBezTo>
                    <a:pt x="12581" y="289"/>
                    <a:pt x="12295" y="3"/>
                    <a:pt x="11941" y="3"/>
                  </a:cubicBezTo>
                  <a:lnTo>
                    <a:pt x="10424" y="3"/>
                  </a:lnTo>
                  <a:cubicBezTo>
                    <a:pt x="10328" y="3"/>
                    <a:pt x="10244" y="72"/>
                    <a:pt x="10235" y="166"/>
                  </a:cubicBezTo>
                  <a:cubicBezTo>
                    <a:pt x="10227" y="273"/>
                    <a:pt x="10311" y="362"/>
                    <a:pt x="10415" y="362"/>
                  </a:cubicBezTo>
                  <a:lnTo>
                    <a:pt x="11935" y="362"/>
                  </a:lnTo>
                  <a:cubicBezTo>
                    <a:pt x="12093" y="362"/>
                    <a:pt x="12222" y="491"/>
                    <a:pt x="12222" y="649"/>
                  </a:cubicBezTo>
                  <a:lnTo>
                    <a:pt x="12222" y="7112"/>
                  </a:lnTo>
                  <a:lnTo>
                    <a:pt x="11763" y="7112"/>
                  </a:lnTo>
                  <a:lnTo>
                    <a:pt x="11763" y="1287"/>
                  </a:lnTo>
                  <a:cubicBezTo>
                    <a:pt x="11763" y="1047"/>
                    <a:pt x="11570" y="853"/>
                    <a:pt x="11330" y="853"/>
                  </a:cubicBezTo>
                  <a:lnTo>
                    <a:pt x="1252" y="853"/>
                  </a:lnTo>
                  <a:cubicBezTo>
                    <a:pt x="1012" y="853"/>
                    <a:pt x="819" y="1047"/>
                    <a:pt x="819" y="1287"/>
                  </a:cubicBezTo>
                  <a:lnTo>
                    <a:pt x="819" y="7112"/>
                  </a:lnTo>
                  <a:lnTo>
                    <a:pt x="361" y="7112"/>
                  </a:lnTo>
                  <a:lnTo>
                    <a:pt x="361" y="656"/>
                  </a:lnTo>
                  <a:cubicBezTo>
                    <a:pt x="361" y="656"/>
                    <a:pt x="492" y="370"/>
                    <a:pt x="650" y="362"/>
                  </a:cubicBezTo>
                  <a:lnTo>
                    <a:pt x="9502" y="362"/>
                  </a:lnTo>
                  <a:cubicBezTo>
                    <a:pt x="9507" y="362"/>
                    <a:pt x="9512" y="362"/>
                    <a:pt x="9516" y="362"/>
                  </a:cubicBezTo>
                  <a:cubicBezTo>
                    <a:pt x="9612" y="362"/>
                    <a:pt x="9687" y="283"/>
                    <a:pt x="9687" y="185"/>
                  </a:cubicBezTo>
                  <a:cubicBezTo>
                    <a:pt x="9687" y="83"/>
                    <a:pt x="9605" y="1"/>
                    <a:pt x="95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71"/>
            <p:cNvSpPr/>
            <p:nvPr/>
          </p:nvSpPr>
          <p:spPr>
            <a:xfrm>
              <a:off x="3247598" y="2311823"/>
              <a:ext cx="311112" cy="147789"/>
            </a:xfrm>
            <a:custGeom>
              <a:rect b="b" l="l" r="r" t="t"/>
              <a:pathLst>
                <a:path extrusionOk="0" h="3901" w="8212">
                  <a:moveTo>
                    <a:pt x="3950" y="1"/>
                  </a:moveTo>
                  <a:cubicBezTo>
                    <a:pt x="3127" y="1"/>
                    <a:pt x="2385" y="504"/>
                    <a:pt x="2091" y="1245"/>
                  </a:cubicBezTo>
                  <a:cubicBezTo>
                    <a:pt x="2003" y="1228"/>
                    <a:pt x="1912" y="1219"/>
                    <a:pt x="1821" y="1219"/>
                  </a:cubicBezTo>
                  <a:cubicBezTo>
                    <a:pt x="1467" y="1219"/>
                    <a:pt x="1101" y="1353"/>
                    <a:pt x="777" y="1643"/>
                  </a:cubicBezTo>
                  <a:cubicBezTo>
                    <a:pt x="765" y="1654"/>
                    <a:pt x="754" y="1666"/>
                    <a:pt x="744" y="1680"/>
                  </a:cubicBezTo>
                  <a:cubicBezTo>
                    <a:pt x="1" y="2753"/>
                    <a:pt x="776" y="3900"/>
                    <a:pt x="1820" y="3900"/>
                  </a:cubicBezTo>
                  <a:lnTo>
                    <a:pt x="2407" y="3900"/>
                  </a:lnTo>
                  <a:cubicBezTo>
                    <a:pt x="2415" y="3900"/>
                    <a:pt x="2422" y="3897"/>
                    <a:pt x="2427" y="3892"/>
                  </a:cubicBezTo>
                  <a:cubicBezTo>
                    <a:pt x="2602" y="3735"/>
                    <a:pt x="2489" y="3539"/>
                    <a:pt x="2331" y="3539"/>
                  </a:cubicBezTo>
                  <a:lnTo>
                    <a:pt x="1400" y="3539"/>
                  </a:lnTo>
                  <a:cubicBezTo>
                    <a:pt x="1364" y="3539"/>
                    <a:pt x="1330" y="3525"/>
                    <a:pt x="1304" y="3502"/>
                  </a:cubicBezTo>
                  <a:cubicBezTo>
                    <a:pt x="347" y="2649"/>
                    <a:pt x="959" y="1577"/>
                    <a:pt x="1822" y="1577"/>
                  </a:cubicBezTo>
                  <a:cubicBezTo>
                    <a:pt x="1940" y="1577"/>
                    <a:pt x="2059" y="1598"/>
                    <a:pt x="2171" y="1639"/>
                  </a:cubicBezTo>
                  <a:cubicBezTo>
                    <a:pt x="2174" y="1640"/>
                    <a:pt x="2175" y="1640"/>
                    <a:pt x="2178" y="1640"/>
                  </a:cubicBezTo>
                  <a:cubicBezTo>
                    <a:pt x="2188" y="1641"/>
                    <a:pt x="2197" y="1642"/>
                    <a:pt x="2207" y="1642"/>
                  </a:cubicBezTo>
                  <a:cubicBezTo>
                    <a:pt x="2295" y="1642"/>
                    <a:pt x="2366" y="1586"/>
                    <a:pt x="2388" y="1511"/>
                  </a:cubicBezTo>
                  <a:cubicBezTo>
                    <a:pt x="2587" y="832"/>
                    <a:pt x="3228" y="360"/>
                    <a:pt x="3949" y="360"/>
                  </a:cubicBezTo>
                  <a:cubicBezTo>
                    <a:pt x="4490" y="360"/>
                    <a:pt x="4987" y="617"/>
                    <a:pt x="5296" y="1059"/>
                  </a:cubicBezTo>
                  <a:cubicBezTo>
                    <a:pt x="5301" y="1066"/>
                    <a:pt x="5309" y="1071"/>
                    <a:pt x="5318" y="1071"/>
                  </a:cubicBezTo>
                  <a:cubicBezTo>
                    <a:pt x="5321" y="1071"/>
                    <a:pt x="5324" y="1070"/>
                    <a:pt x="5326" y="1069"/>
                  </a:cubicBezTo>
                  <a:cubicBezTo>
                    <a:pt x="5465" y="1021"/>
                    <a:pt x="5611" y="998"/>
                    <a:pt x="5758" y="998"/>
                  </a:cubicBezTo>
                  <a:cubicBezTo>
                    <a:pt x="6875" y="998"/>
                    <a:pt x="7667" y="2383"/>
                    <a:pt x="6433" y="3487"/>
                  </a:cubicBezTo>
                  <a:cubicBezTo>
                    <a:pt x="6399" y="3519"/>
                    <a:pt x="6353" y="3538"/>
                    <a:pt x="6305" y="3538"/>
                  </a:cubicBezTo>
                  <a:lnTo>
                    <a:pt x="3098" y="3538"/>
                  </a:lnTo>
                  <a:cubicBezTo>
                    <a:pt x="3091" y="3538"/>
                    <a:pt x="3084" y="3540"/>
                    <a:pt x="3079" y="3545"/>
                  </a:cubicBezTo>
                  <a:cubicBezTo>
                    <a:pt x="2904" y="3702"/>
                    <a:pt x="3017" y="3899"/>
                    <a:pt x="3175" y="3899"/>
                  </a:cubicBezTo>
                  <a:lnTo>
                    <a:pt x="6459" y="3899"/>
                  </a:lnTo>
                  <a:cubicBezTo>
                    <a:pt x="6520" y="3899"/>
                    <a:pt x="6578" y="3875"/>
                    <a:pt x="6624" y="3834"/>
                  </a:cubicBezTo>
                  <a:cubicBezTo>
                    <a:pt x="8212" y="2417"/>
                    <a:pt x="7195" y="638"/>
                    <a:pt x="5761" y="638"/>
                  </a:cubicBezTo>
                  <a:cubicBezTo>
                    <a:pt x="5657" y="638"/>
                    <a:pt x="5553" y="647"/>
                    <a:pt x="5451" y="666"/>
                  </a:cubicBezTo>
                  <a:cubicBezTo>
                    <a:pt x="5071" y="242"/>
                    <a:pt x="4531" y="1"/>
                    <a:pt x="39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71"/>
            <p:cNvSpPr/>
            <p:nvPr/>
          </p:nvSpPr>
          <p:spPr>
            <a:xfrm>
              <a:off x="3368527" y="2354065"/>
              <a:ext cx="57661" cy="71489"/>
            </a:xfrm>
            <a:custGeom>
              <a:rect b="b" l="l" r="r" t="t"/>
              <a:pathLst>
                <a:path extrusionOk="0" h="1887" w="1522">
                  <a:moveTo>
                    <a:pt x="769" y="0"/>
                  </a:moveTo>
                  <a:cubicBezTo>
                    <a:pt x="669" y="0"/>
                    <a:pt x="589" y="82"/>
                    <a:pt x="589" y="181"/>
                  </a:cubicBezTo>
                  <a:lnTo>
                    <a:pt x="589" y="1203"/>
                  </a:lnTo>
                  <a:lnTo>
                    <a:pt x="344" y="904"/>
                  </a:lnTo>
                  <a:cubicBezTo>
                    <a:pt x="309" y="860"/>
                    <a:pt x="257" y="837"/>
                    <a:pt x="204" y="837"/>
                  </a:cubicBezTo>
                  <a:cubicBezTo>
                    <a:pt x="164" y="837"/>
                    <a:pt x="124" y="851"/>
                    <a:pt x="91" y="878"/>
                  </a:cubicBezTo>
                  <a:cubicBezTo>
                    <a:pt x="14" y="941"/>
                    <a:pt x="1" y="1054"/>
                    <a:pt x="65" y="1131"/>
                  </a:cubicBezTo>
                  <a:cubicBezTo>
                    <a:pt x="65" y="1131"/>
                    <a:pt x="626" y="1821"/>
                    <a:pt x="628" y="1823"/>
                  </a:cubicBezTo>
                  <a:cubicBezTo>
                    <a:pt x="663" y="1866"/>
                    <a:pt x="716" y="1887"/>
                    <a:pt x="768" y="1887"/>
                  </a:cubicBezTo>
                  <a:cubicBezTo>
                    <a:pt x="822" y="1887"/>
                    <a:pt x="875" y="1865"/>
                    <a:pt x="910" y="1822"/>
                  </a:cubicBezTo>
                  <a:lnTo>
                    <a:pt x="1460" y="1130"/>
                  </a:lnTo>
                  <a:cubicBezTo>
                    <a:pt x="1522" y="1052"/>
                    <a:pt x="1508" y="939"/>
                    <a:pt x="1432" y="876"/>
                  </a:cubicBezTo>
                  <a:cubicBezTo>
                    <a:pt x="1398" y="850"/>
                    <a:pt x="1359" y="837"/>
                    <a:pt x="1319" y="837"/>
                  </a:cubicBezTo>
                  <a:cubicBezTo>
                    <a:pt x="1266" y="837"/>
                    <a:pt x="1214" y="861"/>
                    <a:pt x="1178" y="905"/>
                  </a:cubicBezTo>
                  <a:lnTo>
                    <a:pt x="950" y="1191"/>
                  </a:lnTo>
                  <a:lnTo>
                    <a:pt x="950" y="179"/>
                  </a:lnTo>
                  <a:cubicBezTo>
                    <a:pt x="950" y="80"/>
                    <a:pt x="868" y="0"/>
                    <a:pt x="7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90" name="Google Shape;2890;p71"/>
          <p:cNvGrpSpPr/>
          <p:nvPr/>
        </p:nvGrpSpPr>
        <p:grpSpPr>
          <a:xfrm>
            <a:off x="2514544" y="2702627"/>
            <a:ext cx="346610" cy="449582"/>
            <a:chOff x="2390298" y="2185817"/>
            <a:chExt cx="367522" cy="476707"/>
          </a:xfrm>
        </p:grpSpPr>
        <p:sp>
          <p:nvSpPr>
            <p:cNvPr id="2891" name="Google Shape;2891;p71"/>
            <p:cNvSpPr/>
            <p:nvPr/>
          </p:nvSpPr>
          <p:spPr>
            <a:xfrm>
              <a:off x="2390298" y="2185817"/>
              <a:ext cx="367522" cy="476707"/>
            </a:xfrm>
            <a:custGeom>
              <a:rect b="b" l="l" r="r" t="t"/>
              <a:pathLst>
                <a:path extrusionOk="0" h="12583" w="9701">
                  <a:moveTo>
                    <a:pt x="7636" y="669"/>
                  </a:moveTo>
                  <a:lnTo>
                    <a:pt x="9113" y="2360"/>
                  </a:lnTo>
                  <a:lnTo>
                    <a:pt x="7636" y="2360"/>
                  </a:lnTo>
                  <a:lnTo>
                    <a:pt x="7636" y="669"/>
                  </a:lnTo>
                  <a:close/>
                  <a:moveTo>
                    <a:pt x="903" y="0"/>
                  </a:moveTo>
                  <a:cubicBezTo>
                    <a:pt x="803" y="0"/>
                    <a:pt x="721" y="82"/>
                    <a:pt x="721" y="183"/>
                  </a:cubicBezTo>
                  <a:lnTo>
                    <a:pt x="721" y="1288"/>
                  </a:lnTo>
                  <a:cubicBezTo>
                    <a:pt x="721" y="1375"/>
                    <a:pt x="779" y="1455"/>
                    <a:pt x="866" y="1473"/>
                  </a:cubicBezTo>
                  <a:cubicBezTo>
                    <a:pt x="878" y="1476"/>
                    <a:pt x="891" y="1477"/>
                    <a:pt x="903" y="1477"/>
                  </a:cubicBezTo>
                  <a:cubicBezTo>
                    <a:pt x="1002" y="1477"/>
                    <a:pt x="1083" y="1394"/>
                    <a:pt x="1083" y="1293"/>
                  </a:cubicBezTo>
                  <a:lnTo>
                    <a:pt x="1083" y="361"/>
                  </a:lnTo>
                  <a:lnTo>
                    <a:pt x="7276" y="361"/>
                  </a:lnTo>
                  <a:lnTo>
                    <a:pt x="7276" y="2567"/>
                  </a:lnTo>
                  <a:cubicBezTo>
                    <a:pt x="7276" y="2670"/>
                    <a:pt x="7357" y="2751"/>
                    <a:pt x="7459" y="2751"/>
                  </a:cubicBezTo>
                  <a:lnTo>
                    <a:pt x="9339" y="2751"/>
                  </a:lnTo>
                  <a:lnTo>
                    <a:pt x="9339" y="12221"/>
                  </a:lnTo>
                  <a:lnTo>
                    <a:pt x="1082" y="12221"/>
                  </a:lnTo>
                  <a:lnTo>
                    <a:pt x="1082" y="10418"/>
                  </a:lnTo>
                  <a:lnTo>
                    <a:pt x="7450" y="10418"/>
                  </a:lnTo>
                  <a:cubicBezTo>
                    <a:pt x="7553" y="10418"/>
                    <a:pt x="7634" y="10337"/>
                    <a:pt x="7634" y="10235"/>
                  </a:cubicBezTo>
                  <a:lnTo>
                    <a:pt x="7634" y="6639"/>
                  </a:lnTo>
                  <a:cubicBezTo>
                    <a:pt x="7634" y="6537"/>
                    <a:pt x="7553" y="6456"/>
                    <a:pt x="7453" y="6456"/>
                  </a:cubicBezTo>
                  <a:lnTo>
                    <a:pt x="6677" y="6456"/>
                  </a:lnTo>
                  <a:cubicBezTo>
                    <a:pt x="6581" y="6456"/>
                    <a:pt x="6496" y="6525"/>
                    <a:pt x="6489" y="6620"/>
                  </a:cubicBezTo>
                  <a:cubicBezTo>
                    <a:pt x="6480" y="6728"/>
                    <a:pt x="6563" y="6817"/>
                    <a:pt x="6668" y="6817"/>
                  </a:cubicBezTo>
                  <a:lnTo>
                    <a:pt x="7274" y="6817"/>
                  </a:lnTo>
                  <a:lnTo>
                    <a:pt x="7274" y="10060"/>
                  </a:lnTo>
                  <a:lnTo>
                    <a:pt x="362" y="10060"/>
                  </a:lnTo>
                  <a:lnTo>
                    <a:pt x="362" y="6817"/>
                  </a:lnTo>
                  <a:lnTo>
                    <a:pt x="5811" y="6817"/>
                  </a:lnTo>
                  <a:cubicBezTo>
                    <a:pt x="5811" y="6817"/>
                    <a:pt x="5997" y="6731"/>
                    <a:pt x="5997" y="6629"/>
                  </a:cubicBezTo>
                  <a:cubicBezTo>
                    <a:pt x="5997" y="6531"/>
                    <a:pt x="5922" y="6454"/>
                    <a:pt x="5826" y="6454"/>
                  </a:cubicBezTo>
                  <a:cubicBezTo>
                    <a:pt x="5821" y="6454"/>
                    <a:pt x="5816" y="6454"/>
                    <a:pt x="5811" y="6454"/>
                  </a:cubicBezTo>
                  <a:lnTo>
                    <a:pt x="1083" y="6454"/>
                  </a:lnTo>
                  <a:lnTo>
                    <a:pt x="1083" y="2141"/>
                  </a:lnTo>
                  <a:cubicBezTo>
                    <a:pt x="1093" y="2039"/>
                    <a:pt x="1011" y="1958"/>
                    <a:pt x="909" y="1958"/>
                  </a:cubicBezTo>
                  <a:cubicBezTo>
                    <a:pt x="807" y="1958"/>
                    <a:pt x="721" y="2141"/>
                    <a:pt x="721" y="2141"/>
                  </a:cubicBezTo>
                  <a:lnTo>
                    <a:pt x="721" y="6454"/>
                  </a:lnTo>
                  <a:lnTo>
                    <a:pt x="185" y="6454"/>
                  </a:lnTo>
                  <a:cubicBezTo>
                    <a:pt x="82" y="6454"/>
                    <a:pt x="1" y="6537"/>
                    <a:pt x="1" y="6640"/>
                  </a:cubicBezTo>
                  <a:lnTo>
                    <a:pt x="1" y="10235"/>
                  </a:lnTo>
                  <a:cubicBezTo>
                    <a:pt x="1" y="10338"/>
                    <a:pt x="82" y="10421"/>
                    <a:pt x="185" y="10421"/>
                  </a:cubicBezTo>
                  <a:lnTo>
                    <a:pt x="721" y="10421"/>
                  </a:lnTo>
                  <a:lnTo>
                    <a:pt x="721" y="12399"/>
                  </a:lnTo>
                  <a:cubicBezTo>
                    <a:pt x="721" y="12501"/>
                    <a:pt x="804" y="12582"/>
                    <a:pt x="905" y="12582"/>
                  </a:cubicBezTo>
                  <a:lnTo>
                    <a:pt x="9514" y="12582"/>
                  </a:lnTo>
                  <a:cubicBezTo>
                    <a:pt x="9616" y="12582"/>
                    <a:pt x="9697" y="12500"/>
                    <a:pt x="9697" y="12399"/>
                  </a:cubicBezTo>
                  <a:lnTo>
                    <a:pt x="9697" y="2551"/>
                  </a:lnTo>
                  <a:cubicBezTo>
                    <a:pt x="9700" y="2507"/>
                    <a:pt x="9684" y="2463"/>
                    <a:pt x="9654" y="2429"/>
                  </a:cubicBezTo>
                  <a:lnTo>
                    <a:pt x="7589" y="63"/>
                  </a:lnTo>
                  <a:cubicBezTo>
                    <a:pt x="7553" y="22"/>
                    <a:pt x="7503" y="0"/>
                    <a:pt x="74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71"/>
            <p:cNvSpPr/>
            <p:nvPr/>
          </p:nvSpPr>
          <p:spPr>
            <a:xfrm>
              <a:off x="2424811" y="2463287"/>
              <a:ext cx="71603" cy="83650"/>
            </a:xfrm>
            <a:custGeom>
              <a:rect b="b" l="l" r="r" t="t"/>
              <a:pathLst>
                <a:path extrusionOk="0" h="2208" w="1890">
                  <a:moveTo>
                    <a:pt x="1104" y="1"/>
                  </a:moveTo>
                  <a:cubicBezTo>
                    <a:pt x="495" y="1"/>
                    <a:pt x="1" y="495"/>
                    <a:pt x="1" y="1103"/>
                  </a:cubicBezTo>
                  <a:cubicBezTo>
                    <a:pt x="1" y="1713"/>
                    <a:pt x="495" y="2207"/>
                    <a:pt x="1104" y="2207"/>
                  </a:cubicBezTo>
                  <a:cubicBezTo>
                    <a:pt x="1347" y="2207"/>
                    <a:pt x="1562" y="2128"/>
                    <a:pt x="1731" y="1978"/>
                  </a:cubicBezTo>
                  <a:cubicBezTo>
                    <a:pt x="1764" y="1950"/>
                    <a:pt x="1795" y="1916"/>
                    <a:pt x="1824" y="1883"/>
                  </a:cubicBezTo>
                  <a:cubicBezTo>
                    <a:pt x="1889" y="1805"/>
                    <a:pt x="1879" y="1689"/>
                    <a:pt x="1802" y="1624"/>
                  </a:cubicBezTo>
                  <a:cubicBezTo>
                    <a:pt x="1768" y="1595"/>
                    <a:pt x="1726" y="1580"/>
                    <a:pt x="1684" y="1580"/>
                  </a:cubicBezTo>
                  <a:cubicBezTo>
                    <a:pt x="1632" y="1580"/>
                    <a:pt x="1579" y="1603"/>
                    <a:pt x="1543" y="1646"/>
                  </a:cubicBezTo>
                  <a:cubicBezTo>
                    <a:pt x="1526" y="1667"/>
                    <a:pt x="1506" y="1687"/>
                    <a:pt x="1486" y="1704"/>
                  </a:cubicBezTo>
                  <a:cubicBezTo>
                    <a:pt x="1385" y="1794"/>
                    <a:pt x="1256" y="1840"/>
                    <a:pt x="1104" y="1840"/>
                  </a:cubicBezTo>
                  <a:cubicBezTo>
                    <a:pt x="698" y="1840"/>
                    <a:pt x="368" y="1510"/>
                    <a:pt x="368" y="1103"/>
                  </a:cubicBezTo>
                  <a:cubicBezTo>
                    <a:pt x="368" y="698"/>
                    <a:pt x="698" y="368"/>
                    <a:pt x="1104" y="368"/>
                  </a:cubicBezTo>
                  <a:cubicBezTo>
                    <a:pt x="1252" y="368"/>
                    <a:pt x="1394" y="411"/>
                    <a:pt x="1515" y="494"/>
                  </a:cubicBezTo>
                  <a:cubicBezTo>
                    <a:pt x="1547" y="515"/>
                    <a:pt x="1583" y="525"/>
                    <a:pt x="1618" y="525"/>
                  </a:cubicBezTo>
                  <a:cubicBezTo>
                    <a:pt x="1678" y="525"/>
                    <a:pt x="1736" y="497"/>
                    <a:pt x="1771" y="444"/>
                  </a:cubicBezTo>
                  <a:cubicBezTo>
                    <a:pt x="1826" y="360"/>
                    <a:pt x="1805" y="245"/>
                    <a:pt x="1721" y="189"/>
                  </a:cubicBezTo>
                  <a:cubicBezTo>
                    <a:pt x="1538" y="66"/>
                    <a:pt x="1326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71"/>
            <p:cNvSpPr/>
            <p:nvPr/>
          </p:nvSpPr>
          <p:spPr>
            <a:xfrm>
              <a:off x="2509750" y="2463287"/>
              <a:ext cx="61260" cy="83612"/>
            </a:xfrm>
            <a:custGeom>
              <a:rect b="b" l="l" r="r" t="t"/>
              <a:pathLst>
                <a:path extrusionOk="0" h="2207" w="1617">
                  <a:moveTo>
                    <a:pt x="817" y="0"/>
                  </a:moveTo>
                  <a:cubicBezTo>
                    <a:pt x="738" y="0"/>
                    <a:pt x="654" y="11"/>
                    <a:pt x="567" y="37"/>
                  </a:cubicBezTo>
                  <a:cubicBezTo>
                    <a:pt x="329" y="107"/>
                    <a:pt x="164" y="294"/>
                    <a:pt x="130" y="521"/>
                  </a:cubicBezTo>
                  <a:cubicBezTo>
                    <a:pt x="60" y="1019"/>
                    <a:pt x="577" y="1155"/>
                    <a:pt x="942" y="1290"/>
                  </a:cubicBezTo>
                  <a:cubicBezTo>
                    <a:pt x="1135" y="1360"/>
                    <a:pt x="1234" y="1470"/>
                    <a:pt x="1213" y="1590"/>
                  </a:cubicBezTo>
                  <a:cubicBezTo>
                    <a:pt x="1189" y="1714"/>
                    <a:pt x="1045" y="1840"/>
                    <a:pt x="844" y="1840"/>
                  </a:cubicBezTo>
                  <a:cubicBezTo>
                    <a:pt x="650" y="1840"/>
                    <a:pt x="460" y="1759"/>
                    <a:pt x="341" y="1627"/>
                  </a:cubicBezTo>
                  <a:cubicBezTo>
                    <a:pt x="304" y="1587"/>
                    <a:pt x="254" y="1567"/>
                    <a:pt x="204" y="1567"/>
                  </a:cubicBezTo>
                  <a:cubicBezTo>
                    <a:pt x="160" y="1567"/>
                    <a:pt x="116" y="1583"/>
                    <a:pt x="81" y="1615"/>
                  </a:cubicBezTo>
                  <a:cubicBezTo>
                    <a:pt x="6" y="1683"/>
                    <a:pt x="0" y="1799"/>
                    <a:pt x="67" y="1873"/>
                  </a:cubicBezTo>
                  <a:cubicBezTo>
                    <a:pt x="257" y="2082"/>
                    <a:pt x="547" y="2206"/>
                    <a:pt x="845" y="2206"/>
                  </a:cubicBezTo>
                  <a:cubicBezTo>
                    <a:pt x="1205" y="2206"/>
                    <a:pt x="1519" y="1969"/>
                    <a:pt x="1574" y="1656"/>
                  </a:cubicBezTo>
                  <a:cubicBezTo>
                    <a:pt x="1616" y="1418"/>
                    <a:pt x="1506" y="1107"/>
                    <a:pt x="1070" y="945"/>
                  </a:cubicBezTo>
                  <a:cubicBezTo>
                    <a:pt x="836" y="858"/>
                    <a:pt x="619" y="766"/>
                    <a:pt x="562" y="740"/>
                  </a:cubicBezTo>
                  <a:cubicBezTo>
                    <a:pt x="510" y="700"/>
                    <a:pt x="485" y="641"/>
                    <a:pt x="495" y="573"/>
                  </a:cubicBezTo>
                  <a:cubicBezTo>
                    <a:pt x="506" y="488"/>
                    <a:pt x="573" y="420"/>
                    <a:pt x="673" y="389"/>
                  </a:cubicBezTo>
                  <a:cubicBezTo>
                    <a:pt x="721" y="375"/>
                    <a:pt x="769" y="369"/>
                    <a:pt x="815" y="369"/>
                  </a:cubicBezTo>
                  <a:cubicBezTo>
                    <a:pt x="1037" y="369"/>
                    <a:pt x="1215" y="510"/>
                    <a:pt x="1221" y="515"/>
                  </a:cubicBezTo>
                  <a:cubicBezTo>
                    <a:pt x="1255" y="543"/>
                    <a:pt x="1297" y="557"/>
                    <a:pt x="1338" y="557"/>
                  </a:cubicBezTo>
                  <a:cubicBezTo>
                    <a:pt x="1391" y="557"/>
                    <a:pt x="1443" y="535"/>
                    <a:pt x="1479" y="491"/>
                  </a:cubicBezTo>
                  <a:cubicBezTo>
                    <a:pt x="1544" y="414"/>
                    <a:pt x="1533" y="297"/>
                    <a:pt x="1457" y="232"/>
                  </a:cubicBezTo>
                  <a:cubicBezTo>
                    <a:pt x="1442" y="220"/>
                    <a:pt x="1176" y="0"/>
                    <a:pt x="8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71"/>
            <p:cNvSpPr/>
            <p:nvPr/>
          </p:nvSpPr>
          <p:spPr>
            <a:xfrm>
              <a:off x="2585179" y="2463287"/>
              <a:ext cx="61260" cy="83574"/>
            </a:xfrm>
            <a:custGeom>
              <a:rect b="b" l="l" r="r" t="t"/>
              <a:pathLst>
                <a:path extrusionOk="0" h="2206" w="1617">
                  <a:moveTo>
                    <a:pt x="814" y="0"/>
                  </a:moveTo>
                  <a:cubicBezTo>
                    <a:pt x="735" y="0"/>
                    <a:pt x="651" y="11"/>
                    <a:pt x="564" y="37"/>
                  </a:cubicBezTo>
                  <a:cubicBezTo>
                    <a:pt x="327" y="107"/>
                    <a:pt x="160" y="294"/>
                    <a:pt x="128" y="521"/>
                  </a:cubicBezTo>
                  <a:cubicBezTo>
                    <a:pt x="58" y="1019"/>
                    <a:pt x="575" y="1155"/>
                    <a:pt x="940" y="1290"/>
                  </a:cubicBezTo>
                  <a:cubicBezTo>
                    <a:pt x="1133" y="1362"/>
                    <a:pt x="1232" y="1472"/>
                    <a:pt x="1211" y="1590"/>
                  </a:cubicBezTo>
                  <a:cubicBezTo>
                    <a:pt x="1189" y="1713"/>
                    <a:pt x="1045" y="1839"/>
                    <a:pt x="844" y="1839"/>
                  </a:cubicBezTo>
                  <a:cubicBezTo>
                    <a:pt x="650" y="1839"/>
                    <a:pt x="461" y="1758"/>
                    <a:pt x="341" y="1626"/>
                  </a:cubicBezTo>
                  <a:cubicBezTo>
                    <a:pt x="304" y="1586"/>
                    <a:pt x="254" y="1566"/>
                    <a:pt x="204" y="1566"/>
                  </a:cubicBezTo>
                  <a:cubicBezTo>
                    <a:pt x="160" y="1566"/>
                    <a:pt x="116" y="1582"/>
                    <a:pt x="81" y="1613"/>
                  </a:cubicBezTo>
                  <a:cubicBezTo>
                    <a:pt x="6" y="1682"/>
                    <a:pt x="0" y="1798"/>
                    <a:pt x="68" y="1872"/>
                  </a:cubicBezTo>
                  <a:cubicBezTo>
                    <a:pt x="257" y="2081"/>
                    <a:pt x="547" y="2205"/>
                    <a:pt x="845" y="2205"/>
                  </a:cubicBezTo>
                  <a:cubicBezTo>
                    <a:pt x="1206" y="2205"/>
                    <a:pt x="1519" y="1967"/>
                    <a:pt x="1574" y="1655"/>
                  </a:cubicBezTo>
                  <a:cubicBezTo>
                    <a:pt x="1616" y="1417"/>
                    <a:pt x="1506" y="1106"/>
                    <a:pt x="1070" y="944"/>
                  </a:cubicBezTo>
                  <a:cubicBezTo>
                    <a:pt x="836" y="857"/>
                    <a:pt x="619" y="763"/>
                    <a:pt x="562" y="739"/>
                  </a:cubicBezTo>
                  <a:cubicBezTo>
                    <a:pt x="510" y="699"/>
                    <a:pt x="485" y="639"/>
                    <a:pt x="495" y="572"/>
                  </a:cubicBezTo>
                  <a:cubicBezTo>
                    <a:pt x="504" y="489"/>
                    <a:pt x="571" y="420"/>
                    <a:pt x="670" y="389"/>
                  </a:cubicBezTo>
                  <a:cubicBezTo>
                    <a:pt x="719" y="375"/>
                    <a:pt x="767" y="369"/>
                    <a:pt x="813" y="369"/>
                  </a:cubicBezTo>
                  <a:cubicBezTo>
                    <a:pt x="1035" y="369"/>
                    <a:pt x="1213" y="510"/>
                    <a:pt x="1218" y="515"/>
                  </a:cubicBezTo>
                  <a:cubicBezTo>
                    <a:pt x="1252" y="543"/>
                    <a:pt x="1294" y="557"/>
                    <a:pt x="1336" y="557"/>
                  </a:cubicBezTo>
                  <a:cubicBezTo>
                    <a:pt x="1389" y="557"/>
                    <a:pt x="1441" y="535"/>
                    <a:pt x="1477" y="491"/>
                  </a:cubicBezTo>
                  <a:cubicBezTo>
                    <a:pt x="1542" y="414"/>
                    <a:pt x="1531" y="297"/>
                    <a:pt x="1454" y="232"/>
                  </a:cubicBezTo>
                  <a:cubicBezTo>
                    <a:pt x="1440" y="220"/>
                    <a:pt x="1174" y="0"/>
                    <a:pt x="8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5" name="Google Shape;2895;p71"/>
          <p:cNvSpPr/>
          <p:nvPr/>
        </p:nvSpPr>
        <p:spPr>
          <a:xfrm>
            <a:off x="1729784" y="2731802"/>
            <a:ext cx="449559" cy="391073"/>
          </a:xfrm>
          <a:custGeom>
            <a:rect b="b" l="l" r="r" t="t"/>
            <a:pathLst>
              <a:path extrusionOk="0" h="10946" w="12583">
                <a:moveTo>
                  <a:pt x="8192" y="362"/>
                </a:moveTo>
                <a:lnTo>
                  <a:pt x="8192" y="1770"/>
                </a:lnTo>
                <a:lnTo>
                  <a:pt x="4391" y="1770"/>
                </a:lnTo>
                <a:lnTo>
                  <a:pt x="4391" y="362"/>
                </a:lnTo>
                <a:close/>
                <a:moveTo>
                  <a:pt x="4097" y="5671"/>
                </a:moveTo>
                <a:lnTo>
                  <a:pt x="4097" y="6425"/>
                </a:lnTo>
                <a:lnTo>
                  <a:pt x="1836" y="6425"/>
                </a:lnTo>
                <a:lnTo>
                  <a:pt x="1836" y="5671"/>
                </a:lnTo>
                <a:close/>
                <a:moveTo>
                  <a:pt x="10715" y="5671"/>
                </a:moveTo>
                <a:lnTo>
                  <a:pt x="10715" y="6425"/>
                </a:lnTo>
                <a:lnTo>
                  <a:pt x="8454" y="6425"/>
                </a:lnTo>
                <a:lnTo>
                  <a:pt x="8454" y="5671"/>
                </a:lnTo>
                <a:close/>
                <a:moveTo>
                  <a:pt x="11307" y="1670"/>
                </a:moveTo>
                <a:cubicBezTo>
                  <a:pt x="11341" y="1670"/>
                  <a:pt x="11371" y="1698"/>
                  <a:pt x="11371" y="1734"/>
                </a:cubicBezTo>
                <a:lnTo>
                  <a:pt x="11371" y="7568"/>
                </a:lnTo>
                <a:lnTo>
                  <a:pt x="1181" y="7568"/>
                </a:lnTo>
                <a:lnTo>
                  <a:pt x="1181" y="1734"/>
                </a:lnTo>
                <a:cubicBezTo>
                  <a:pt x="1181" y="1698"/>
                  <a:pt x="1209" y="1670"/>
                  <a:pt x="1245" y="1670"/>
                </a:cubicBezTo>
                <a:lnTo>
                  <a:pt x="3999" y="1670"/>
                </a:lnTo>
                <a:lnTo>
                  <a:pt x="3999" y="1942"/>
                </a:lnTo>
                <a:cubicBezTo>
                  <a:pt x="3999" y="2048"/>
                  <a:pt x="4081" y="2132"/>
                  <a:pt x="4183" y="2132"/>
                </a:cubicBezTo>
                <a:lnTo>
                  <a:pt x="6094" y="2132"/>
                </a:lnTo>
                <a:lnTo>
                  <a:pt x="6094" y="3770"/>
                </a:lnTo>
                <a:lnTo>
                  <a:pt x="2970" y="3770"/>
                </a:lnTo>
                <a:cubicBezTo>
                  <a:pt x="2867" y="3770"/>
                  <a:pt x="2785" y="3853"/>
                  <a:pt x="2785" y="3954"/>
                </a:cubicBezTo>
                <a:lnTo>
                  <a:pt x="2785" y="5309"/>
                </a:lnTo>
                <a:lnTo>
                  <a:pt x="1659" y="5309"/>
                </a:lnTo>
                <a:cubicBezTo>
                  <a:pt x="1557" y="5309"/>
                  <a:pt x="1474" y="5392"/>
                  <a:pt x="1474" y="5494"/>
                </a:cubicBezTo>
                <a:lnTo>
                  <a:pt x="1474" y="6601"/>
                </a:lnTo>
                <a:cubicBezTo>
                  <a:pt x="1474" y="6702"/>
                  <a:pt x="1557" y="6785"/>
                  <a:pt x="1659" y="6785"/>
                </a:cubicBezTo>
                <a:lnTo>
                  <a:pt x="4272" y="6785"/>
                </a:lnTo>
                <a:cubicBezTo>
                  <a:pt x="4374" y="6785"/>
                  <a:pt x="4457" y="6702"/>
                  <a:pt x="4457" y="6601"/>
                </a:cubicBezTo>
                <a:lnTo>
                  <a:pt x="4457" y="5494"/>
                </a:lnTo>
                <a:cubicBezTo>
                  <a:pt x="4457" y="5392"/>
                  <a:pt x="4374" y="5309"/>
                  <a:pt x="4272" y="5309"/>
                </a:cubicBezTo>
                <a:lnTo>
                  <a:pt x="3146" y="5309"/>
                </a:lnTo>
                <a:lnTo>
                  <a:pt x="3146" y="4130"/>
                </a:lnTo>
                <a:lnTo>
                  <a:pt x="6094" y="4130"/>
                </a:lnTo>
                <a:lnTo>
                  <a:pt x="6094" y="5309"/>
                </a:lnTo>
                <a:lnTo>
                  <a:pt x="4968" y="5309"/>
                </a:lnTo>
                <a:cubicBezTo>
                  <a:pt x="4867" y="5309"/>
                  <a:pt x="4784" y="5392"/>
                  <a:pt x="4784" y="5494"/>
                </a:cubicBezTo>
                <a:lnTo>
                  <a:pt x="4784" y="6602"/>
                </a:lnTo>
                <a:cubicBezTo>
                  <a:pt x="4784" y="6702"/>
                  <a:pt x="4866" y="6784"/>
                  <a:pt x="4966" y="6784"/>
                </a:cubicBezTo>
                <a:lnTo>
                  <a:pt x="5360" y="6784"/>
                </a:lnTo>
                <a:cubicBezTo>
                  <a:pt x="5455" y="6784"/>
                  <a:pt x="5541" y="6714"/>
                  <a:pt x="5549" y="6620"/>
                </a:cubicBezTo>
                <a:cubicBezTo>
                  <a:pt x="5558" y="6513"/>
                  <a:pt x="5474" y="6424"/>
                  <a:pt x="5369" y="6424"/>
                </a:cubicBezTo>
                <a:lnTo>
                  <a:pt x="5144" y="6424"/>
                </a:lnTo>
                <a:lnTo>
                  <a:pt x="5144" y="5670"/>
                </a:lnTo>
                <a:lnTo>
                  <a:pt x="7406" y="5670"/>
                </a:lnTo>
                <a:lnTo>
                  <a:pt x="7406" y="6424"/>
                </a:lnTo>
                <a:lnTo>
                  <a:pt x="6259" y="6424"/>
                </a:lnTo>
                <a:cubicBezTo>
                  <a:pt x="6162" y="6424"/>
                  <a:pt x="6077" y="6493"/>
                  <a:pt x="6070" y="6587"/>
                </a:cubicBezTo>
                <a:cubicBezTo>
                  <a:pt x="6061" y="6695"/>
                  <a:pt x="6145" y="6784"/>
                  <a:pt x="6249" y="6784"/>
                </a:cubicBezTo>
                <a:lnTo>
                  <a:pt x="7615" y="6784"/>
                </a:lnTo>
                <a:cubicBezTo>
                  <a:pt x="7717" y="6784"/>
                  <a:pt x="7799" y="6701"/>
                  <a:pt x="7799" y="6599"/>
                </a:cubicBezTo>
                <a:lnTo>
                  <a:pt x="7799" y="5493"/>
                </a:lnTo>
                <a:cubicBezTo>
                  <a:pt x="7799" y="5391"/>
                  <a:pt x="7717" y="5308"/>
                  <a:pt x="7615" y="5308"/>
                </a:cubicBezTo>
                <a:lnTo>
                  <a:pt x="6456" y="5308"/>
                </a:lnTo>
                <a:lnTo>
                  <a:pt x="6456" y="4128"/>
                </a:lnTo>
                <a:lnTo>
                  <a:pt x="9404" y="4128"/>
                </a:lnTo>
                <a:lnTo>
                  <a:pt x="9404" y="5308"/>
                </a:lnTo>
                <a:lnTo>
                  <a:pt x="8278" y="5308"/>
                </a:lnTo>
                <a:cubicBezTo>
                  <a:pt x="8176" y="5308"/>
                  <a:pt x="8094" y="5391"/>
                  <a:pt x="8094" y="5493"/>
                </a:cubicBezTo>
                <a:lnTo>
                  <a:pt x="8094" y="6599"/>
                </a:lnTo>
                <a:cubicBezTo>
                  <a:pt x="8094" y="6701"/>
                  <a:pt x="8176" y="6784"/>
                  <a:pt x="8278" y="6784"/>
                </a:cubicBezTo>
                <a:lnTo>
                  <a:pt x="10891" y="6784"/>
                </a:lnTo>
                <a:cubicBezTo>
                  <a:pt x="10994" y="6784"/>
                  <a:pt x="11076" y="6701"/>
                  <a:pt x="11076" y="6599"/>
                </a:cubicBezTo>
                <a:lnTo>
                  <a:pt x="11076" y="5493"/>
                </a:lnTo>
                <a:cubicBezTo>
                  <a:pt x="11076" y="5391"/>
                  <a:pt x="10994" y="5308"/>
                  <a:pt x="10891" y="5308"/>
                </a:cubicBezTo>
                <a:lnTo>
                  <a:pt x="9765" y="5308"/>
                </a:lnTo>
                <a:lnTo>
                  <a:pt x="9765" y="3952"/>
                </a:lnTo>
                <a:cubicBezTo>
                  <a:pt x="9765" y="3849"/>
                  <a:pt x="9684" y="3767"/>
                  <a:pt x="9581" y="3767"/>
                </a:cubicBezTo>
                <a:lnTo>
                  <a:pt x="6456" y="3767"/>
                </a:lnTo>
                <a:lnTo>
                  <a:pt x="6456" y="2130"/>
                </a:lnTo>
                <a:lnTo>
                  <a:pt x="8369" y="2130"/>
                </a:lnTo>
                <a:cubicBezTo>
                  <a:pt x="8471" y="2130"/>
                  <a:pt x="8553" y="2047"/>
                  <a:pt x="8553" y="1944"/>
                </a:cubicBezTo>
                <a:lnTo>
                  <a:pt x="8553" y="1670"/>
                </a:lnTo>
                <a:close/>
                <a:moveTo>
                  <a:pt x="3999" y="820"/>
                </a:moveTo>
                <a:lnTo>
                  <a:pt x="3999" y="1312"/>
                </a:lnTo>
                <a:lnTo>
                  <a:pt x="1253" y="1312"/>
                </a:lnTo>
                <a:cubicBezTo>
                  <a:pt x="1014" y="1312"/>
                  <a:pt x="820" y="1505"/>
                  <a:pt x="820" y="1744"/>
                </a:cubicBezTo>
                <a:lnTo>
                  <a:pt x="820" y="7571"/>
                </a:lnTo>
                <a:lnTo>
                  <a:pt x="362" y="7571"/>
                </a:lnTo>
                <a:lnTo>
                  <a:pt x="362" y="1107"/>
                </a:lnTo>
                <a:cubicBezTo>
                  <a:pt x="362" y="948"/>
                  <a:pt x="490" y="820"/>
                  <a:pt x="648" y="820"/>
                </a:cubicBezTo>
                <a:close/>
                <a:moveTo>
                  <a:pt x="12223" y="7931"/>
                </a:moveTo>
                <a:lnTo>
                  <a:pt x="12223" y="8497"/>
                </a:lnTo>
                <a:cubicBezTo>
                  <a:pt x="12221" y="8655"/>
                  <a:pt x="12094" y="8782"/>
                  <a:pt x="11936" y="8782"/>
                </a:cubicBezTo>
                <a:lnTo>
                  <a:pt x="648" y="8782"/>
                </a:lnTo>
                <a:cubicBezTo>
                  <a:pt x="490" y="8782"/>
                  <a:pt x="362" y="8655"/>
                  <a:pt x="362" y="8497"/>
                </a:cubicBezTo>
                <a:lnTo>
                  <a:pt x="362" y="7931"/>
                </a:lnTo>
                <a:close/>
                <a:moveTo>
                  <a:pt x="7022" y="9177"/>
                </a:moveTo>
                <a:cubicBezTo>
                  <a:pt x="7072" y="9467"/>
                  <a:pt x="7194" y="10096"/>
                  <a:pt x="7406" y="10586"/>
                </a:cubicBezTo>
                <a:lnTo>
                  <a:pt x="5167" y="10586"/>
                </a:lnTo>
                <a:cubicBezTo>
                  <a:pt x="5379" y="10096"/>
                  <a:pt x="5500" y="9467"/>
                  <a:pt x="5549" y="9177"/>
                </a:cubicBezTo>
                <a:close/>
                <a:moveTo>
                  <a:pt x="4160" y="0"/>
                </a:moveTo>
                <a:cubicBezTo>
                  <a:pt x="4089" y="0"/>
                  <a:pt x="4030" y="58"/>
                  <a:pt x="4030" y="130"/>
                </a:cubicBezTo>
                <a:lnTo>
                  <a:pt x="4030" y="460"/>
                </a:lnTo>
                <a:lnTo>
                  <a:pt x="458" y="460"/>
                </a:lnTo>
                <a:cubicBezTo>
                  <a:pt x="205" y="460"/>
                  <a:pt x="1" y="665"/>
                  <a:pt x="1" y="919"/>
                </a:cubicBezTo>
                <a:lnTo>
                  <a:pt x="1" y="8521"/>
                </a:lnTo>
                <a:cubicBezTo>
                  <a:pt x="1" y="8882"/>
                  <a:pt x="294" y="9175"/>
                  <a:pt x="655" y="9175"/>
                </a:cubicBezTo>
                <a:lnTo>
                  <a:pt x="5172" y="9175"/>
                </a:lnTo>
                <a:cubicBezTo>
                  <a:pt x="5113" y="9508"/>
                  <a:pt x="4978" y="10161"/>
                  <a:pt x="4758" y="10584"/>
                </a:cubicBezTo>
                <a:lnTo>
                  <a:pt x="3742" y="10584"/>
                </a:lnTo>
                <a:cubicBezTo>
                  <a:pt x="3647" y="10584"/>
                  <a:pt x="3562" y="10653"/>
                  <a:pt x="3552" y="10749"/>
                </a:cubicBezTo>
                <a:cubicBezTo>
                  <a:pt x="3543" y="10856"/>
                  <a:pt x="3628" y="10945"/>
                  <a:pt x="3736" y="10945"/>
                </a:cubicBezTo>
                <a:lnTo>
                  <a:pt x="8832" y="10945"/>
                </a:lnTo>
                <a:cubicBezTo>
                  <a:pt x="8927" y="10945"/>
                  <a:pt x="9013" y="10876"/>
                  <a:pt x="9022" y="10782"/>
                </a:cubicBezTo>
                <a:cubicBezTo>
                  <a:pt x="9031" y="10674"/>
                  <a:pt x="8946" y="10586"/>
                  <a:pt x="8838" y="10586"/>
                </a:cubicBezTo>
                <a:lnTo>
                  <a:pt x="7827" y="10586"/>
                </a:lnTo>
                <a:cubicBezTo>
                  <a:pt x="7607" y="10163"/>
                  <a:pt x="7470" y="9509"/>
                  <a:pt x="7413" y="9177"/>
                </a:cubicBezTo>
                <a:lnTo>
                  <a:pt x="11928" y="9177"/>
                </a:lnTo>
                <a:cubicBezTo>
                  <a:pt x="12289" y="9177"/>
                  <a:pt x="12583" y="8884"/>
                  <a:pt x="12583" y="8523"/>
                </a:cubicBezTo>
                <a:lnTo>
                  <a:pt x="12583" y="1102"/>
                </a:lnTo>
                <a:cubicBezTo>
                  <a:pt x="12583" y="748"/>
                  <a:pt x="12295" y="460"/>
                  <a:pt x="11943" y="460"/>
                </a:cubicBezTo>
                <a:lnTo>
                  <a:pt x="10247" y="460"/>
                </a:lnTo>
                <a:cubicBezTo>
                  <a:pt x="10147" y="460"/>
                  <a:pt x="10067" y="542"/>
                  <a:pt x="10067" y="641"/>
                </a:cubicBezTo>
                <a:cubicBezTo>
                  <a:pt x="10067" y="741"/>
                  <a:pt x="10147" y="822"/>
                  <a:pt x="10247" y="822"/>
                </a:cubicBezTo>
                <a:lnTo>
                  <a:pt x="11936" y="822"/>
                </a:lnTo>
                <a:cubicBezTo>
                  <a:pt x="12094" y="822"/>
                  <a:pt x="12223" y="950"/>
                  <a:pt x="12223" y="1109"/>
                </a:cubicBezTo>
                <a:lnTo>
                  <a:pt x="12223" y="7571"/>
                </a:lnTo>
                <a:lnTo>
                  <a:pt x="11732" y="7571"/>
                </a:lnTo>
                <a:lnTo>
                  <a:pt x="11732" y="1744"/>
                </a:lnTo>
                <a:cubicBezTo>
                  <a:pt x="11732" y="1505"/>
                  <a:pt x="11538" y="1312"/>
                  <a:pt x="11299" y="1312"/>
                </a:cubicBezTo>
                <a:lnTo>
                  <a:pt x="8552" y="1312"/>
                </a:lnTo>
                <a:lnTo>
                  <a:pt x="8552" y="820"/>
                </a:lnTo>
                <a:lnTo>
                  <a:pt x="9301" y="820"/>
                </a:lnTo>
                <a:cubicBezTo>
                  <a:pt x="9397" y="820"/>
                  <a:pt x="9481" y="751"/>
                  <a:pt x="9490" y="657"/>
                </a:cubicBezTo>
                <a:cubicBezTo>
                  <a:pt x="9498" y="549"/>
                  <a:pt x="9414" y="460"/>
                  <a:pt x="9310" y="460"/>
                </a:cubicBezTo>
                <a:lnTo>
                  <a:pt x="8552" y="460"/>
                </a:lnTo>
                <a:lnTo>
                  <a:pt x="8552" y="186"/>
                </a:lnTo>
                <a:cubicBezTo>
                  <a:pt x="8552" y="83"/>
                  <a:pt x="8470" y="0"/>
                  <a:pt x="83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6" name="Google Shape;2896;p71"/>
          <p:cNvGrpSpPr/>
          <p:nvPr/>
        </p:nvGrpSpPr>
        <p:grpSpPr>
          <a:xfrm>
            <a:off x="7759862" y="2060285"/>
            <a:ext cx="450476" cy="320850"/>
            <a:chOff x="7952081" y="1504721"/>
            <a:chExt cx="477654" cy="340207"/>
          </a:xfrm>
        </p:grpSpPr>
        <p:sp>
          <p:nvSpPr>
            <p:cNvPr id="2897" name="Google Shape;2897;p71"/>
            <p:cNvSpPr/>
            <p:nvPr/>
          </p:nvSpPr>
          <p:spPr>
            <a:xfrm>
              <a:off x="7952081" y="1504721"/>
              <a:ext cx="477654" cy="340207"/>
            </a:xfrm>
            <a:custGeom>
              <a:rect b="b" l="l" r="r" t="t"/>
              <a:pathLst>
                <a:path extrusionOk="0" h="8980" w="12608">
                  <a:moveTo>
                    <a:pt x="11124" y="362"/>
                  </a:moveTo>
                  <a:cubicBezTo>
                    <a:pt x="11383" y="362"/>
                    <a:pt x="11592" y="571"/>
                    <a:pt x="11592" y="831"/>
                  </a:cubicBezTo>
                  <a:lnTo>
                    <a:pt x="11592" y="6937"/>
                  </a:lnTo>
                  <a:cubicBezTo>
                    <a:pt x="11592" y="7195"/>
                    <a:pt x="11383" y="7405"/>
                    <a:pt x="11124" y="7405"/>
                  </a:cubicBezTo>
                  <a:lnTo>
                    <a:pt x="1479" y="7405"/>
                  </a:lnTo>
                  <a:cubicBezTo>
                    <a:pt x="1220" y="7405"/>
                    <a:pt x="1011" y="7196"/>
                    <a:pt x="1011" y="6937"/>
                  </a:cubicBezTo>
                  <a:lnTo>
                    <a:pt x="1011" y="831"/>
                  </a:lnTo>
                  <a:cubicBezTo>
                    <a:pt x="1011" y="571"/>
                    <a:pt x="1220" y="362"/>
                    <a:pt x="1479" y="362"/>
                  </a:cubicBezTo>
                  <a:close/>
                  <a:moveTo>
                    <a:pt x="7432" y="7798"/>
                  </a:moveTo>
                  <a:lnTo>
                    <a:pt x="7432" y="7845"/>
                  </a:lnTo>
                  <a:cubicBezTo>
                    <a:pt x="7432" y="7946"/>
                    <a:pt x="7351" y="8028"/>
                    <a:pt x="7250" y="8028"/>
                  </a:cubicBezTo>
                  <a:lnTo>
                    <a:pt x="5386" y="8028"/>
                  </a:lnTo>
                  <a:cubicBezTo>
                    <a:pt x="5285" y="8028"/>
                    <a:pt x="5204" y="7946"/>
                    <a:pt x="5204" y="7845"/>
                  </a:cubicBezTo>
                  <a:lnTo>
                    <a:pt x="5204" y="7798"/>
                  </a:lnTo>
                  <a:close/>
                  <a:moveTo>
                    <a:pt x="1485" y="1"/>
                  </a:moveTo>
                  <a:cubicBezTo>
                    <a:pt x="1024" y="1"/>
                    <a:pt x="648" y="376"/>
                    <a:pt x="648" y="839"/>
                  </a:cubicBezTo>
                  <a:lnTo>
                    <a:pt x="648" y="6933"/>
                  </a:lnTo>
                  <a:cubicBezTo>
                    <a:pt x="648" y="7108"/>
                    <a:pt x="702" y="7270"/>
                    <a:pt x="793" y="7405"/>
                  </a:cubicBezTo>
                  <a:lnTo>
                    <a:pt x="496" y="7405"/>
                  </a:lnTo>
                  <a:cubicBezTo>
                    <a:pt x="232" y="7405"/>
                    <a:pt x="12" y="7616"/>
                    <a:pt x="8" y="7882"/>
                  </a:cubicBezTo>
                  <a:cubicBezTo>
                    <a:pt x="0" y="8485"/>
                    <a:pt x="487" y="8980"/>
                    <a:pt x="1087" y="8980"/>
                  </a:cubicBezTo>
                  <a:lnTo>
                    <a:pt x="7293" y="8980"/>
                  </a:lnTo>
                  <a:cubicBezTo>
                    <a:pt x="7389" y="8980"/>
                    <a:pt x="7474" y="8909"/>
                    <a:pt x="7482" y="8815"/>
                  </a:cubicBezTo>
                  <a:cubicBezTo>
                    <a:pt x="7491" y="8708"/>
                    <a:pt x="7407" y="8619"/>
                    <a:pt x="7302" y="8619"/>
                  </a:cubicBezTo>
                  <a:lnTo>
                    <a:pt x="1091" y="8619"/>
                  </a:lnTo>
                  <a:cubicBezTo>
                    <a:pt x="704" y="8619"/>
                    <a:pt x="389" y="8304"/>
                    <a:pt x="390" y="7918"/>
                  </a:cubicBezTo>
                  <a:cubicBezTo>
                    <a:pt x="390" y="7852"/>
                    <a:pt x="445" y="7801"/>
                    <a:pt x="510" y="7801"/>
                  </a:cubicBezTo>
                  <a:lnTo>
                    <a:pt x="4841" y="7801"/>
                  </a:lnTo>
                  <a:lnTo>
                    <a:pt x="4841" y="7840"/>
                  </a:lnTo>
                  <a:cubicBezTo>
                    <a:pt x="4841" y="8144"/>
                    <a:pt x="5087" y="8390"/>
                    <a:pt x="5391" y="8390"/>
                  </a:cubicBezTo>
                  <a:lnTo>
                    <a:pt x="7240" y="8390"/>
                  </a:lnTo>
                  <a:cubicBezTo>
                    <a:pt x="7543" y="8390"/>
                    <a:pt x="7789" y="8144"/>
                    <a:pt x="7789" y="7840"/>
                  </a:cubicBezTo>
                  <a:lnTo>
                    <a:pt x="7789" y="7801"/>
                  </a:lnTo>
                  <a:lnTo>
                    <a:pt x="12084" y="7801"/>
                  </a:lnTo>
                  <a:cubicBezTo>
                    <a:pt x="12150" y="7801"/>
                    <a:pt x="12203" y="7854"/>
                    <a:pt x="12204" y="7918"/>
                  </a:cubicBezTo>
                  <a:cubicBezTo>
                    <a:pt x="12205" y="8305"/>
                    <a:pt x="11891" y="8619"/>
                    <a:pt x="11503" y="8619"/>
                  </a:cubicBezTo>
                  <a:lnTo>
                    <a:pt x="8173" y="8619"/>
                  </a:lnTo>
                  <a:cubicBezTo>
                    <a:pt x="8077" y="8619"/>
                    <a:pt x="7993" y="8688"/>
                    <a:pt x="7984" y="8783"/>
                  </a:cubicBezTo>
                  <a:cubicBezTo>
                    <a:pt x="7976" y="8891"/>
                    <a:pt x="8060" y="8980"/>
                    <a:pt x="8164" y="8980"/>
                  </a:cubicBezTo>
                  <a:lnTo>
                    <a:pt x="11524" y="8980"/>
                  </a:lnTo>
                  <a:cubicBezTo>
                    <a:pt x="12120" y="8980"/>
                    <a:pt x="12606" y="8495"/>
                    <a:pt x="12606" y="7898"/>
                  </a:cubicBezTo>
                  <a:cubicBezTo>
                    <a:pt x="12607" y="7625"/>
                    <a:pt x="12386" y="7405"/>
                    <a:pt x="12115" y="7405"/>
                  </a:cubicBezTo>
                  <a:lnTo>
                    <a:pt x="11809" y="7405"/>
                  </a:lnTo>
                  <a:cubicBezTo>
                    <a:pt x="11899" y="7272"/>
                    <a:pt x="11953" y="7111"/>
                    <a:pt x="11953" y="6938"/>
                  </a:cubicBezTo>
                  <a:lnTo>
                    <a:pt x="11953" y="839"/>
                  </a:lnTo>
                  <a:cubicBezTo>
                    <a:pt x="11953" y="377"/>
                    <a:pt x="11579" y="1"/>
                    <a:pt x="11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71"/>
            <p:cNvSpPr/>
            <p:nvPr/>
          </p:nvSpPr>
          <p:spPr>
            <a:xfrm>
              <a:off x="8006484" y="1536999"/>
              <a:ext cx="368697" cy="229659"/>
            </a:xfrm>
            <a:custGeom>
              <a:rect b="b" l="l" r="r" t="t"/>
              <a:pathLst>
                <a:path extrusionOk="0" h="6062" w="9732">
                  <a:moveTo>
                    <a:pt x="483" y="0"/>
                  </a:moveTo>
                  <a:cubicBezTo>
                    <a:pt x="216" y="0"/>
                    <a:pt x="0" y="216"/>
                    <a:pt x="0" y="483"/>
                  </a:cubicBezTo>
                  <a:lnTo>
                    <a:pt x="0" y="5578"/>
                  </a:lnTo>
                  <a:cubicBezTo>
                    <a:pt x="0" y="5845"/>
                    <a:pt x="216" y="6061"/>
                    <a:pt x="483" y="6061"/>
                  </a:cubicBezTo>
                  <a:lnTo>
                    <a:pt x="9248" y="6061"/>
                  </a:lnTo>
                  <a:cubicBezTo>
                    <a:pt x="9515" y="6061"/>
                    <a:pt x="9731" y="5845"/>
                    <a:pt x="9731" y="5578"/>
                  </a:cubicBezTo>
                  <a:lnTo>
                    <a:pt x="9731" y="484"/>
                  </a:lnTo>
                  <a:cubicBezTo>
                    <a:pt x="9731" y="217"/>
                    <a:pt x="9515" y="0"/>
                    <a:pt x="9248" y="0"/>
                  </a:cubicBezTo>
                  <a:lnTo>
                    <a:pt x="2547" y="0"/>
                  </a:lnTo>
                  <a:cubicBezTo>
                    <a:pt x="2472" y="0"/>
                    <a:pt x="2401" y="43"/>
                    <a:pt x="2372" y="112"/>
                  </a:cubicBezTo>
                  <a:cubicBezTo>
                    <a:pt x="2312" y="255"/>
                    <a:pt x="2415" y="393"/>
                    <a:pt x="2552" y="393"/>
                  </a:cubicBezTo>
                  <a:lnTo>
                    <a:pt x="9256" y="393"/>
                  </a:lnTo>
                  <a:cubicBezTo>
                    <a:pt x="9318" y="393"/>
                    <a:pt x="9371" y="443"/>
                    <a:pt x="9371" y="508"/>
                  </a:cubicBezTo>
                  <a:lnTo>
                    <a:pt x="9371" y="5586"/>
                  </a:lnTo>
                  <a:cubicBezTo>
                    <a:pt x="9371" y="5649"/>
                    <a:pt x="9321" y="5701"/>
                    <a:pt x="9256" y="5701"/>
                  </a:cubicBezTo>
                  <a:lnTo>
                    <a:pt x="476" y="5701"/>
                  </a:lnTo>
                  <a:cubicBezTo>
                    <a:pt x="413" y="5701"/>
                    <a:pt x="361" y="5651"/>
                    <a:pt x="361" y="5586"/>
                  </a:cubicBezTo>
                  <a:lnTo>
                    <a:pt x="361" y="508"/>
                  </a:lnTo>
                  <a:cubicBezTo>
                    <a:pt x="361" y="445"/>
                    <a:pt x="411" y="393"/>
                    <a:pt x="476" y="393"/>
                  </a:cubicBezTo>
                  <a:lnTo>
                    <a:pt x="1675" y="393"/>
                  </a:lnTo>
                  <a:cubicBezTo>
                    <a:pt x="1757" y="393"/>
                    <a:pt x="1834" y="341"/>
                    <a:pt x="1858" y="260"/>
                  </a:cubicBezTo>
                  <a:cubicBezTo>
                    <a:pt x="1898" y="124"/>
                    <a:pt x="1804" y="0"/>
                    <a:pt x="16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71"/>
            <p:cNvSpPr/>
            <p:nvPr/>
          </p:nvSpPr>
          <p:spPr>
            <a:xfrm>
              <a:off x="8044331" y="1568027"/>
              <a:ext cx="25307" cy="13676"/>
            </a:xfrm>
            <a:custGeom>
              <a:rect b="b" l="l" r="r" t="t"/>
              <a:pathLst>
                <a:path extrusionOk="0" h="361" w="668">
                  <a:moveTo>
                    <a:pt x="197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469" y="360"/>
                  </a:lnTo>
                  <a:cubicBezTo>
                    <a:pt x="564" y="360"/>
                    <a:pt x="650" y="291"/>
                    <a:pt x="657" y="197"/>
                  </a:cubicBezTo>
                  <a:cubicBezTo>
                    <a:pt x="668" y="89"/>
                    <a:pt x="584" y="0"/>
                    <a:pt x="4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71"/>
            <p:cNvSpPr/>
            <p:nvPr/>
          </p:nvSpPr>
          <p:spPr>
            <a:xfrm>
              <a:off x="8084982" y="1568027"/>
              <a:ext cx="54403" cy="13676"/>
            </a:xfrm>
            <a:custGeom>
              <a:rect b="b" l="l" r="r" t="t"/>
              <a:pathLst>
                <a:path extrusionOk="0" h="361" w="1436">
                  <a:moveTo>
                    <a:pt x="198" y="0"/>
                  </a:moveTo>
                  <a:cubicBezTo>
                    <a:pt x="103" y="0"/>
                    <a:pt x="18" y="69"/>
                    <a:pt x="9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1238" y="360"/>
                  </a:lnTo>
                  <a:cubicBezTo>
                    <a:pt x="1333" y="360"/>
                    <a:pt x="1418" y="291"/>
                    <a:pt x="1426" y="197"/>
                  </a:cubicBezTo>
                  <a:cubicBezTo>
                    <a:pt x="1436" y="89"/>
                    <a:pt x="1352" y="0"/>
                    <a:pt x="1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71"/>
            <p:cNvSpPr/>
            <p:nvPr/>
          </p:nvSpPr>
          <p:spPr>
            <a:xfrm>
              <a:off x="8044369" y="1599092"/>
              <a:ext cx="25269" cy="13639"/>
            </a:xfrm>
            <a:custGeom>
              <a:rect b="b" l="l" r="r" t="t"/>
              <a:pathLst>
                <a:path extrusionOk="0" h="360" w="667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0"/>
                    <a:pt x="84" y="359"/>
                    <a:pt x="189" y="359"/>
                  </a:cubicBezTo>
                  <a:lnTo>
                    <a:pt x="471" y="359"/>
                  </a:lnTo>
                  <a:cubicBezTo>
                    <a:pt x="566" y="359"/>
                    <a:pt x="651" y="290"/>
                    <a:pt x="659" y="196"/>
                  </a:cubicBezTo>
                  <a:cubicBezTo>
                    <a:pt x="667" y="89"/>
                    <a:pt x="583" y="0"/>
                    <a:pt x="4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71"/>
            <p:cNvSpPr/>
            <p:nvPr/>
          </p:nvSpPr>
          <p:spPr>
            <a:xfrm>
              <a:off x="8084717" y="1599092"/>
              <a:ext cx="34362" cy="13639"/>
            </a:xfrm>
            <a:custGeom>
              <a:rect b="b" l="l" r="r" t="t"/>
              <a:pathLst>
                <a:path extrusionOk="0" h="360" w="907">
                  <a:moveTo>
                    <a:pt x="199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1" y="270"/>
                    <a:pt x="84" y="359"/>
                    <a:pt x="189" y="359"/>
                  </a:cubicBezTo>
                  <a:lnTo>
                    <a:pt x="710" y="359"/>
                  </a:lnTo>
                  <a:cubicBezTo>
                    <a:pt x="805" y="359"/>
                    <a:pt x="890" y="290"/>
                    <a:pt x="898" y="196"/>
                  </a:cubicBezTo>
                  <a:cubicBezTo>
                    <a:pt x="907" y="89"/>
                    <a:pt x="823" y="0"/>
                    <a:pt x="7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71"/>
            <p:cNvSpPr/>
            <p:nvPr/>
          </p:nvSpPr>
          <p:spPr>
            <a:xfrm>
              <a:off x="8044331" y="1630082"/>
              <a:ext cx="25307" cy="13676"/>
            </a:xfrm>
            <a:custGeom>
              <a:rect b="b" l="l" r="r" t="t"/>
              <a:pathLst>
                <a:path extrusionOk="0" h="361" w="668">
                  <a:moveTo>
                    <a:pt x="197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470" y="361"/>
                  </a:lnTo>
                  <a:cubicBezTo>
                    <a:pt x="566" y="361"/>
                    <a:pt x="651" y="290"/>
                    <a:pt x="658" y="196"/>
                  </a:cubicBezTo>
                  <a:cubicBezTo>
                    <a:pt x="668" y="90"/>
                    <a:pt x="584" y="0"/>
                    <a:pt x="4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71"/>
            <p:cNvSpPr/>
            <p:nvPr/>
          </p:nvSpPr>
          <p:spPr>
            <a:xfrm>
              <a:off x="8044369" y="1659860"/>
              <a:ext cx="25269" cy="13714"/>
            </a:xfrm>
            <a:custGeom>
              <a:rect b="b" l="l" r="r" t="t"/>
              <a:pathLst>
                <a:path extrusionOk="0" h="362" w="667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69" y="361"/>
                  </a:lnTo>
                  <a:cubicBezTo>
                    <a:pt x="565" y="361"/>
                    <a:pt x="650" y="292"/>
                    <a:pt x="657" y="198"/>
                  </a:cubicBezTo>
                  <a:cubicBezTo>
                    <a:pt x="667" y="90"/>
                    <a:pt x="583" y="1"/>
                    <a:pt x="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71"/>
            <p:cNvSpPr/>
            <p:nvPr/>
          </p:nvSpPr>
          <p:spPr>
            <a:xfrm>
              <a:off x="8044331" y="1692176"/>
              <a:ext cx="25307" cy="13676"/>
            </a:xfrm>
            <a:custGeom>
              <a:rect b="b" l="l" r="r" t="t"/>
              <a:pathLst>
                <a:path extrusionOk="0" h="361" w="668">
                  <a:moveTo>
                    <a:pt x="197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70" y="361"/>
                  </a:lnTo>
                  <a:cubicBezTo>
                    <a:pt x="566" y="361"/>
                    <a:pt x="651" y="290"/>
                    <a:pt x="658" y="196"/>
                  </a:cubicBezTo>
                  <a:cubicBezTo>
                    <a:pt x="668" y="89"/>
                    <a:pt x="584" y="0"/>
                    <a:pt x="4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71"/>
            <p:cNvSpPr/>
            <p:nvPr/>
          </p:nvSpPr>
          <p:spPr>
            <a:xfrm>
              <a:off x="8044331" y="1721916"/>
              <a:ext cx="25307" cy="13714"/>
            </a:xfrm>
            <a:custGeom>
              <a:rect b="b" l="l" r="r" t="t"/>
              <a:pathLst>
                <a:path extrusionOk="0" h="362" w="668">
                  <a:moveTo>
                    <a:pt x="197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69" y="361"/>
                  </a:lnTo>
                  <a:cubicBezTo>
                    <a:pt x="564" y="361"/>
                    <a:pt x="650" y="291"/>
                    <a:pt x="657" y="197"/>
                  </a:cubicBezTo>
                  <a:cubicBezTo>
                    <a:pt x="668" y="91"/>
                    <a:pt x="584" y="1"/>
                    <a:pt x="4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71"/>
            <p:cNvSpPr/>
            <p:nvPr/>
          </p:nvSpPr>
          <p:spPr>
            <a:xfrm>
              <a:off x="8125064" y="1586174"/>
              <a:ext cx="132370" cy="132370"/>
            </a:xfrm>
            <a:custGeom>
              <a:rect b="b" l="l" r="r" t="t"/>
              <a:pathLst>
                <a:path extrusionOk="0" h="3494" w="3494">
                  <a:moveTo>
                    <a:pt x="1747" y="368"/>
                  </a:moveTo>
                  <a:cubicBezTo>
                    <a:pt x="2507" y="368"/>
                    <a:pt x="3125" y="986"/>
                    <a:pt x="3125" y="1747"/>
                  </a:cubicBezTo>
                  <a:cubicBezTo>
                    <a:pt x="3125" y="2507"/>
                    <a:pt x="2507" y="3125"/>
                    <a:pt x="1747" y="3125"/>
                  </a:cubicBezTo>
                  <a:cubicBezTo>
                    <a:pt x="987" y="3125"/>
                    <a:pt x="368" y="2507"/>
                    <a:pt x="368" y="1747"/>
                  </a:cubicBezTo>
                  <a:cubicBezTo>
                    <a:pt x="368" y="986"/>
                    <a:pt x="986" y="368"/>
                    <a:pt x="1747" y="368"/>
                  </a:cubicBezTo>
                  <a:close/>
                  <a:moveTo>
                    <a:pt x="1747" y="1"/>
                  </a:moveTo>
                  <a:cubicBezTo>
                    <a:pt x="783" y="1"/>
                    <a:pt x="1" y="784"/>
                    <a:pt x="1" y="1747"/>
                  </a:cubicBezTo>
                  <a:cubicBezTo>
                    <a:pt x="1" y="2709"/>
                    <a:pt x="783" y="3494"/>
                    <a:pt x="1747" y="3494"/>
                  </a:cubicBezTo>
                  <a:cubicBezTo>
                    <a:pt x="2710" y="3494"/>
                    <a:pt x="3494" y="2710"/>
                    <a:pt x="3494" y="1747"/>
                  </a:cubicBezTo>
                  <a:cubicBezTo>
                    <a:pt x="3494" y="783"/>
                    <a:pt x="2709" y="1"/>
                    <a:pt x="17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71"/>
            <p:cNvSpPr/>
            <p:nvPr/>
          </p:nvSpPr>
          <p:spPr>
            <a:xfrm>
              <a:off x="8165412" y="1626635"/>
              <a:ext cx="51599" cy="51448"/>
            </a:xfrm>
            <a:custGeom>
              <a:rect b="b" l="l" r="r" t="t"/>
              <a:pathLst>
                <a:path extrusionOk="0" h="1358" w="1362">
                  <a:moveTo>
                    <a:pt x="1157" y="0"/>
                  </a:moveTo>
                  <a:cubicBezTo>
                    <a:pt x="1109" y="0"/>
                    <a:pt x="1061" y="19"/>
                    <a:pt x="1024" y="57"/>
                  </a:cubicBezTo>
                  <a:lnTo>
                    <a:pt x="681" y="415"/>
                  </a:lnTo>
                  <a:lnTo>
                    <a:pt x="336" y="57"/>
                  </a:lnTo>
                  <a:cubicBezTo>
                    <a:pt x="300" y="19"/>
                    <a:pt x="252" y="1"/>
                    <a:pt x="204" y="1"/>
                  </a:cubicBezTo>
                  <a:cubicBezTo>
                    <a:pt x="157" y="1"/>
                    <a:pt x="111" y="18"/>
                    <a:pt x="75" y="51"/>
                  </a:cubicBezTo>
                  <a:cubicBezTo>
                    <a:pt x="2" y="123"/>
                    <a:pt x="1" y="239"/>
                    <a:pt x="70" y="312"/>
                  </a:cubicBezTo>
                  <a:lnTo>
                    <a:pt x="424" y="679"/>
                  </a:lnTo>
                  <a:lnTo>
                    <a:pt x="70" y="1045"/>
                  </a:lnTo>
                  <a:cubicBezTo>
                    <a:pt x="1" y="1119"/>
                    <a:pt x="4" y="1235"/>
                    <a:pt x="75" y="1306"/>
                  </a:cubicBezTo>
                  <a:cubicBezTo>
                    <a:pt x="111" y="1340"/>
                    <a:pt x="158" y="1357"/>
                    <a:pt x="204" y="1357"/>
                  </a:cubicBezTo>
                  <a:cubicBezTo>
                    <a:pt x="252" y="1357"/>
                    <a:pt x="300" y="1339"/>
                    <a:pt x="336" y="1301"/>
                  </a:cubicBezTo>
                  <a:lnTo>
                    <a:pt x="681" y="944"/>
                  </a:lnTo>
                  <a:lnTo>
                    <a:pt x="1024" y="1301"/>
                  </a:lnTo>
                  <a:cubicBezTo>
                    <a:pt x="1061" y="1339"/>
                    <a:pt x="1108" y="1357"/>
                    <a:pt x="1157" y="1357"/>
                  </a:cubicBezTo>
                  <a:cubicBezTo>
                    <a:pt x="1202" y="1357"/>
                    <a:pt x="1248" y="1340"/>
                    <a:pt x="1285" y="1306"/>
                  </a:cubicBezTo>
                  <a:cubicBezTo>
                    <a:pt x="1358" y="1235"/>
                    <a:pt x="1359" y="1119"/>
                    <a:pt x="1290" y="1045"/>
                  </a:cubicBezTo>
                  <a:lnTo>
                    <a:pt x="937" y="679"/>
                  </a:lnTo>
                  <a:lnTo>
                    <a:pt x="1290" y="312"/>
                  </a:lnTo>
                  <a:cubicBezTo>
                    <a:pt x="1361" y="239"/>
                    <a:pt x="1358" y="123"/>
                    <a:pt x="1285" y="51"/>
                  </a:cubicBezTo>
                  <a:cubicBezTo>
                    <a:pt x="1249" y="17"/>
                    <a:pt x="1203" y="0"/>
                    <a:pt x="1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09" name="Google Shape;2909;p71"/>
          <p:cNvGrpSpPr/>
          <p:nvPr/>
        </p:nvGrpSpPr>
        <p:grpSpPr>
          <a:xfrm>
            <a:off x="7038129" y="1995900"/>
            <a:ext cx="405064" cy="449511"/>
            <a:chOff x="7186804" y="1436452"/>
            <a:chExt cx="429502" cy="476631"/>
          </a:xfrm>
        </p:grpSpPr>
        <p:sp>
          <p:nvSpPr>
            <p:cNvPr id="2910" name="Google Shape;2910;p71"/>
            <p:cNvSpPr/>
            <p:nvPr/>
          </p:nvSpPr>
          <p:spPr>
            <a:xfrm>
              <a:off x="7186804" y="1436452"/>
              <a:ext cx="340056" cy="476631"/>
            </a:xfrm>
            <a:custGeom>
              <a:rect b="b" l="l" r="r" t="t"/>
              <a:pathLst>
                <a:path extrusionOk="0" h="12581" w="8976">
                  <a:moveTo>
                    <a:pt x="6913" y="667"/>
                  </a:moveTo>
                  <a:lnTo>
                    <a:pt x="8389" y="2359"/>
                  </a:lnTo>
                  <a:lnTo>
                    <a:pt x="6913" y="2359"/>
                  </a:lnTo>
                  <a:lnTo>
                    <a:pt x="6913" y="667"/>
                  </a:lnTo>
                  <a:close/>
                  <a:moveTo>
                    <a:pt x="183" y="0"/>
                  </a:moveTo>
                  <a:cubicBezTo>
                    <a:pt x="82" y="0"/>
                    <a:pt x="0" y="83"/>
                    <a:pt x="0" y="183"/>
                  </a:cubicBezTo>
                  <a:lnTo>
                    <a:pt x="0" y="12400"/>
                  </a:lnTo>
                  <a:cubicBezTo>
                    <a:pt x="0" y="12500"/>
                    <a:pt x="82" y="12581"/>
                    <a:pt x="182" y="12581"/>
                  </a:cubicBezTo>
                  <a:lnTo>
                    <a:pt x="1858" y="12581"/>
                  </a:lnTo>
                  <a:cubicBezTo>
                    <a:pt x="1953" y="12581"/>
                    <a:pt x="2039" y="12512"/>
                    <a:pt x="2047" y="12418"/>
                  </a:cubicBezTo>
                  <a:cubicBezTo>
                    <a:pt x="2056" y="12311"/>
                    <a:pt x="1972" y="12222"/>
                    <a:pt x="1868" y="12222"/>
                  </a:cubicBezTo>
                  <a:lnTo>
                    <a:pt x="360" y="12222"/>
                  </a:lnTo>
                  <a:lnTo>
                    <a:pt x="360" y="360"/>
                  </a:lnTo>
                  <a:lnTo>
                    <a:pt x="6552" y="360"/>
                  </a:lnTo>
                  <a:lnTo>
                    <a:pt x="6552" y="2535"/>
                  </a:lnTo>
                  <a:cubicBezTo>
                    <a:pt x="6552" y="2636"/>
                    <a:pt x="6635" y="2719"/>
                    <a:pt x="6736" y="2719"/>
                  </a:cubicBezTo>
                  <a:lnTo>
                    <a:pt x="8617" y="2719"/>
                  </a:lnTo>
                  <a:lnTo>
                    <a:pt x="8617" y="12222"/>
                  </a:lnTo>
                  <a:lnTo>
                    <a:pt x="2768" y="12222"/>
                  </a:lnTo>
                  <a:cubicBezTo>
                    <a:pt x="2673" y="12222"/>
                    <a:pt x="2587" y="12291"/>
                    <a:pt x="2578" y="12385"/>
                  </a:cubicBezTo>
                  <a:cubicBezTo>
                    <a:pt x="2569" y="12492"/>
                    <a:pt x="2654" y="12581"/>
                    <a:pt x="2761" y="12581"/>
                  </a:cubicBezTo>
                  <a:lnTo>
                    <a:pt x="8793" y="12581"/>
                  </a:lnTo>
                  <a:cubicBezTo>
                    <a:pt x="8895" y="12581"/>
                    <a:pt x="8976" y="12499"/>
                    <a:pt x="8976" y="12398"/>
                  </a:cubicBezTo>
                  <a:lnTo>
                    <a:pt x="8976" y="2550"/>
                  </a:lnTo>
                  <a:cubicBezTo>
                    <a:pt x="8976" y="2505"/>
                    <a:pt x="8960" y="2462"/>
                    <a:pt x="8931" y="2430"/>
                  </a:cubicBezTo>
                  <a:lnTo>
                    <a:pt x="6868" y="63"/>
                  </a:lnTo>
                  <a:cubicBezTo>
                    <a:pt x="6832" y="22"/>
                    <a:pt x="6782" y="0"/>
                    <a:pt x="67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71"/>
            <p:cNvSpPr/>
            <p:nvPr/>
          </p:nvSpPr>
          <p:spPr>
            <a:xfrm>
              <a:off x="7306407" y="1594129"/>
              <a:ext cx="32581" cy="13639"/>
            </a:xfrm>
            <a:custGeom>
              <a:rect b="b" l="l" r="r" t="t"/>
              <a:pathLst>
                <a:path extrusionOk="0" h="360" w="860">
                  <a:moveTo>
                    <a:pt x="199" y="0"/>
                  </a:moveTo>
                  <a:cubicBezTo>
                    <a:pt x="104" y="0"/>
                    <a:pt x="19" y="69"/>
                    <a:pt x="10" y="164"/>
                  </a:cubicBezTo>
                  <a:cubicBezTo>
                    <a:pt x="1" y="269"/>
                    <a:pt x="85" y="360"/>
                    <a:pt x="189" y="360"/>
                  </a:cubicBezTo>
                  <a:lnTo>
                    <a:pt x="663" y="360"/>
                  </a:lnTo>
                  <a:cubicBezTo>
                    <a:pt x="758" y="360"/>
                    <a:pt x="843" y="290"/>
                    <a:pt x="851" y="196"/>
                  </a:cubicBezTo>
                  <a:cubicBezTo>
                    <a:pt x="860" y="89"/>
                    <a:pt x="776" y="0"/>
                    <a:pt x="6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71"/>
            <p:cNvSpPr/>
            <p:nvPr/>
          </p:nvSpPr>
          <p:spPr>
            <a:xfrm>
              <a:off x="7307430" y="1621369"/>
              <a:ext cx="132522" cy="13714"/>
            </a:xfrm>
            <a:custGeom>
              <a:rect b="b" l="l" r="r" t="t"/>
              <a:pathLst>
                <a:path extrusionOk="0" h="362" w="3498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3299" y="361"/>
                  </a:lnTo>
                  <a:cubicBezTo>
                    <a:pt x="3396" y="361"/>
                    <a:pt x="3480" y="292"/>
                    <a:pt x="3488" y="198"/>
                  </a:cubicBezTo>
                  <a:cubicBezTo>
                    <a:pt x="3497" y="90"/>
                    <a:pt x="3413" y="1"/>
                    <a:pt x="33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71"/>
            <p:cNvSpPr/>
            <p:nvPr/>
          </p:nvSpPr>
          <p:spPr>
            <a:xfrm>
              <a:off x="7356567" y="1594129"/>
              <a:ext cx="119186" cy="13639"/>
            </a:xfrm>
            <a:custGeom>
              <a:rect b="b" l="l" r="r" t="t"/>
              <a:pathLst>
                <a:path extrusionOk="0" h="360" w="3146">
                  <a:moveTo>
                    <a:pt x="199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2948" y="360"/>
                  </a:lnTo>
                  <a:cubicBezTo>
                    <a:pt x="3043" y="360"/>
                    <a:pt x="3128" y="290"/>
                    <a:pt x="3137" y="196"/>
                  </a:cubicBezTo>
                  <a:cubicBezTo>
                    <a:pt x="3146" y="89"/>
                    <a:pt x="3062" y="0"/>
                    <a:pt x="29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71"/>
            <p:cNvSpPr/>
            <p:nvPr/>
          </p:nvSpPr>
          <p:spPr>
            <a:xfrm>
              <a:off x="7235941" y="1582764"/>
              <a:ext cx="59290" cy="52281"/>
            </a:xfrm>
            <a:custGeom>
              <a:rect b="b" l="l" r="r" t="t"/>
              <a:pathLst>
                <a:path extrusionOk="0" h="1380" w="1565">
                  <a:moveTo>
                    <a:pt x="1355" y="0"/>
                  </a:moveTo>
                  <a:cubicBezTo>
                    <a:pt x="1298" y="0"/>
                    <a:pt x="1241" y="27"/>
                    <a:pt x="1205" y="77"/>
                  </a:cubicBezTo>
                  <a:lnTo>
                    <a:pt x="623" y="894"/>
                  </a:lnTo>
                  <a:lnTo>
                    <a:pt x="350" y="564"/>
                  </a:lnTo>
                  <a:cubicBezTo>
                    <a:pt x="313" y="520"/>
                    <a:pt x="261" y="498"/>
                    <a:pt x="208" y="498"/>
                  </a:cubicBezTo>
                  <a:cubicBezTo>
                    <a:pt x="166" y="498"/>
                    <a:pt x="125" y="512"/>
                    <a:pt x="90" y="541"/>
                  </a:cubicBezTo>
                  <a:cubicBezTo>
                    <a:pt x="11" y="606"/>
                    <a:pt x="1" y="721"/>
                    <a:pt x="67" y="800"/>
                  </a:cubicBezTo>
                  <a:lnTo>
                    <a:pt x="493" y="1314"/>
                  </a:lnTo>
                  <a:cubicBezTo>
                    <a:pt x="529" y="1354"/>
                    <a:pt x="580" y="1379"/>
                    <a:pt x="634" y="1379"/>
                  </a:cubicBezTo>
                  <a:lnTo>
                    <a:pt x="641" y="1379"/>
                  </a:lnTo>
                  <a:cubicBezTo>
                    <a:pt x="698" y="1376"/>
                    <a:pt x="751" y="1349"/>
                    <a:pt x="784" y="1302"/>
                  </a:cubicBezTo>
                  <a:lnTo>
                    <a:pt x="1505" y="291"/>
                  </a:lnTo>
                  <a:cubicBezTo>
                    <a:pt x="1564" y="208"/>
                    <a:pt x="1545" y="93"/>
                    <a:pt x="1462" y="34"/>
                  </a:cubicBezTo>
                  <a:cubicBezTo>
                    <a:pt x="1429" y="11"/>
                    <a:pt x="1392" y="0"/>
                    <a:pt x="1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71"/>
            <p:cNvSpPr/>
            <p:nvPr/>
          </p:nvSpPr>
          <p:spPr>
            <a:xfrm>
              <a:off x="7306407" y="1667323"/>
              <a:ext cx="32581" cy="13639"/>
            </a:xfrm>
            <a:custGeom>
              <a:rect b="b" l="l" r="r" t="t"/>
              <a:pathLst>
                <a:path extrusionOk="0" h="360" w="860">
                  <a:moveTo>
                    <a:pt x="199" y="1"/>
                  </a:moveTo>
                  <a:cubicBezTo>
                    <a:pt x="104" y="1"/>
                    <a:pt x="19" y="70"/>
                    <a:pt x="10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663" y="360"/>
                  </a:lnTo>
                  <a:cubicBezTo>
                    <a:pt x="758" y="360"/>
                    <a:pt x="843" y="291"/>
                    <a:pt x="851" y="197"/>
                  </a:cubicBezTo>
                  <a:cubicBezTo>
                    <a:pt x="860" y="90"/>
                    <a:pt x="776" y="1"/>
                    <a:pt x="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71"/>
            <p:cNvSpPr/>
            <p:nvPr/>
          </p:nvSpPr>
          <p:spPr>
            <a:xfrm>
              <a:off x="7307430" y="1694638"/>
              <a:ext cx="132484" cy="13676"/>
            </a:xfrm>
            <a:custGeom>
              <a:rect b="b" l="l" r="r" t="t"/>
              <a:pathLst>
                <a:path extrusionOk="0" h="361" w="3497">
                  <a:moveTo>
                    <a:pt x="198" y="0"/>
                  </a:moveTo>
                  <a:cubicBezTo>
                    <a:pt x="103" y="0"/>
                    <a:pt x="18" y="70"/>
                    <a:pt x="10" y="165"/>
                  </a:cubicBezTo>
                  <a:cubicBezTo>
                    <a:pt x="0" y="270"/>
                    <a:pt x="84" y="361"/>
                    <a:pt x="189" y="361"/>
                  </a:cubicBezTo>
                  <a:lnTo>
                    <a:pt x="3298" y="361"/>
                  </a:lnTo>
                  <a:cubicBezTo>
                    <a:pt x="3393" y="361"/>
                    <a:pt x="3479" y="291"/>
                    <a:pt x="3487" y="197"/>
                  </a:cubicBezTo>
                  <a:cubicBezTo>
                    <a:pt x="3496" y="89"/>
                    <a:pt x="3412" y="0"/>
                    <a:pt x="33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71"/>
            <p:cNvSpPr/>
            <p:nvPr/>
          </p:nvSpPr>
          <p:spPr>
            <a:xfrm>
              <a:off x="7356529" y="1667323"/>
              <a:ext cx="119224" cy="13639"/>
            </a:xfrm>
            <a:custGeom>
              <a:rect b="b" l="l" r="r" t="t"/>
              <a:pathLst>
                <a:path extrusionOk="0" h="360" w="3147">
                  <a:moveTo>
                    <a:pt x="199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2949" y="360"/>
                  </a:lnTo>
                  <a:cubicBezTo>
                    <a:pt x="3044" y="360"/>
                    <a:pt x="3129" y="291"/>
                    <a:pt x="3138" y="197"/>
                  </a:cubicBezTo>
                  <a:cubicBezTo>
                    <a:pt x="3147" y="90"/>
                    <a:pt x="3063" y="1"/>
                    <a:pt x="2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71"/>
            <p:cNvSpPr/>
            <p:nvPr/>
          </p:nvSpPr>
          <p:spPr>
            <a:xfrm>
              <a:off x="7235941" y="1656602"/>
              <a:ext cx="59290" cy="52281"/>
            </a:xfrm>
            <a:custGeom>
              <a:rect b="b" l="l" r="r" t="t"/>
              <a:pathLst>
                <a:path extrusionOk="0" h="1380" w="1565">
                  <a:moveTo>
                    <a:pt x="1356" y="1"/>
                  </a:moveTo>
                  <a:cubicBezTo>
                    <a:pt x="1298" y="1"/>
                    <a:pt x="1241" y="27"/>
                    <a:pt x="1205" y="77"/>
                  </a:cubicBezTo>
                  <a:lnTo>
                    <a:pt x="623" y="894"/>
                  </a:lnTo>
                  <a:lnTo>
                    <a:pt x="350" y="564"/>
                  </a:lnTo>
                  <a:cubicBezTo>
                    <a:pt x="313" y="521"/>
                    <a:pt x="261" y="498"/>
                    <a:pt x="208" y="498"/>
                  </a:cubicBezTo>
                  <a:cubicBezTo>
                    <a:pt x="166" y="498"/>
                    <a:pt x="125" y="512"/>
                    <a:pt x="90" y="541"/>
                  </a:cubicBezTo>
                  <a:cubicBezTo>
                    <a:pt x="12" y="604"/>
                    <a:pt x="1" y="719"/>
                    <a:pt x="67" y="798"/>
                  </a:cubicBezTo>
                  <a:lnTo>
                    <a:pt x="493" y="1312"/>
                  </a:lnTo>
                  <a:cubicBezTo>
                    <a:pt x="529" y="1354"/>
                    <a:pt x="580" y="1379"/>
                    <a:pt x="634" y="1379"/>
                  </a:cubicBezTo>
                  <a:lnTo>
                    <a:pt x="641" y="1379"/>
                  </a:lnTo>
                  <a:cubicBezTo>
                    <a:pt x="698" y="1376"/>
                    <a:pt x="751" y="1349"/>
                    <a:pt x="784" y="1302"/>
                  </a:cubicBezTo>
                  <a:lnTo>
                    <a:pt x="1505" y="291"/>
                  </a:lnTo>
                  <a:cubicBezTo>
                    <a:pt x="1564" y="208"/>
                    <a:pt x="1545" y="93"/>
                    <a:pt x="1462" y="34"/>
                  </a:cubicBezTo>
                  <a:cubicBezTo>
                    <a:pt x="1430" y="12"/>
                    <a:pt x="1392" y="1"/>
                    <a:pt x="13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71"/>
            <p:cNvSpPr/>
            <p:nvPr/>
          </p:nvSpPr>
          <p:spPr>
            <a:xfrm>
              <a:off x="7306407" y="1740593"/>
              <a:ext cx="32581" cy="13676"/>
            </a:xfrm>
            <a:custGeom>
              <a:rect b="b" l="l" r="r" t="t"/>
              <a:pathLst>
                <a:path extrusionOk="0" h="361" w="860">
                  <a:moveTo>
                    <a:pt x="199" y="0"/>
                  </a:moveTo>
                  <a:cubicBezTo>
                    <a:pt x="104" y="0"/>
                    <a:pt x="19" y="69"/>
                    <a:pt x="10" y="163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663" y="360"/>
                  </a:lnTo>
                  <a:cubicBezTo>
                    <a:pt x="758" y="360"/>
                    <a:pt x="843" y="290"/>
                    <a:pt x="851" y="196"/>
                  </a:cubicBezTo>
                  <a:cubicBezTo>
                    <a:pt x="860" y="89"/>
                    <a:pt x="776" y="0"/>
                    <a:pt x="6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71"/>
            <p:cNvSpPr/>
            <p:nvPr/>
          </p:nvSpPr>
          <p:spPr>
            <a:xfrm>
              <a:off x="7307430" y="1769158"/>
              <a:ext cx="132484" cy="13676"/>
            </a:xfrm>
            <a:custGeom>
              <a:rect b="b" l="l" r="r" t="t"/>
              <a:pathLst>
                <a:path extrusionOk="0" h="361" w="3497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4" y="360"/>
                    <a:pt x="189" y="360"/>
                  </a:cubicBezTo>
                  <a:lnTo>
                    <a:pt x="3298" y="360"/>
                  </a:lnTo>
                  <a:cubicBezTo>
                    <a:pt x="3393" y="360"/>
                    <a:pt x="3479" y="290"/>
                    <a:pt x="3487" y="196"/>
                  </a:cubicBezTo>
                  <a:cubicBezTo>
                    <a:pt x="3496" y="89"/>
                    <a:pt x="3412" y="0"/>
                    <a:pt x="33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71"/>
            <p:cNvSpPr/>
            <p:nvPr/>
          </p:nvSpPr>
          <p:spPr>
            <a:xfrm>
              <a:off x="7356567" y="1740593"/>
              <a:ext cx="119186" cy="13676"/>
            </a:xfrm>
            <a:custGeom>
              <a:rect b="b" l="l" r="r" t="t"/>
              <a:pathLst>
                <a:path extrusionOk="0" h="361" w="3146">
                  <a:moveTo>
                    <a:pt x="199" y="0"/>
                  </a:moveTo>
                  <a:cubicBezTo>
                    <a:pt x="103" y="0"/>
                    <a:pt x="18" y="69"/>
                    <a:pt x="10" y="163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2948" y="360"/>
                  </a:lnTo>
                  <a:cubicBezTo>
                    <a:pt x="3043" y="360"/>
                    <a:pt x="3128" y="290"/>
                    <a:pt x="3137" y="196"/>
                  </a:cubicBezTo>
                  <a:cubicBezTo>
                    <a:pt x="3146" y="89"/>
                    <a:pt x="3062" y="0"/>
                    <a:pt x="29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71"/>
            <p:cNvSpPr/>
            <p:nvPr/>
          </p:nvSpPr>
          <p:spPr>
            <a:xfrm>
              <a:off x="7235941" y="1730402"/>
              <a:ext cx="59290" cy="52281"/>
            </a:xfrm>
            <a:custGeom>
              <a:rect b="b" l="l" r="r" t="t"/>
              <a:pathLst>
                <a:path extrusionOk="0" h="1380" w="1565">
                  <a:moveTo>
                    <a:pt x="1356" y="1"/>
                  </a:moveTo>
                  <a:cubicBezTo>
                    <a:pt x="1298" y="1"/>
                    <a:pt x="1241" y="28"/>
                    <a:pt x="1205" y="77"/>
                  </a:cubicBezTo>
                  <a:lnTo>
                    <a:pt x="623" y="894"/>
                  </a:lnTo>
                  <a:lnTo>
                    <a:pt x="350" y="564"/>
                  </a:lnTo>
                  <a:cubicBezTo>
                    <a:pt x="313" y="521"/>
                    <a:pt x="261" y="498"/>
                    <a:pt x="208" y="498"/>
                  </a:cubicBezTo>
                  <a:cubicBezTo>
                    <a:pt x="166" y="498"/>
                    <a:pt x="125" y="512"/>
                    <a:pt x="90" y="541"/>
                  </a:cubicBezTo>
                  <a:cubicBezTo>
                    <a:pt x="12" y="604"/>
                    <a:pt x="1" y="719"/>
                    <a:pt x="67" y="798"/>
                  </a:cubicBezTo>
                  <a:lnTo>
                    <a:pt x="493" y="1312"/>
                  </a:lnTo>
                  <a:cubicBezTo>
                    <a:pt x="529" y="1354"/>
                    <a:pt x="580" y="1379"/>
                    <a:pt x="634" y="1379"/>
                  </a:cubicBezTo>
                  <a:lnTo>
                    <a:pt x="641" y="1379"/>
                  </a:lnTo>
                  <a:cubicBezTo>
                    <a:pt x="698" y="1376"/>
                    <a:pt x="751" y="1349"/>
                    <a:pt x="784" y="1302"/>
                  </a:cubicBezTo>
                  <a:lnTo>
                    <a:pt x="1505" y="291"/>
                  </a:lnTo>
                  <a:cubicBezTo>
                    <a:pt x="1564" y="208"/>
                    <a:pt x="1545" y="93"/>
                    <a:pt x="1462" y="34"/>
                  </a:cubicBezTo>
                  <a:cubicBezTo>
                    <a:pt x="1430" y="12"/>
                    <a:pt x="1392" y="1"/>
                    <a:pt x="13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71"/>
            <p:cNvSpPr/>
            <p:nvPr/>
          </p:nvSpPr>
          <p:spPr>
            <a:xfrm>
              <a:off x="7306407" y="1815037"/>
              <a:ext cx="32581" cy="13714"/>
            </a:xfrm>
            <a:custGeom>
              <a:rect b="b" l="l" r="r" t="t"/>
              <a:pathLst>
                <a:path extrusionOk="0" h="362" w="860">
                  <a:moveTo>
                    <a:pt x="199" y="1"/>
                  </a:moveTo>
                  <a:cubicBezTo>
                    <a:pt x="104" y="1"/>
                    <a:pt x="19" y="71"/>
                    <a:pt x="10" y="165"/>
                  </a:cubicBezTo>
                  <a:cubicBezTo>
                    <a:pt x="1" y="271"/>
                    <a:pt x="85" y="361"/>
                    <a:pt x="189" y="361"/>
                  </a:cubicBezTo>
                  <a:lnTo>
                    <a:pt x="663" y="361"/>
                  </a:lnTo>
                  <a:cubicBezTo>
                    <a:pt x="758" y="361"/>
                    <a:pt x="843" y="292"/>
                    <a:pt x="851" y="198"/>
                  </a:cubicBezTo>
                  <a:cubicBezTo>
                    <a:pt x="860" y="90"/>
                    <a:pt x="776" y="1"/>
                    <a:pt x="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71"/>
            <p:cNvSpPr/>
            <p:nvPr/>
          </p:nvSpPr>
          <p:spPr>
            <a:xfrm>
              <a:off x="7307430" y="1842352"/>
              <a:ext cx="132484" cy="13676"/>
            </a:xfrm>
            <a:custGeom>
              <a:rect b="b" l="l" r="r" t="t"/>
              <a:pathLst>
                <a:path extrusionOk="0" h="361" w="3497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3298" y="361"/>
                  </a:lnTo>
                  <a:cubicBezTo>
                    <a:pt x="3393" y="361"/>
                    <a:pt x="3479" y="291"/>
                    <a:pt x="3487" y="196"/>
                  </a:cubicBezTo>
                  <a:cubicBezTo>
                    <a:pt x="3496" y="90"/>
                    <a:pt x="3412" y="1"/>
                    <a:pt x="33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71"/>
            <p:cNvSpPr/>
            <p:nvPr/>
          </p:nvSpPr>
          <p:spPr>
            <a:xfrm>
              <a:off x="7356529" y="1814999"/>
              <a:ext cx="119224" cy="13714"/>
            </a:xfrm>
            <a:custGeom>
              <a:rect b="b" l="l" r="r" t="t"/>
              <a:pathLst>
                <a:path extrusionOk="0" h="362" w="3147">
                  <a:moveTo>
                    <a:pt x="199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2949" y="361"/>
                  </a:lnTo>
                  <a:cubicBezTo>
                    <a:pt x="3044" y="361"/>
                    <a:pt x="3129" y="292"/>
                    <a:pt x="3138" y="198"/>
                  </a:cubicBezTo>
                  <a:cubicBezTo>
                    <a:pt x="3147" y="91"/>
                    <a:pt x="3063" y="1"/>
                    <a:pt x="2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71"/>
            <p:cNvSpPr/>
            <p:nvPr/>
          </p:nvSpPr>
          <p:spPr>
            <a:xfrm>
              <a:off x="7236055" y="1813711"/>
              <a:ext cx="43227" cy="42810"/>
            </a:xfrm>
            <a:custGeom>
              <a:rect b="b" l="l" r="r" t="t"/>
              <a:pathLst>
                <a:path extrusionOk="0" h="1130" w="1141">
                  <a:moveTo>
                    <a:pt x="939" y="0"/>
                  </a:moveTo>
                  <a:cubicBezTo>
                    <a:pt x="890" y="0"/>
                    <a:pt x="842" y="19"/>
                    <a:pt x="805" y="57"/>
                  </a:cubicBezTo>
                  <a:lnTo>
                    <a:pt x="572" y="301"/>
                  </a:lnTo>
                  <a:lnTo>
                    <a:pt x="337" y="57"/>
                  </a:lnTo>
                  <a:cubicBezTo>
                    <a:pt x="301" y="19"/>
                    <a:pt x="253" y="1"/>
                    <a:pt x="204" y="1"/>
                  </a:cubicBezTo>
                  <a:cubicBezTo>
                    <a:pt x="158" y="1"/>
                    <a:pt x="112" y="18"/>
                    <a:pt x="76" y="52"/>
                  </a:cubicBezTo>
                  <a:cubicBezTo>
                    <a:pt x="3" y="123"/>
                    <a:pt x="2" y="239"/>
                    <a:pt x="71" y="312"/>
                  </a:cubicBezTo>
                  <a:lnTo>
                    <a:pt x="315" y="565"/>
                  </a:lnTo>
                  <a:lnTo>
                    <a:pt x="71" y="818"/>
                  </a:lnTo>
                  <a:cubicBezTo>
                    <a:pt x="1" y="892"/>
                    <a:pt x="3" y="1008"/>
                    <a:pt x="76" y="1078"/>
                  </a:cubicBezTo>
                  <a:cubicBezTo>
                    <a:pt x="112" y="1113"/>
                    <a:pt x="158" y="1129"/>
                    <a:pt x="205" y="1129"/>
                  </a:cubicBezTo>
                  <a:cubicBezTo>
                    <a:pt x="253" y="1129"/>
                    <a:pt x="302" y="1112"/>
                    <a:pt x="337" y="1073"/>
                  </a:cubicBezTo>
                  <a:lnTo>
                    <a:pt x="572" y="830"/>
                  </a:lnTo>
                  <a:lnTo>
                    <a:pt x="805" y="1073"/>
                  </a:lnTo>
                  <a:cubicBezTo>
                    <a:pt x="842" y="1111"/>
                    <a:pt x="889" y="1129"/>
                    <a:pt x="938" y="1129"/>
                  </a:cubicBezTo>
                  <a:cubicBezTo>
                    <a:pt x="983" y="1129"/>
                    <a:pt x="1029" y="1113"/>
                    <a:pt x="1066" y="1078"/>
                  </a:cubicBezTo>
                  <a:cubicBezTo>
                    <a:pt x="1139" y="1008"/>
                    <a:pt x="1140" y="891"/>
                    <a:pt x="1071" y="818"/>
                  </a:cubicBezTo>
                  <a:lnTo>
                    <a:pt x="827" y="565"/>
                  </a:lnTo>
                  <a:lnTo>
                    <a:pt x="1071" y="312"/>
                  </a:lnTo>
                  <a:cubicBezTo>
                    <a:pt x="1140" y="238"/>
                    <a:pt x="1139" y="122"/>
                    <a:pt x="1066" y="52"/>
                  </a:cubicBezTo>
                  <a:cubicBezTo>
                    <a:pt x="1030" y="18"/>
                    <a:pt x="984" y="0"/>
                    <a:pt x="9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71"/>
            <p:cNvSpPr/>
            <p:nvPr/>
          </p:nvSpPr>
          <p:spPr>
            <a:xfrm>
              <a:off x="7549212" y="1528664"/>
              <a:ext cx="67094" cy="383737"/>
            </a:xfrm>
            <a:custGeom>
              <a:rect b="b" l="l" r="r" t="t"/>
              <a:pathLst>
                <a:path extrusionOk="0" h="10129" w="1771">
                  <a:moveTo>
                    <a:pt x="591" y="369"/>
                  </a:moveTo>
                  <a:cubicBezTo>
                    <a:pt x="718" y="369"/>
                    <a:pt x="821" y="469"/>
                    <a:pt x="821" y="592"/>
                  </a:cubicBezTo>
                  <a:lnTo>
                    <a:pt x="821" y="1236"/>
                  </a:lnTo>
                  <a:lnTo>
                    <a:pt x="362" y="1236"/>
                  </a:lnTo>
                  <a:lnTo>
                    <a:pt x="362" y="599"/>
                  </a:lnTo>
                  <a:cubicBezTo>
                    <a:pt x="362" y="501"/>
                    <a:pt x="424" y="410"/>
                    <a:pt x="518" y="380"/>
                  </a:cubicBezTo>
                  <a:cubicBezTo>
                    <a:pt x="543" y="373"/>
                    <a:pt x="568" y="369"/>
                    <a:pt x="591" y="369"/>
                  </a:cubicBezTo>
                  <a:close/>
                  <a:moveTo>
                    <a:pt x="732" y="9099"/>
                  </a:moveTo>
                  <a:lnTo>
                    <a:pt x="596" y="9448"/>
                  </a:lnTo>
                  <a:lnTo>
                    <a:pt x="459" y="9099"/>
                  </a:lnTo>
                  <a:close/>
                  <a:moveTo>
                    <a:pt x="592" y="1"/>
                  </a:moveTo>
                  <a:cubicBezTo>
                    <a:pt x="267" y="1"/>
                    <a:pt x="1" y="265"/>
                    <a:pt x="1" y="590"/>
                  </a:cubicBezTo>
                  <a:lnTo>
                    <a:pt x="1" y="2234"/>
                  </a:lnTo>
                  <a:cubicBezTo>
                    <a:pt x="1" y="2331"/>
                    <a:pt x="70" y="2415"/>
                    <a:pt x="164" y="2423"/>
                  </a:cubicBezTo>
                  <a:cubicBezTo>
                    <a:pt x="170" y="2423"/>
                    <a:pt x="175" y="2423"/>
                    <a:pt x="181" y="2423"/>
                  </a:cubicBezTo>
                  <a:cubicBezTo>
                    <a:pt x="281" y="2423"/>
                    <a:pt x="361" y="2343"/>
                    <a:pt x="361" y="2244"/>
                  </a:cubicBezTo>
                  <a:lnTo>
                    <a:pt x="361" y="1594"/>
                  </a:lnTo>
                  <a:lnTo>
                    <a:pt x="819" y="1594"/>
                  </a:lnTo>
                  <a:lnTo>
                    <a:pt x="819" y="8737"/>
                  </a:lnTo>
                  <a:lnTo>
                    <a:pt x="361" y="8737"/>
                  </a:lnTo>
                  <a:lnTo>
                    <a:pt x="361" y="3101"/>
                  </a:lnTo>
                  <a:cubicBezTo>
                    <a:pt x="361" y="3006"/>
                    <a:pt x="292" y="2920"/>
                    <a:pt x="198" y="2912"/>
                  </a:cubicBezTo>
                  <a:cubicBezTo>
                    <a:pt x="192" y="2911"/>
                    <a:pt x="187" y="2911"/>
                    <a:pt x="181" y="2911"/>
                  </a:cubicBezTo>
                  <a:cubicBezTo>
                    <a:pt x="81" y="2911"/>
                    <a:pt x="1" y="2993"/>
                    <a:pt x="1" y="3095"/>
                  </a:cubicBezTo>
                  <a:lnTo>
                    <a:pt x="1" y="8909"/>
                  </a:lnTo>
                  <a:lnTo>
                    <a:pt x="1" y="8910"/>
                  </a:lnTo>
                  <a:cubicBezTo>
                    <a:pt x="1" y="8931"/>
                    <a:pt x="5" y="8953"/>
                    <a:pt x="12" y="8973"/>
                  </a:cubicBezTo>
                  <a:cubicBezTo>
                    <a:pt x="12" y="8974"/>
                    <a:pt x="419" y="10010"/>
                    <a:pt x="420" y="10014"/>
                  </a:cubicBezTo>
                  <a:cubicBezTo>
                    <a:pt x="450" y="10091"/>
                    <a:pt x="520" y="10129"/>
                    <a:pt x="591" y="10129"/>
                  </a:cubicBezTo>
                  <a:cubicBezTo>
                    <a:pt x="662" y="10129"/>
                    <a:pt x="733" y="10091"/>
                    <a:pt x="763" y="10014"/>
                  </a:cubicBezTo>
                  <a:cubicBezTo>
                    <a:pt x="763" y="10014"/>
                    <a:pt x="1168" y="8977"/>
                    <a:pt x="1168" y="8976"/>
                  </a:cubicBezTo>
                  <a:cubicBezTo>
                    <a:pt x="1177" y="8955"/>
                    <a:pt x="1182" y="8931"/>
                    <a:pt x="1182" y="8909"/>
                  </a:cubicBezTo>
                  <a:lnTo>
                    <a:pt x="1182" y="1594"/>
                  </a:lnTo>
                  <a:lnTo>
                    <a:pt x="1410" y="1594"/>
                  </a:lnTo>
                  <a:lnTo>
                    <a:pt x="1410" y="4081"/>
                  </a:lnTo>
                  <a:cubicBezTo>
                    <a:pt x="1410" y="4176"/>
                    <a:pt x="1481" y="4261"/>
                    <a:pt x="1575" y="4269"/>
                  </a:cubicBezTo>
                  <a:cubicBezTo>
                    <a:pt x="1580" y="4270"/>
                    <a:pt x="1586" y="4270"/>
                    <a:pt x="1591" y="4270"/>
                  </a:cubicBezTo>
                  <a:cubicBezTo>
                    <a:pt x="1691" y="4270"/>
                    <a:pt x="1771" y="4189"/>
                    <a:pt x="1771" y="4090"/>
                  </a:cubicBezTo>
                  <a:lnTo>
                    <a:pt x="1771" y="1414"/>
                  </a:lnTo>
                  <a:cubicBezTo>
                    <a:pt x="1771" y="1317"/>
                    <a:pt x="1690" y="1236"/>
                    <a:pt x="1590" y="1236"/>
                  </a:cubicBezTo>
                  <a:lnTo>
                    <a:pt x="1180" y="1236"/>
                  </a:lnTo>
                  <a:lnTo>
                    <a:pt x="1180" y="605"/>
                  </a:lnTo>
                  <a:cubicBezTo>
                    <a:pt x="1180" y="299"/>
                    <a:pt x="952" y="32"/>
                    <a:pt x="646" y="3"/>
                  </a:cubicBezTo>
                  <a:cubicBezTo>
                    <a:pt x="628" y="2"/>
                    <a:pt x="609" y="1"/>
                    <a:pt x="5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28" name="Google Shape;2928;p71"/>
          <p:cNvGrpSpPr/>
          <p:nvPr/>
        </p:nvGrpSpPr>
        <p:grpSpPr>
          <a:xfrm>
            <a:off x="6262481" y="2023698"/>
            <a:ext cx="450368" cy="393987"/>
            <a:chOff x="6364359" y="1465927"/>
            <a:chExt cx="477540" cy="417758"/>
          </a:xfrm>
        </p:grpSpPr>
        <p:sp>
          <p:nvSpPr>
            <p:cNvPr id="2929" name="Google Shape;2929;p71"/>
            <p:cNvSpPr/>
            <p:nvPr/>
          </p:nvSpPr>
          <p:spPr>
            <a:xfrm>
              <a:off x="6457139" y="1528664"/>
              <a:ext cx="291980" cy="291942"/>
            </a:xfrm>
            <a:custGeom>
              <a:rect b="b" l="l" r="r" t="t"/>
              <a:pathLst>
                <a:path extrusionOk="0" h="7706" w="7707">
                  <a:moveTo>
                    <a:pt x="3854" y="0"/>
                  </a:moveTo>
                  <a:cubicBezTo>
                    <a:pt x="3439" y="0"/>
                    <a:pt x="3030" y="65"/>
                    <a:pt x="2640" y="195"/>
                  </a:cubicBezTo>
                  <a:cubicBezTo>
                    <a:pt x="2543" y="227"/>
                    <a:pt x="2491" y="331"/>
                    <a:pt x="2522" y="428"/>
                  </a:cubicBezTo>
                  <a:cubicBezTo>
                    <a:pt x="2549" y="506"/>
                    <a:pt x="2621" y="555"/>
                    <a:pt x="2698" y="555"/>
                  </a:cubicBezTo>
                  <a:cubicBezTo>
                    <a:pt x="2717" y="555"/>
                    <a:pt x="2736" y="552"/>
                    <a:pt x="2755" y="546"/>
                  </a:cubicBezTo>
                  <a:cubicBezTo>
                    <a:pt x="3109" y="430"/>
                    <a:pt x="3478" y="369"/>
                    <a:pt x="3854" y="369"/>
                  </a:cubicBezTo>
                  <a:cubicBezTo>
                    <a:pt x="5774" y="369"/>
                    <a:pt x="7337" y="1933"/>
                    <a:pt x="7337" y="3852"/>
                  </a:cubicBezTo>
                  <a:cubicBezTo>
                    <a:pt x="7337" y="5773"/>
                    <a:pt x="5774" y="7337"/>
                    <a:pt x="3854" y="7337"/>
                  </a:cubicBezTo>
                  <a:cubicBezTo>
                    <a:pt x="1933" y="7337"/>
                    <a:pt x="370" y="5773"/>
                    <a:pt x="370" y="3852"/>
                  </a:cubicBezTo>
                  <a:cubicBezTo>
                    <a:pt x="370" y="2641"/>
                    <a:pt x="985" y="1535"/>
                    <a:pt x="2016" y="893"/>
                  </a:cubicBezTo>
                  <a:cubicBezTo>
                    <a:pt x="2102" y="839"/>
                    <a:pt x="2129" y="725"/>
                    <a:pt x="2074" y="639"/>
                  </a:cubicBezTo>
                  <a:cubicBezTo>
                    <a:pt x="2040" y="583"/>
                    <a:pt x="1979" y="552"/>
                    <a:pt x="1918" y="552"/>
                  </a:cubicBezTo>
                  <a:cubicBezTo>
                    <a:pt x="1884" y="552"/>
                    <a:pt x="1851" y="561"/>
                    <a:pt x="1821" y="579"/>
                  </a:cubicBezTo>
                  <a:cubicBezTo>
                    <a:pt x="1275" y="920"/>
                    <a:pt x="819" y="1394"/>
                    <a:pt x="501" y="1954"/>
                  </a:cubicBezTo>
                  <a:cubicBezTo>
                    <a:pt x="174" y="2530"/>
                    <a:pt x="0" y="3186"/>
                    <a:pt x="0" y="3852"/>
                  </a:cubicBezTo>
                  <a:cubicBezTo>
                    <a:pt x="0" y="5977"/>
                    <a:pt x="1729" y="7706"/>
                    <a:pt x="3854" y="7706"/>
                  </a:cubicBezTo>
                  <a:cubicBezTo>
                    <a:pt x="5979" y="7706"/>
                    <a:pt x="7707" y="5977"/>
                    <a:pt x="7707" y="3852"/>
                  </a:cubicBezTo>
                  <a:cubicBezTo>
                    <a:pt x="7707" y="1729"/>
                    <a:pt x="5978" y="0"/>
                    <a:pt x="3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71"/>
            <p:cNvSpPr/>
            <p:nvPr/>
          </p:nvSpPr>
          <p:spPr>
            <a:xfrm>
              <a:off x="6714795" y="1465965"/>
              <a:ext cx="126422" cy="85772"/>
            </a:xfrm>
            <a:custGeom>
              <a:rect b="b" l="l" r="r" t="t"/>
              <a:pathLst>
                <a:path extrusionOk="0" h="2264" w="3337">
                  <a:moveTo>
                    <a:pt x="2747" y="344"/>
                  </a:moveTo>
                  <a:cubicBezTo>
                    <a:pt x="2871" y="344"/>
                    <a:pt x="2973" y="447"/>
                    <a:pt x="2973" y="571"/>
                  </a:cubicBezTo>
                  <a:cubicBezTo>
                    <a:pt x="2973" y="695"/>
                    <a:pt x="2871" y="797"/>
                    <a:pt x="2747" y="797"/>
                  </a:cubicBezTo>
                  <a:cubicBezTo>
                    <a:pt x="2622" y="797"/>
                    <a:pt x="2520" y="695"/>
                    <a:pt x="2520" y="571"/>
                  </a:cubicBezTo>
                  <a:cubicBezTo>
                    <a:pt x="2522" y="447"/>
                    <a:pt x="2622" y="344"/>
                    <a:pt x="2747" y="344"/>
                  </a:cubicBezTo>
                  <a:close/>
                  <a:moveTo>
                    <a:pt x="2721" y="1"/>
                  </a:moveTo>
                  <a:cubicBezTo>
                    <a:pt x="2464" y="1"/>
                    <a:pt x="2245" y="169"/>
                    <a:pt x="2168" y="402"/>
                  </a:cubicBezTo>
                  <a:lnTo>
                    <a:pt x="1449" y="402"/>
                  </a:lnTo>
                  <a:cubicBezTo>
                    <a:pt x="1396" y="402"/>
                    <a:pt x="1345" y="426"/>
                    <a:pt x="1310" y="467"/>
                  </a:cubicBezTo>
                  <a:lnTo>
                    <a:pt x="66" y="1969"/>
                  </a:lnTo>
                  <a:cubicBezTo>
                    <a:pt x="1" y="2045"/>
                    <a:pt x="11" y="2158"/>
                    <a:pt x="89" y="2222"/>
                  </a:cubicBezTo>
                  <a:cubicBezTo>
                    <a:pt x="123" y="2249"/>
                    <a:pt x="163" y="2264"/>
                    <a:pt x="204" y="2264"/>
                  </a:cubicBezTo>
                  <a:cubicBezTo>
                    <a:pt x="256" y="2264"/>
                    <a:pt x="308" y="2242"/>
                    <a:pt x="343" y="2198"/>
                  </a:cubicBezTo>
                  <a:lnTo>
                    <a:pt x="1533" y="762"/>
                  </a:lnTo>
                  <a:lnTo>
                    <a:pt x="2168" y="762"/>
                  </a:lnTo>
                  <a:cubicBezTo>
                    <a:pt x="2244" y="995"/>
                    <a:pt x="2462" y="1163"/>
                    <a:pt x="2721" y="1163"/>
                  </a:cubicBezTo>
                  <a:cubicBezTo>
                    <a:pt x="3063" y="1163"/>
                    <a:pt x="3337" y="864"/>
                    <a:pt x="3298" y="515"/>
                  </a:cubicBezTo>
                  <a:cubicBezTo>
                    <a:pt x="3267" y="241"/>
                    <a:pt x="3041" y="23"/>
                    <a:pt x="2768" y="2"/>
                  </a:cubicBezTo>
                  <a:cubicBezTo>
                    <a:pt x="2752" y="1"/>
                    <a:pt x="2737" y="1"/>
                    <a:pt x="27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71"/>
            <p:cNvSpPr/>
            <p:nvPr/>
          </p:nvSpPr>
          <p:spPr>
            <a:xfrm>
              <a:off x="6767417" y="1652131"/>
              <a:ext cx="74482" cy="44060"/>
            </a:xfrm>
            <a:custGeom>
              <a:rect b="b" l="l" r="r" t="t"/>
              <a:pathLst>
                <a:path extrusionOk="0" h="1163" w="1966">
                  <a:moveTo>
                    <a:pt x="1358" y="368"/>
                  </a:moveTo>
                  <a:cubicBezTo>
                    <a:pt x="1482" y="368"/>
                    <a:pt x="1584" y="471"/>
                    <a:pt x="1584" y="595"/>
                  </a:cubicBezTo>
                  <a:cubicBezTo>
                    <a:pt x="1584" y="719"/>
                    <a:pt x="1484" y="822"/>
                    <a:pt x="1358" y="822"/>
                  </a:cubicBezTo>
                  <a:cubicBezTo>
                    <a:pt x="1233" y="822"/>
                    <a:pt x="1131" y="719"/>
                    <a:pt x="1131" y="595"/>
                  </a:cubicBezTo>
                  <a:cubicBezTo>
                    <a:pt x="1131" y="471"/>
                    <a:pt x="1233" y="368"/>
                    <a:pt x="1358" y="368"/>
                  </a:cubicBezTo>
                  <a:close/>
                  <a:moveTo>
                    <a:pt x="1349" y="1"/>
                  </a:moveTo>
                  <a:cubicBezTo>
                    <a:pt x="1091" y="1"/>
                    <a:pt x="872" y="169"/>
                    <a:pt x="796" y="402"/>
                  </a:cubicBezTo>
                  <a:lnTo>
                    <a:pt x="199" y="402"/>
                  </a:lnTo>
                  <a:cubicBezTo>
                    <a:pt x="103" y="402"/>
                    <a:pt x="19" y="471"/>
                    <a:pt x="10" y="565"/>
                  </a:cubicBezTo>
                  <a:cubicBezTo>
                    <a:pt x="1" y="672"/>
                    <a:pt x="86" y="761"/>
                    <a:pt x="190" y="761"/>
                  </a:cubicBezTo>
                  <a:lnTo>
                    <a:pt x="796" y="761"/>
                  </a:lnTo>
                  <a:cubicBezTo>
                    <a:pt x="873" y="993"/>
                    <a:pt x="1091" y="1163"/>
                    <a:pt x="1349" y="1163"/>
                  </a:cubicBezTo>
                  <a:cubicBezTo>
                    <a:pt x="1365" y="1163"/>
                    <a:pt x="1380" y="1162"/>
                    <a:pt x="1396" y="1161"/>
                  </a:cubicBezTo>
                  <a:cubicBezTo>
                    <a:pt x="1669" y="1138"/>
                    <a:pt x="1894" y="921"/>
                    <a:pt x="1926" y="649"/>
                  </a:cubicBezTo>
                  <a:cubicBezTo>
                    <a:pt x="1966" y="298"/>
                    <a:pt x="1691" y="1"/>
                    <a:pt x="13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71"/>
            <p:cNvSpPr/>
            <p:nvPr/>
          </p:nvSpPr>
          <p:spPr>
            <a:xfrm>
              <a:off x="6714795" y="1797837"/>
              <a:ext cx="126422" cy="85847"/>
            </a:xfrm>
            <a:custGeom>
              <a:rect b="b" l="l" r="r" t="t"/>
              <a:pathLst>
                <a:path extrusionOk="0" h="2266" w="3337">
                  <a:moveTo>
                    <a:pt x="2747" y="1459"/>
                  </a:moveTo>
                  <a:cubicBezTo>
                    <a:pt x="2871" y="1459"/>
                    <a:pt x="2973" y="1562"/>
                    <a:pt x="2973" y="1686"/>
                  </a:cubicBezTo>
                  <a:cubicBezTo>
                    <a:pt x="2973" y="1811"/>
                    <a:pt x="2873" y="1913"/>
                    <a:pt x="2747" y="1913"/>
                  </a:cubicBezTo>
                  <a:cubicBezTo>
                    <a:pt x="2622" y="1913"/>
                    <a:pt x="2520" y="1810"/>
                    <a:pt x="2520" y="1686"/>
                  </a:cubicBezTo>
                  <a:cubicBezTo>
                    <a:pt x="2520" y="1562"/>
                    <a:pt x="2622" y="1459"/>
                    <a:pt x="2747" y="1459"/>
                  </a:cubicBezTo>
                  <a:close/>
                  <a:moveTo>
                    <a:pt x="205" y="1"/>
                  </a:moveTo>
                  <a:cubicBezTo>
                    <a:pt x="164" y="1"/>
                    <a:pt x="123" y="15"/>
                    <a:pt x="89" y="43"/>
                  </a:cubicBezTo>
                  <a:cubicBezTo>
                    <a:pt x="14" y="106"/>
                    <a:pt x="1" y="219"/>
                    <a:pt x="66" y="297"/>
                  </a:cubicBezTo>
                  <a:lnTo>
                    <a:pt x="1310" y="1799"/>
                  </a:lnTo>
                  <a:cubicBezTo>
                    <a:pt x="1345" y="1841"/>
                    <a:pt x="1396" y="1864"/>
                    <a:pt x="1449" y="1864"/>
                  </a:cubicBezTo>
                  <a:lnTo>
                    <a:pt x="2168" y="1864"/>
                  </a:lnTo>
                  <a:cubicBezTo>
                    <a:pt x="2245" y="2096"/>
                    <a:pt x="2464" y="2266"/>
                    <a:pt x="2721" y="2266"/>
                  </a:cubicBezTo>
                  <a:cubicBezTo>
                    <a:pt x="2737" y="2266"/>
                    <a:pt x="2752" y="2265"/>
                    <a:pt x="2768" y="2264"/>
                  </a:cubicBezTo>
                  <a:cubicBezTo>
                    <a:pt x="3041" y="2241"/>
                    <a:pt x="3268" y="2024"/>
                    <a:pt x="3298" y="1752"/>
                  </a:cubicBezTo>
                  <a:cubicBezTo>
                    <a:pt x="3337" y="1401"/>
                    <a:pt x="3063" y="1102"/>
                    <a:pt x="2721" y="1102"/>
                  </a:cubicBezTo>
                  <a:cubicBezTo>
                    <a:pt x="2462" y="1102"/>
                    <a:pt x="2244" y="1271"/>
                    <a:pt x="2168" y="1502"/>
                  </a:cubicBezTo>
                  <a:lnTo>
                    <a:pt x="1533" y="1502"/>
                  </a:lnTo>
                  <a:lnTo>
                    <a:pt x="343" y="66"/>
                  </a:lnTo>
                  <a:cubicBezTo>
                    <a:pt x="307" y="23"/>
                    <a:pt x="256" y="1"/>
                    <a:pt x="2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71"/>
            <p:cNvSpPr/>
            <p:nvPr/>
          </p:nvSpPr>
          <p:spPr>
            <a:xfrm>
              <a:off x="6365003" y="1797875"/>
              <a:ext cx="126422" cy="85734"/>
            </a:xfrm>
            <a:custGeom>
              <a:rect b="b" l="l" r="r" t="t"/>
              <a:pathLst>
                <a:path extrusionOk="0" h="2263" w="3337">
                  <a:moveTo>
                    <a:pt x="591" y="1458"/>
                  </a:moveTo>
                  <a:cubicBezTo>
                    <a:pt x="716" y="1458"/>
                    <a:pt x="817" y="1561"/>
                    <a:pt x="817" y="1685"/>
                  </a:cubicBezTo>
                  <a:cubicBezTo>
                    <a:pt x="817" y="1810"/>
                    <a:pt x="716" y="1912"/>
                    <a:pt x="591" y="1912"/>
                  </a:cubicBezTo>
                  <a:cubicBezTo>
                    <a:pt x="467" y="1912"/>
                    <a:pt x="365" y="1809"/>
                    <a:pt x="365" y="1685"/>
                  </a:cubicBezTo>
                  <a:cubicBezTo>
                    <a:pt x="365" y="1561"/>
                    <a:pt x="467" y="1458"/>
                    <a:pt x="591" y="1458"/>
                  </a:cubicBezTo>
                  <a:close/>
                  <a:moveTo>
                    <a:pt x="3135" y="0"/>
                  </a:moveTo>
                  <a:cubicBezTo>
                    <a:pt x="3083" y="0"/>
                    <a:pt x="3031" y="23"/>
                    <a:pt x="2995" y="65"/>
                  </a:cubicBezTo>
                  <a:lnTo>
                    <a:pt x="1805" y="1501"/>
                  </a:lnTo>
                  <a:lnTo>
                    <a:pt x="1169" y="1501"/>
                  </a:lnTo>
                  <a:cubicBezTo>
                    <a:pt x="1094" y="1269"/>
                    <a:pt x="875" y="1101"/>
                    <a:pt x="617" y="1101"/>
                  </a:cubicBezTo>
                  <a:cubicBezTo>
                    <a:pt x="274" y="1101"/>
                    <a:pt x="1" y="1400"/>
                    <a:pt x="40" y="1750"/>
                  </a:cubicBezTo>
                  <a:cubicBezTo>
                    <a:pt x="71" y="2023"/>
                    <a:pt x="297" y="2240"/>
                    <a:pt x="570" y="2261"/>
                  </a:cubicBezTo>
                  <a:cubicBezTo>
                    <a:pt x="587" y="2262"/>
                    <a:pt x="603" y="2263"/>
                    <a:pt x="619" y="2263"/>
                  </a:cubicBezTo>
                  <a:cubicBezTo>
                    <a:pt x="876" y="2263"/>
                    <a:pt x="1093" y="2093"/>
                    <a:pt x="1169" y="1862"/>
                  </a:cubicBezTo>
                  <a:lnTo>
                    <a:pt x="1888" y="1862"/>
                  </a:lnTo>
                  <a:cubicBezTo>
                    <a:pt x="1942" y="1862"/>
                    <a:pt x="1993" y="1839"/>
                    <a:pt x="2027" y="1797"/>
                  </a:cubicBezTo>
                  <a:lnTo>
                    <a:pt x="3272" y="295"/>
                  </a:lnTo>
                  <a:cubicBezTo>
                    <a:pt x="3336" y="218"/>
                    <a:pt x="3326" y="105"/>
                    <a:pt x="3248" y="42"/>
                  </a:cubicBezTo>
                  <a:cubicBezTo>
                    <a:pt x="3215" y="14"/>
                    <a:pt x="3175" y="0"/>
                    <a:pt x="3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71"/>
            <p:cNvSpPr/>
            <p:nvPr/>
          </p:nvSpPr>
          <p:spPr>
            <a:xfrm>
              <a:off x="6365003" y="1465927"/>
              <a:ext cx="126422" cy="85810"/>
            </a:xfrm>
            <a:custGeom>
              <a:rect b="b" l="l" r="r" t="t"/>
              <a:pathLst>
                <a:path extrusionOk="0" h="2265" w="3337">
                  <a:moveTo>
                    <a:pt x="591" y="345"/>
                  </a:moveTo>
                  <a:cubicBezTo>
                    <a:pt x="716" y="345"/>
                    <a:pt x="817" y="448"/>
                    <a:pt x="817" y="572"/>
                  </a:cubicBezTo>
                  <a:cubicBezTo>
                    <a:pt x="817" y="696"/>
                    <a:pt x="716" y="798"/>
                    <a:pt x="591" y="798"/>
                  </a:cubicBezTo>
                  <a:cubicBezTo>
                    <a:pt x="467" y="798"/>
                    <a:pt x="365" y="696"/>
                    <a:pt x="365" y="572"/>
                  </a:cubicBezTo>
                  <a:cubicBezTo>
                    <a:pt x="365" y="448"/>
                    <a:pt x="466" y="345"/>
                    <a:pt x="591" y="345"/>
                  </a:cubicBezTo>
                  <a:close/>
                  <a:moveTo>
                    <a:pt x="617" y="1"/>
                  </a:moveTo>
                  <a:cubicBezTo>
                    <a:pt x="602" y="1"/>
                    <a:pt x="586" y="1"/>
                    <a:pt x="570" y="2"/>
                  </a:cubicBezTo>
                  <a:cubicBezTo>
                    <a:pt x="297" y="24"/>
                    <a:pt x="70" y="242"/>
                    <a:pt x="40" y="515"/>
                  </a:cubicBezTo>
                  <a:cubicBezTo>
                    <a:pt x="1" y="865"/>
                    <a:pt x="274" y="1164"/>
                    <a:pt x="617" y="1164"/>
                  </a:cubicBezTo>
                  <a:cubicBezTo>
                    <a:pt x="875" y="1164"/>
                    <a:pt x="1094" y="994"/>
                    <a:pt x="1169" y="763"/>
                  </a:cubicBezTo>
                  <a:lnTo>
                    <a:pt x="1805" y="763"/>
                  </a:lnTo>
                  <a:lnTo>
                    <a:pt x="2995" y="2199"/>
                  </a:lnTo>
                  <a:cubicBezTo>
                    <a:pt x="3031" y="2242"/>
                    <a:pt x="3081" y="2265"/>
                    <a:pt x="3133" y="2265"/>
                  </a:cubicBezTo>
                  <a:cubicBezTo>
                    <a:pt x="3174" y="2265"/>
                    <a:pt x="3215" y="2251"/>
                    <a:pt x="3248" y="2223"/>
                  </a:cubicBezTo>
                  <a:cubicBezTo>
                    <a:pt x="3326" y="2159"/>
                    <a:pt x="3336" y="2046"/>
                    <a:pt x="3272" y="1968"/>
                  </a:cubicBezTo>
                  <a:lnTo>
                    <a:pt x="2027" y="467"/>
                  </a:lnTo>
                  <a:cubicBezTo>
                    <a:pt x="1993" y="426"/>
                    <a:pt x="1942" y="401"/>
                    <a:pt x="1888" y="401"/>
                  </a:cubicBezTo>
                  <a:lnTo>
                    <a:pt x="1169" y="401"/>
                  </a:lnTo>
                  <a:cubicBezTo>
                    <a:pt x="1093" y="169"/>
                    <a:pt x="875" y="1"/>
                    <a:pt x="6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71"/>
            <p:cNvSpPr/>
            <p:nvPr/>
          </p:nvSpPr>
          <p:spPr>
            <a:xfrm>
              <a:off x="6364359" y="1652169"/>
              <a:ext cx="74444" cy="44060"/>
            </a:xfrm>
            <a:custGeom>
              <a:rect b="b" l="l" r="r" t="t"/>
              <a:pathLst>
                <a:path extrusionOk="0" h="1163" w="1965">
                  <a:moveTo>
                    <a:pt x="608" y="367"/>
                  </a:moveTo>
                  <a:cubicBezTo>
                    <a:pt x="733" y="367"/>
                    <a:pt x="834" y="470"/>
                    <a:pt x="834" y="594"/>
                  </a:cubicBezTo>
                  <a:cubicBezTo>
                    <a:pt x="834" y="718"/>
                    <a:pt x="733" y="821"/>
                    <a:pt x="608" y="821"/>
                  </a:cubicBezTo>
                  <a:cubicBezTo>
                    <a:pt x="484" y="821"/>
                    <a:pt x="382" y="718"/>
                    <a:pt x="382" y="594"/>
                  </a:cubicBezTo>
                  <a:cubicBezTo>
                    <a:pt x="382" y="469"/>
                    <a:pt x="483" y="367"/>
                    <a:pt x="608" y="367"/>
                  </a:cubicBezTo>
                  <a:close/>
                  <a:moveTo>
                    <a:pt x="619" y="1"/>
                  </a:moveTo>
                  <a:cubicBezTo>
                    <a:pt x="603" y="1"/>
                    <a:pt x="587" y="1"/>
                    <a:pt x="571" y="3"/>
                  </a:cubicBezTo>
                  <a:cubicBezTo>
                    <a:pt x="296" y="25"/>
                    <a:pt x="71" y="241"/>
                    <a:pt x="40" y="516"/>
                  </a:cubicBezTo>
                  <a:cubicBezTo>
                    <a:pt x="1" y="864"/>
                    <a:pt x="275" y="1162"/>
                    <a:pt x="618" y="1162"/>
                  </a:cubicBezTo>
                  <a:cubicBezTo>
                    <a:pt x="875" y="1162"/>
                    <a:pt x="1094" y="993"/>
                    <a:pt x="1170" y="762"/>
                  </a:cubicBezTo>
                  <a:lnTo>
                    <a:pt x="1767" y="762"/>
                  </a:lnTo>
                  <a:cubicBezTo>
                    <a:pt x="1862" y="762"/>
                    <a:pt x="1948" y="692"/>
                    <a:pt x="1955" y="598"/>
                  </a:cubicBezTo>
                  <a:cubicBezTo>
                    <a:pt x="1965" y="491"/>
                    <a:pt x="1881" y="402"/>
                    <a:pt x="1776" y="402"/>
                  </a:cubicBezTo>
                  <a:lnTo>
                    <a:pt x="1170" y="402"/>
                  </a:lnTo>
                  <a:cubicBezTo>
                    <a:pt x="1094" y="170"/>
                    <a:pt x="876" y="1"/>
                    <a:pt x="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71"/>
            <p:cNvSpPr/>
            <p:nvPr/>
          </p:nvSpPr>
          <p:spPr>
            <a:xfrm>
              <a:off x="6496312" y="1568027"/>
              <a:ext cx="213520" cy="213520"/>
            </a:xfrm>
            <a:custGeom>
              <a:rect b="b" l="l" r="r" t="t"/>
              <a:pathLst>
                <a:path extrusionOk="0" h="5636" w="5636">
                  <a:moveTo>
                    <a:pt x="3082" y="359"/>
                  </a:moveTo>
                  <a:lnTo>
                    <a:pt x="3082" y="833"/>
                  </a:lnTo>
                  <a:cubicBezTo>
                    <a:pt x="3082" y="920"/>
                    <a:pt x="3142" y="995"/>
                    <a:pt x="3228" y="1014"/>
                  </a:cubicBezTo>
                  <a:cubicBezTo>
                    <a:pt x="3437" y="1062"/>
                    <a:pt x="3635" y="1143"/>
                    <a:pt x="3815" y="1257"/>
                  </a:cubicBezTo>
                  <a:cubicBezTo>
                    <a:pt x="3845" y="1277"/>
                    <a:pt x="3880" y="1286"/>
                    <a:pt x="3914" y="1286"/>
                  </a:cubicBezTo>
                  <a:cubicBezTo>
                    <a:pt x="3963" y="1286"/>
                    <a:pt x="4011" y="1267"/>
                    <a:pt x="4048" y="1232"/>
                  </a:cubicBezTo>
                  <a:lnTo>
                    <a:pt x="4385" y="897"/>
                  </a:lnTo>
                  <a:lnTo>
                    <a:pt x="4756" y="1263"/>
                  </a:lnTo>
                  <a:lnTo>
                    <a:pt x="4418" y="1598"/>
                  </a:lnTo>
                  <a:cubicBezTo>
                    <a:pt x="4357" y="1660"/>
                    <a:pt x="4345" y="1756"/>
                    <a:pt x="4392" y="1828"/>
                  </a:cubicBezTo>
                  <a:cubicBezTo>
                    <a:pt x="4507" y="2007"/>
                    <a:pt x="4590" y="2204"/>
                    <a:pt x="4636" y="2410"/>
                  </a:cubicBezTo>
                  <a:cubicBezTo>
                    <a:pt x="4656" y="2496"/>
                    <a:pt x="4731" y="2556"/>
                    <a:pt x="4819" y="2556"/>
                  </a:cubicBezTo>
                  <a:lnTo>
                    <a:pt x="5276" y="2556"/>
                  </a:lnTo>
                  <a:lnTo>
                    <a:pt x="5276" y="3079"/>
                  </a:lnTo>
                  <a:lnTo>
                    <a:pt x="4819" y="3079"/>
                  </a:lnTo>
                  <a:cubicBezTo>
                    <a:pt x="4731" y="3079"/>
                    <a:pt x="4656" y="3140"/>
                    <a:pt x="4636" y="3225"/>
                  </a:cubicBezTo>
                  <a:cubicBezTo>
                    <a:pt x="4589" y="3431"/>
                    <a:pt x="4508" y="3628"/>
                    <a:pt x="4392" y="3807"/>
                  </a:cubicBezTo>
                  <a:cubicBezTo>
                    <a:pt x="4345" y="3881"/>
                    <a:pt x="4357" y="3976"/>
                    <a:pt x="4418" y="4037"/>
                  </a:cubicBezTo>
                  <a:lnTo>
                    <a:pt x="4756" y="4372"/>
                  </a:lnTo>
                  <a:lnTo>
                    <a:pt x="4385" y="4738"/>
                  </a:lnTo>
                  <a:lnTo>
                    <a:pt x="4048" y="4403"/>
                  </a:lnTo>
                  <a:cubicBezTo>
                    <a:pt x="4012" y="4367"/>
                    <a:pt x="3964" y="4349"/>
                    <a:pt x="3916" y="4349"/>
                  </a:cubicBezTo>
                  <a:cubicBezTo>
                    <a:pt x="3881" y="4349"/>
                    <a:pt x="3846" y="4358"/>
                    <a:pt x="3815" y="4378"/>
                  </a:cubicBezTo>
                  <a:cubicBezTo>
                    <a:pt x="3635" y="4492"/>
                    <a:pt x="3437" y="4573"/>
                    <a:pt x="3227" y="4619"/>
                  </a:cubicBezTo>
                  <a:cubicBezTo>
                    <a:pt x="3142" y="4639"/>
                    <a:pt x="3080" y="4713"/>
                    <a:pt x="3080" y="4800"/>
                  </a:cubicBezTo>
                  <a:lnTo>
                    <a:pt x="3080" y="5274"/>
                  </a:lnTo>
                  <a:lnTo>
                    <a:pt x="2557" y="5274"/>
                  </a:lnTo>
                  <a:lnTo>
                    <a:pt x="2557" y="4817"/>
                  </a:lnTo>
                  <a:cubicBezTo>
                    <a:pt x="2557" y="4729"/>
                    <a:pt x="2496" y="4654"/>
                    <a:pt x="2411" y="4634"/>
                  </a:cubicBezTo>
                  <a:cubicBezTo>
                    <a:pt x="2205" y="4587"/>
                    <a:pt x="2008" y="4505"/>
                    <a:pt x="1829" y="4390"/>
                  </a:cubicBezTo>
                  <a:cubicBezTo>
                    <a:pt x="1799" y="4370"/>
                    <a:pt x="1765" y="4361"/>
                    <a:pt x="1731" y="4361"/>
                  </a:cubicBezTo>
                  <a:cubicBezTo>
                    <a:pt x="1683" y="4361"/>
                    <a:pt x="1635" y="4380"/>
                    <a:pt x="1600" y="4416"/>
                  </a:cubicBezTo>
                  <a:lnTo>
                    <a:pt x="1264" y="4754"/>
                  </a:lnTo>
                  <a:lnTo>
                    <a:pt x="897" y="4383"/>
                  </a:lnTo>
                  <a:lnTo>
                    <a:pt x="1233" y="4043"/>
                  </a:lnTo>
                  <a:cubicBezTo>
                    <a:pt x="1294" y="3983"/>
                    <a:pt x="1305" y="3889"/>
                    <a:pt x="1259" y="3816"/>
                  </a:cubicBezTo>
                  <a:cubicBezTo>
                    <a:pt x="1144" y="3633"/>
                    <a:pt x="1063" y="3434"/>
                    <a:pt x="1016" y="3224"/>
                  </a:cubicBezTo>
                  <a:cubicBezTo>
                    <a:pt x="997" y="3138"/>
                    <a:pt x="922" y="3077"/>
                    <a:pt x="835" y="3077"/>
                  </a:cubicBezTo>
                  <a:lnTo>
                    <a:pt x="362" y="3077"/>
                  </a:lnTo>
                  <a:lnTo>
                    <a:pt x="362" y="2554"/>
                  </a:lnTo>
                  <a:lnTo>
                    <a:pt x="818" y="2554"/>
                  </a:lnTo>
                  <a:cubicBezTo>
                    <a:pt x="906" y="2554"/>
                    <a:pt x="982" y="2493"/>
                    <a:pt x="1001" y="2408"/>
                  </a:cubicBezTo>
                  <a:cubicBezTo>
                    <a:pt x="1049" y="2201"/>
                    <a:pt x="1129" y="2005"/>
                    <a:pt x="1244" y="1826"/>
                  </a:cubicBezTo>
                  <a:cubicBezTo>
                    <a:pt x="1292" y="1752"/>
                    <a:pt x="1280" y="1656"/>
                    <a:pt x="1218" y="1596"/>
                  </a:cubicBezTo>
                  <a:lnTo>
                    <a:pt x="881" y="1261"/>
                  </a:lnTo>
                  <a:lnTo>
                    <a:pt x="1252" y="895"/>
                  </a:lnTo>
                  <a:lnTo>
                    <a:pt x="1592" y="1231"/>
                  </a:lnTo>
                  <a:cubicBezTo>
                    <a:pt x="1627" y="1267"/>
                    <a:pt x="1674" y="1285"/>
                    <a:pt x="1722" y="1285"/>
                  </a:cubicBezTo>
                  <a:cubicBezTo>
                    <a:pt x="1755" y="1285"/>
                    <a:pt x="1789" y="1276"/>
                    <a:pt x="1819" y="1257"/>
                  </a:cubicBezTo>
                  <a:cubicBezTo>
                    <a:pt x="2002" y="1142"/>
                    <a:pt x="2201" y="1061"/>
                    <a:pt x="2411" y="1014"/>
                  </a:cubicBezTo>
                  <a:cubicBezTo>
                    <a:pt x="2496" y="994"/>
                    <a:pt x="2558" y="920"/>
                    <a:pt x="2558" y="833"/>
                  </a:cubicBezTo>
                  <a:lnTo>
                    <a:pt x="2558" y="359"/>
                  </a:lnTo>
                  <a:close/>
                  <a:moveTo>
                    <a:pt x="2519" y="0"/>
                  </a:moveTo>
                  <a:cubicBezTo>
                    <a:pt x="2341" y="0"/>
                    <a:pt x="2195" y="145"/>
                    <a:pt x="2195" y="324"/>
                  </a:cubicBezTo>
                  <a:lnTo>
                    <a:pt x="2195" y="702"/>
                  </a:lnTo>
                  <a:cubicBezTo>
                    <a:pt x="2048" y="745"/>
                    <a:pt x="1904" y="803"/>
                    <a:pt x="1770" y="879"/>
                  </a:cubicBezTo>
                  <a:lnTo>
                    <a:pt x="1503" y="612"/>
                  </a:lnTo>
                  <a:cubicBezTo>
                    <a:pt x="1439" y="548"/>
                    <a:pt x="1356" y="517"/>
                    <a:pt x="1273" y="517"/>
                  </a:cubicBezTo>
                  <a:cubicBezTo>
                    <a:pt x="1190" y="517"/>
                    <a:pt x="1107" y="548"/>
                    <a:pt x="1044" y="612"/>
                  </a:cubicBezTo>
                  <a:lnTo>
                    <a:pt x="611" y="1045"/>
                  </a:lnTo>
                  <a:cubicBezTo>
                    <a:pt x="484" y="1172"/>
                    <a:pt x="484" y="1377"/>
                    <a:pt x="611" y="1503"/>
                  </a:cubicBezTo>
                  <a:lnTo>
                    <a:pt x="878" y="1770"/>
                  </a:lnTo>
                  <a:cubicBezTo>
                    <a:pt x="805" y="1906"/>
                    <a:pt x="746" y="2048"/>
                    <a:pt x="702" y="2195"/>
                  </a:cubicBezTo>
                  <a:lnTo>
                    <a:pt x="323" y="2195"/>
                  </a:lnTo>
                  <a:cubicBezTo>
                    <a:pt x="145" y="2195"/>
                    <a:pt x="0" y="2340"/>
                    <a:pt x="0" y="2519"/>
                  </a:cubicBezTo>
                  <a:lnTo>
                    <a:pt x="0" y="3117"/>
                  </a:lnTo>
                  <a:cubicBezTo>
                    <a:pt x="0" y="3295"/>
                    <a:pt x="144" y="3441"/>
                    <a:pt x="323" y="3441"/>
                  </a:cubicBezTo>
                  <a:lnTo>
                    <a:pt x="702" y="3441"/>
                  </a:lnTo>
                  <a:cubicBezTo>
                    <a:pt x="745" y="3588"/>
                    <a:pt x="805" y="3731"/>
                    <a:pt x="878" y="3866"/>
                  </a:cubicBezTo>
                  <a:lnTo>
                    <a:pt x="611" y="4133"/>
                  </a:lnTo>
                  <a:cubicBezTo>
                    <a:pt x="550" y="4195"/>
                    <a:pt x="517" y="4275"/>
                    <a:pt x="517" y="4362"/>
                  </a:cubicBezTo>
                  <a:cubicBezTo>
                    <a:pt x="517" y="4448"/>
                    <a:pt x="551" y="4530"/>
                    <a:pt x="611" y="4592"/>
                  </a:cubicBezTo>
                  <a:lnTo>
                    <a:pt x="1044" y="5024"/>
                  </a:lnTo>
                  <a:cubicBezTo>
                    <a:pt x="1106" y="5086"/>
                    <a:pt x="1187" y="5119"/>
                    <a:pt x="1274" y="5119"/>
                  </a:cubicBezTo>
                  <a:cubicBezTo>
                    <a:pt x="1361" y="5119"/>
                    <a:pt x="1441" y="5085"/>
                    <a:pt x="1503" y="5024"/>
                  </a:cubicBezTo>
                  <a:lnTo>
                    <a:pt x="1770" y="4757"/>
                  </a:lnTo>
                  <a:cubicBezTo>
                    <a:pt x="1906" y="4832"/>
                    <a:pt x="2048" y="4890"/>
                    <a:pt x="2195" y="4934"/>
                  </a:cubicBezTo>
                  <a:lnTo>
                    <a:pt x="2195" y="5312"/>
                  </a:lnTo>
                  <a:cubicBezTo>
                    <a:pt x="2195" y="5490"/>
                    <a:pt x="2339" y="5636"/>
                    <a:pt x="2519" y="5636"/>
                  </a:cubicBezTo>
                  <a:lnTo>
                    <a:pt x="3117" y="5636"/>
                  </a:lnTo>
                  <a:cubicBezTo>
                    <a:pt x="3295" y="5636"/>
                    <a:pt x="3441" y="5492"/>
                    <a:pt x="3441" y="5312"/>
                  </a:cubicBezTo>
                  <a:lnTo>
                    <a:pt x="3441" y="4934"/>
                  </a:lnTo>
                  <a:cubicBezTo>
                    <a:pt x="3588" y="4891"/>
                    <a:pt x="3731" y="4833"/>
                    <a:pt x="3866" y="4757"/>
                  </a:cubicBezTo>
                  <a:lnTo>
                    <a:pt x="4133" y="5024"/>
                  </a:lnTo>
                  <a:cubicBezTo>
                    <a:pt x="4196" y="5088"/>
                    <a:pt x="4280" y="5120"/>
                    <a:pt x="4363" y="5120"/>
                  </a:cubicBezTo>
                  <a:cubicBezTo>
                    <a:pt x="4446" y="5120"/>
                    <a:pt x="4529" y="5088"/>
                    <a:pt x="4592" y="5024"/>
                  </a:cubicBezTo>
                  <a:lnTo>
                    <a:pt x="5019" y="4597"/>
                  </a:lnTo>
                  <a:cubicBezTo>
                    <a:pt x="5066" y="4550"/>
                    <a:pt x="5102" y="4490"/>
                    <a:pt x="5113" y="4425"/>
                  </a:cubicBezTo>
                  <a:cubicBezTo>
                    <a:pt x="5134" y="4315"/>
                    <a:pt x="5101" y="4209"/>
                    <a:pt x="5024" y="4133"/>
                  </a:cubicBezTo>
                  <a:lnTo>
                    <a:pt x="4757" y="3866"/>
                  </a:lnTo>
                  <a:cubicBezTo>
                    <a:pt x="4831" y="3730"/>
                    <a:pt x="4890" y="3588"/>
                    <a:pt x="4934" y="3441"/>
                  </a:cubicBezTo>
                  <a:lnTo>
                    <a:pt x="5312" y="3441"/>
                  </a:lnTo>
                  <a:cubicBezTo>
                    <a:pt x="5490" y="3441"/>
                    <a:pt x="5636" y="3296"/>
                    <a:pt x="5636" y="3117"/>
                  </a:cubicBezTo>
                  <a:lnTo>
                    <a:pt x="5636" y="2519"/>
                  </a:lnTo>
                  <a:cubicBezTo>
                    <a:pt x="5636" y="2341"/>
                    <a:pt x="5490" y="2195"/>
                    <a:pt x="5312" y="2195"/>
                  </a:cubicBezTo>
                  <a:lnTo>
                    <a:pt x="4934" y="2195"/>
                  </a:lnTo>
                  <a:cubicBezTo>
                    <a:pt x="4891" y="2048"/>
                    <a:pt x="4831" y="1905"/>
                    <a:pt x="4757" y="1770"/>
                  </a:cubicBezTo>
                  <a:lnTo>
                    <a:pt x="5024" y="1503"/>
                  </a:lnTo>
                  <a:cubicBezTo>
                    <a:pt x="5152" y="1376"/>
                    <a:pt x="5152" y="1171"/>
                    <a:pt x="5024" y="1045"/>
                  </a:cubicBezTo>
                  <a:lnTo>
                    <a:pt x="4592" y="612"/>
                  </a:lnTo>
                  <a:cubicBezTo>
                    <a:pt x="4528" y="549"/>
                    <a:pt x="4445" y="518"/>
                    <a:pt x="4362" y="518"/>
                  </a:cubicBezTo>
                  <a:cubicBezTo>
                    <a:pt x="4279" y="518"/>
                    <a:pt x="4196" y="549"/>
                    <a:pt x="4133" y="612"/>
                  </a:cubicBezTo>
                  <a:lnTo>
                    <a:pt x="3866" y="879"/>
                  </a:lnTo>
                  <a:cubicBezTo>
                    <a:pt x="3730" y="806"/>
                    <a:pt x="3588" y="746"/>
                    <a:pt x="3441" y="702"/>
                  </a:cubicBezTo>
                  <a:lnTo>
                    <a:pt x="3441" y="325"/>
                  </a:lnTo>
                  <a:cubicBezTo>
                    <a:pt x="3442" y="146"/>
                    <a:pt x="3296" y="0"/>
                    <a:pt x="3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71"/>
            <p:cNvSpPr/>
            <p:nvPr/>
          </p:nvSpPr>
          <p:spPr>
            <a:xfrm>
              <a:off x="6549541" y="1621748"/>
              <a:ext cx="106798" cy="105775"/>
            </a:xfrm>
            <a:custGeom>
              <a:rect b="b" l="l" r="r" t="t"/>
              <a:pathLst>
                <a:path extrusionOk="0" h="2792" w="2819">
                  <a:moveTo>
                    <a:pt x="1408" y="1"/>
                  </a:moveTo>
                  <a:cubicBezTo>
                    <a:pt x="1386" y="1"/>
                    <a:pt x="1364" y="1"/>
                    <a:pt x="1341" y="2"/>
                  </a:cubicBezTo>
                  <a:cubicBezTo>
                    <a:pt x="636" y="39"/>
                    <a:pt x="56" y="619"/>
                    <a:pt x="21" y="1325"/>
                  </a:cubicBezTo>
                  <a:cubicBezTo>
                    <a:pt x="1" y="1719"/>
                    <a:pt x="149" y="2105"/>
                    <a:pt x="428" y="2383"/>
                  </a:cubicBezTo>
                  <a:cubicBezTo>
                    <a:pt x="690" y="2645"/>
                    <a:pt x="1047" y="2791"/>
                    <a:pt x="1417" y="2791"/>
                  </a:cubicBezTo>
                  <a:cubicBezTo>
                    <a:pt x="1440" y="2791"/>
                    <a:pt x="1462" y="2791"/>
                    <a:pt x="1486" y="2789"/>
                  </a:cubicBezTo>
                  <a:cubicBezTo>
                    <a:pt x="1587" y="2785"/>
                    <a:pt x="1666" y="2698"/>
                    <a:pt x="1661" y="2596"/>
                  </a:cubicBezTo>
                  <a:cubicBezTo>
                    <a:pt x="1656" y="2497"/>
                    <a:pt x="1574" y="2421"/>
                    <a:pt x="1475" y="2421"/>
                  </a:cubicBezTo>
                  <a:cubicBezTo>
                    <a:pt x="1472" y="2421"/>
                    <a:pt x="1470" y="2421"/>
                    <a:pt x="1467" y="2421"/>
                  </a:cubicBezTo>
                  <a:cubicBezTo>
                    <a:pt x="1449" y="2422"/>
                    <a:pt x="1431" y="2422"/>
                    <a:pt x="1413" y="2422"/>
                  </a:cubicBezTo>
                  <a:cubicBezTo>
                    <a:pt x="1139" y="2422"/>
                    <a:pt x="884" y="2317"/>
                    <a:pt x="690" y="2121"/>
                  </a:cubicBezTo>
                  <a:cubicBezTo>
                    <a:pt x="483" y="1913"/>
                    <a:pt x="376" y="1636"/>
                    <a:pt x="391" y="1343"/>
                  </a:cubicBezTo>
                  <a:cubicBezTo>
                    <a:pt x="418" y="825"/>
                    <a:pt x="843" y="398"/>
                    <a:pt x="1361" y="372"/>
                  </a:cubicBezTo>
                  <a:cubicBezTo>
                    <a:pt x="1379" y="371"/>
                    <a:pt x="1396" y="371"/>
                    <a:pt x="1413" y="371"/>
                  </a:cubicBezTo>
                  <a:cubicBezTo>
                    <a:pt x="1690" y="371"/>
                    <a:pt x="1966" y="488"/>
                    <a:pt x="2157" y="687"/>
                  </a:cubicBezTo>
                  <a:cubicBezTo>
                    <a:pt x="2580" y="1131"/>
                    <a:pt x="2469" y="1782"/>
                    <a:pt x="2122" y="2131"/>
                  </a:cubicBezTo>
                  <a:cubicBezTo>
                    <a:pt x="2050" y="2202"/>
                    <a:pt x="2050" y="2320"/>
                    <a:pt x="2124" y="2392"/>
                  </a:cubicBezTo>
                  <a:cubicBezTo>
                    <a:pt x="2159" y="2428"/>
                    <a:pt x="2206" y="2446"/>
                    <a:pt x="2253" y="2446"/>
                  </a:cubicBezTo>
                  <a:cubicBezTo>
                    <a:pt x="2301" y="2446"/>
                    <a:pt x="2349" y="2427"/>
                    <a:pt x="2386" y="2390"/>
                  </a:cubicBezTo>
                  <a:cubicBezTo>
                    <a:pt x="2632" y="2142"/>
                    <a:pt x="2784" y="1798"/>
                    <a:pt x="2800" y="1445"/>
                  </a:cubicBezTo>
                  <a:cubicBezTo>
                    <a:pt x="2818" y="1064"/>
                    <a:pt x="2685" y="706"/>
                    <a:pt x="2424" y="432"/>
                  </a:cubicBezTo>
                  <a:cubicBezTo>
                    <a:pt x="2158" y="155"/>
                    <a:pt x="1791" y="1"/>
                    <a:pt x="1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38" name="Google Shape;2938;p71"/>
          <p:cNvGrpSpPr/>
          <p:nvPr/>
        </p:nvGrpSpPr>
        <p:grpSpPr>
          <a:xfrm>
            <a:off x="5498266" y="2043313"/>
            <a:ext cx="449618" cy="354685"/>
            <a:chOff x="5554037" y="1486725"/>
            <a:chExt cx="476745" cy="376084"/>
          </a:xfrm>
        </p:grpSpPr>
        <p:sp>
          <p:nvSpPr>
            <p:cNvPr id="2939" name="Google Shape;2939;p71"/>
            <p:cNvSpPr/>
            <p:nvPr/>
          </p:nvSpPr>
          <p:spPr>
            <a:xfrm>
              <a:off x="5554037" y="1486725"/>
              <a:ext cx="476745" cy="376084"/>
            </a:xfrm>
            <a:custGeom>
              <a:rect b="b" l="l" r="r" t="t"/>
              <a:pathLst>
                <a:path extrusionOk="0" h="9927" w="12584">
                  <a:moveTo>
                    <a:pt x="11305" y="360"/>
                  </a:moveTo>
                  <a:cubicBezTo>
                    <a:pt x="11448" y="360"/>
                    <a:pt x="11567" y="479"/>
                    <a:pt x="11567" y="622"/>
                  </a:cubicBezTo>
                  <a:lnTo>
                    <a:pt x="11567" y="3964"/>
                  </a:lnTo>
                  <a:lnTo>
                    <a:pt x="11141" y="3964"/>
                  </a:lnTo>
                  <a:lnTo>
                    <a:pt x="11141" y="1207"/>
                  </a:lnTo>
                  <a:cubicBezTo>
                    <a:pt x="11141" y="974"/>
                    <a:pt x="10953" y="786"/>
                    <a:pt x="10721" y="786"/>
                  </a:cubicBezTo>
                  <a:lnTo>
                    <a:pt x="1207" y="786"/>
                  </a:lnTo>
                  <a:cubicBezTo>
                    <a:pt x="975" y="786"/>
                    <a:pt x="786" y="974"/>
                    <a:pt x="786" y="1207"/>
                  </a:cubicBezTo>
                  <a:lnTo>
                    <a:pt x="786" y="6749"/>
                  </a:lnTo>
                  <a:lnTo>
                    <a:pt x="361" y="6749"/>
                  </a:lnTo>
                  <a:lnTo>
                    <a:pt x="361" y="622"/>
                  </a:lnTo>
                  <a:cubicBezTo>
                    <a:pt x="361" y="479"/>
                    <a:pt x="479" y="360"/>
                    <a:pt x="623" y="360"/>
                  </a:cubicBezTo>
                  <a:close/>
                  <a:moveTo>
                    <a:pt x="10728" y="1181"/>
                  </a:moveTo>
                  <a:cubicBezTo>
                    <a:pt x="10756" y="1181"/>
                    <a:pt x="10778" y="1204"/>
                    <a:pt x="10778" y="1231"/>
                  </a:cubicBezTo>
                  <a:lnTo>
                    <a:pt x="10780" y="3964"/>
                  </a:lnTo>
                  <a:lnTo>
                    <a:pt x="9603" y="3964"/>
                  </a:lnTo>
                  <a:cubicBezTo>
                    <a:pt x="9313" y="3964"/>
                    <a:pt x="9077" y="4200"/>
                    <a:pt x="9077" y="4491"/>
                  </a:cubicBezTo>
                  <a:lnTo>
                    <a:pt x="9077" y="6749"/>
                  </a:lnTo>
                  <a:lnTo>
                    <a:pt x="1147" y="6749"/>
                  </a:lnTo>
                  <a:lnTo>
                    <a:pt x="1147" y="1231"/>
                  </a:lnTo>
                  <a:cubicBezTo>
                    <a:pt x="1147" y="1203"/>
                    <a:pt x="1171" y="1181"/>
                    <a:pt x="1198" y="1181"/>
                  </a:cubicBezTo>
                  <a:close/>
                  <a:moveTo>
                    <a:pt x="9077" y="7110"/>
                  </a:moveTo>
                  <a:lnTo>
                    <a:pt x="9077" y="7896"/>
                  </a:lnTo>
                  <a:lnTo>
                    <a:pt x="623" y="7896"/>
                  </a:lnTo>
                  <a:cubicBezTo>
                    <a:pt x="479" y="7896"/>
                    <a:pt x="361" y="7779"/>
                    <a:pt x="361" y="7634"/>
                  </a:cubicBezTo>
                  <a:lnTo>
                    <a:pt x="361" y="7110"/>
                  </a:lnTo>
                  <a:close/>
                  <a:moveTo>
                    <a:pt x="12222" y="9011"/>
                  </a:moveTo>
                  <a:lnTo>
                    <a:pt x="12222" y="9410"/>
                  </a:lnTo>
                  <a:cubicBezTo>
                    <a:pt x="12222" y="9498"/>
                    <a:pt x="12152" y="9567"/>
                    <a:pt x="12065" y="9567"/>
                  </a:cubicBezTo>
                  <a:lnTo>
                    <a:pt x="9629" y="9567"/>
                  </a:lnTo>
                  <a:cubicBezTo>
                    <a:pt x="9541" y="9567"/>
                    <a:pt x="9472" y="9496"/>
                    <a:pt x="9472" y="9410"/>
                  </a:cubicBezTo>
                  <a:lnTo>
                    <a:pt x="9472" y="9011"/>
                  </a:lnTo>
                  <a:close/>
                  <a:moveTo>
                    <a:pt x="6658" y="8257"/>
                  </a:moveTo>
                  <a:cubicBezTo>
                    <a:pt x="6703" y="8533"/>
                    <a:pt x="6817" y="9111"/>
                    <a:pt x="7011" y="9568"/>
                  </a:cubicBezTo>
                  <a:lnTo>
                    <a:pt x="4930" y="9568"/>
                  </a:lnTo>
                  <a:cubicBezTo>
                    <a:pt x="5123" y="9111"/>
                    <a:pt x="5237" y="8533"/>
                    <a:pt x="5283" y="8257"/>
                  </a:cubicBezTo>
                  <a:close/>
                  <a:moveTo>
                    <a:pt x="631" y="0"/>
                  </a:moveTo>
                  <a:cubicBezTo>
                    <a:pt x="283" y="0"/>
                    <a:pt x="1" y="283"/>
                    <a:pt x="1" y="631"/>
                  </a:cubicBezTo>
                  <a:lnTo>
                    <a:pt x="1" y="7627"/>
                  </a:lnTo>
                  <a:cubicBezTo>
                    <a:pt x="1" y="7975"/>
                    <a:pt x="284" y="8256"/>
                    <a:pt x="631" y="8256"/>
                  </a:cubicBezTo>
                  <a:lnTo>
                    <a:pt x="4879" y="8256"/>
                  </a:lnTo>
                  <a:cubicBezTo>
                    <a:pt x="4823" y="8571"/>
                    <a:pt x="4697" y="9173"/>
                    <a:pt x="4495" y="9567"/>
                  </a:cubicBezTo>
                  <a:lnTo>
                    <a:pt x="3557" y="9567"/>
                  </a:lnTo>
                  <a:cubicBezTo>
                    <a:pt x="3461" y="9567"/>
                    <a:pt x="3376" y="9636"/>
                    <a:pt x="3367" y="9730"/>
                  </a:cubicBezTo>
                  <a:cubicBezTo>
                    <a:pt x="3358" y="9838"/>
                    <a:pt x="3443" y="9927"/>
                    <a:pt x="3550" y="9927"/>
                  </a:cubicBezTo>
                  <a:lnTo>
                    <a:pt x="8383" y="9927"/>
                  </a:lnTo>
                  <a:cubicBezTo>
                    <a:pt x="8478" y="9927"/>
                    <a:pt x="8564" y="9858"/>
                    <a:pt x="8572" y="9761"/>
                  </a:cubicBezTo>
                  <a:cubicBezTo>
                    <a:pt x="8582" y="9655"/>
                    <a:pt x="8497" y="9566"/>
                    <a:pt x="8389" y="9566"/>
                  </a:cubicBezTo>
                  <a:lnTo>
                    <a:pt x="7423" y="9566"/>
                  </a:lnTo>
                  <a:cubicBezTo>
                    <a:pt x="7220" y="9172"/>
                    <a:pt x="7093" y="8570"/>
                    <a:pt x="7038" y="8255"/>
                  </a:cubicBezTo>
                  <a:lnTo>
                    <a:pt x="9078" y="8255"/>
                  </a:lnTo>
                  <a:lnTo>
                    <a:pt x="9078" y="9399"/>
                  </a:lnTo>
                  <a:cubicBezTo>
                    <a:pt x="9078" y="9690"/>
                    <a:pt x="9314" y="9926"/>
                    <a:pt x="9604" y="9926"/>
                  </a:cubicBezTo>
                  <a:lnTo>
                    <a:pt x="12393" y="9926"/>
                  </a:lnTo>
                  <a:cubicBezTo>
                    <a:pt x="12499" y="9926"/>
                    <a:pt x="12584" y="9840"/>
                    <a:pt x="12584" y="9734"/>
                  </a:cubicBezTo>
                  <a:lnTo>
                    <a:pt x="12584" y="6796"/>
                  </a:lnTo>
                  <a:cubicBezTo>
                    <a:pt x="12584" y="6777"/>
                    <a:pt x="12576" y="6759"/>
                    <a:pt x="12562" y="6745"/>
                  </a:cubicBezTo>
                  <a:cubicBezTo>
                    <a:pt x="12510" y="6694"/>
                    <a:pt x="12454" y="6672"/>
                    <a:pt x="12403" y="6672"/>
                  </a:cubicBezTo>
                  <a:cubicBezTo>
                    <a:pt x="12304" y="6672"/>
                    <a:pt x="12222" y="6755"/>
                    <a:pt x="12222" y="6857"/>
                  </a:cubicBezTo>
                  <a:lnTo>
                    <a:pt x="12222" y="8648"/>
                  </a:lnTo>
                  <a:lnTo>
                    <a:pt x="9471" y="8648"/>
                  </a:lnTo>
                  <a:lnTo>
                    <a:pt x="9471" y="4513"/>
                  </a:lnTo>
                  <a:cubicBezTo>
                    <a:pt x="9471" y="4425"/>
                    <a:pt x="9541" y="4356"/>
                    <a:pt x="9628" y="4356"/>
                  </a:cubicBezTo>
                  <a:lnTo>
                    <a:pt x="12052" y="4356"/>
                  </a:lnTo>
                  <a:cubicBezTo>
                    <a:pt x="12052" y="4356"/>
                    <a:pt x="12209" y="4406"/>
                    <a:pt x="12222" y="4492"/>
                  </a:cubicBezTo>
                  <a:lnTo>
                    <a:pt x="12222" y="6006"/>
                  </a:lnTo>
                  <a:cubicBezTo>
                    <a:pt x="12209" y="6109"/>
                    <a:pt x="12290" y="6193"/>
                    <a:pt x="12393" y="6193"/>
                  </a:cubicBezTo>
                  <a:cubicBezTo>
                    <a:pt x="12495" y="6193"/>
                    <a:pt x="12577" y="6110"/>
                    <a:pt x="12583" y="6009"/>
                  </a:cubicBezTo>
                  <a:lnTo>
                    <a:pt x="12583" y="4494"/>
                  </a:lnTo>
                  <a:cubicBezTo>
                    <a:pt x="12577" y="4204"/>
                    <a:pt x="12052" y="3964"/>
                    <a:pt x="12052" y="3964"/>
                  </a:cubicBezTo>
                  <a:lnTo>
                    <a:pt x="11959" y="3964"/>
                  </a:lnTo>
                  <a:lnTo>
                    <a:pt x="11959" y="631"/>
                  </a:lnTo>
                  <a:cubicBezTo>
                    <a:pt x="11959" y="282"/>
                    <a:pt x="11677" y="0"/>
                    <a:pt x="113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71"/>
            <p:cNvSpPr/>
            <p:nvPr/>
          </p:nvSpPr>
          <p:spPr>
            <a:xfrm>
              <a:off x="5738044" y="1542947"/>
              <a:ext cx="170482" cy="107745"/>
            </a:xfrm>
            <a:custGeom>
              <a:rect b="b" l="l" r="r" t="t"/>
              <a:pathLst>
                <a:path extrusionOk="0" h="2844" w="4500">
                  <a:moveTo>
                    <a:pt x="2860" y="1"/>
                  </a:moveTo>
                  <a:cubicBezTo>
                    <a:pt x="2698" y="1"/>
                    <a:pt x="2538" y="70"/>
                    <a:pt x="2427" y="206"/>
                  </a:cubicBezTo>
                  <a:cubicBezTo>
                    <a:pt x="2268" y="401"/>
                    <a:pt x="2264" y="676"/>
                    <a:pt x="2401" y="875"/>
                  </a:cubicBezTo>
                  <a:lnTo>
                    <a:pt x="1783" y="875"/>
                  </a:lnTo>
                  <a:cubicBezTo>
                    <a:pt x="1688" y="875"/>
                    <a:pt x="1603" y="944"/>
                    <a:pt x="1594" y="1038"/>
                  </a:cubicBezTo>
                  <a:cubicBezTo>
                    <a:pt x="1586" y="1145"/>
                    <a:pt x="1670" y="1234"/>
                    <a:pt x="1775" y="1234"/>
                  </a:cubicBezTo>
                  <a:lnTo>
                    <a:pt x="2882" y="1234"/>
                  </a:lnTo>
                  <a:cubicBezTo>
                    <a:pt x="2934" y="1234"/>
                    <a:pt x="2985" y="1215"/>
                    <a:pt x="3019" y="1176"/>
                  </a:cubicBezTo>
                  <a:cubicBezTo>
                    <a:pt x="3096" y="1092"/>
                    <a:pt x="3082" y="969"/>
                    <a:pt x="3001" y="903"/>
                  </a:cubicBezTo>
                  <a:lnTo>
                    <a:pt x="2740" y="691"/>
                  </a:lnTo>
                  <a:cubicBezTo>
                    <a:pt x="2675" y="637"/>
                    <a:pt x="2646" y="547"/>
                    <a:pt x="2677" y="468"/>
                  </a:cubicBezTo>
                  <a:cubicBezTo>
                    <a:pt x="2711" y="385"/>
                    <a:pt x="2786" y="341"/>
                    <a:pt x="2862" y="341"/>
                  </a:cubicBezTo>
                  <a:cubicBezTo>
                    <a:pt x="2906" y="341"/>
                    <a:pt x="2950" y="355"/>
                    <a:pt x="2986" y="385"/>
                  </a:cubicBezTo>
                  <a:lnTo>
                    <a:pt x="4085" y="1280"/>
                  </a:lnTo>
                  <a:cubicBezTo>
                    <a:pt x="4179" y="1358"/>
                    <a:pt x="4184" y="1506"/>
                    <a:pt x="4084" y="1587"/>
                  </a:cubicBezTo>
                  <a:lnTo>
                    <a:pt x="2985" y="2459"/>
                  </a:lnTo>
                  <a:cubicBezTo>
                    <a:pt x="2940" y="2495"/>
                    <a:pt x="2895" y="2503"/>
                    <a:pt x="2864" y="2503"/>
                  </a:cubicBezTo>
                  <a:cubicBezTo>
                    <a:pt x="2682" y="2503"/>
                    <a:pt x="2598" y="2268"/>
                    <a:pt x="2740" y="2153"/>
                  </a:cubicBezTo>
                  <a:cubicBezTo>
                    <a:pt x="2741" y="2150"/>
                    <a:pt x="2979" y="1962"/>
                    <a:pt x="2979" y="1962"/>
                  </a:cubicBezTo>
                  <a:cubicBezTo>
                    <a:pt x="3060" y="1897"/>
                    <a:pt x="3076" y="1773"/>
                    <a:pt x="2998" y="1688"/>
                  </a:cubicBezTo>
                  <a:cubicBezTo>
                    <a:pt x="2963" y="1648"/>
                    <a:pt x="2912" y="1630"/>
                    <a:pt x="2860" y="1630"/>
                  </a:cubicBezTo>
                  <a:lnTo>
                    <a:pt x="566" y="1630"/>
                  </a:lnTo>
                  <a:cubicBezTo>
                    <a:pt x="481" y="1630"/>
                    <a:pt x="403" y="1578"/>
                    <a:pt x="376" y="1496"/>
                  </a:cubicBezTo>
                  <a:cubicBezTo>
                    <a:pt x="332" y="1362"/>
                    <a:pt x="434" y="1236"/>
                    <a:pt x="562" y="1236"/>
                  </a:cubicBezTo>
                  <a:lnTo>
                    <a:pt x="922" y="1236"/>
                  </a:lnTo>
                  <a:cubicBezTo>
                    <a:pt x="1017" y="1236"/>
                    <a:pt x="1102" y="1166"/>
                    <a:pt x="1111" y="1072"/>
                  </a:cubicBezTo>
                  <a:cubicBezTo>
                    <a:pt x="1120" y="965"/>
                    <a:pt x="1036" y="876"/>
                    <a:pt x="931" y="876"/>
                  </a:cubicBezTo>
                  <a:lnTo>
                    <a:pt x="602" y="876"/>
                  </a:lnTo>
                  <a:cubicBezTo>
                    <a:pt x="269" y="876"/>
                    <a:pt x="0" y="1148"/>
                    <a:pt x="28" y="1479"/>
                  </a:cubicBezTo>
                  <a:cubicBezTo>
                    <a:pt x="52" y="1765"/>
                    <a:pt x="291" y="1990"/>
                    <a:pt x="583" y="1990"/>
                  </a:cubicBezTo>
                  <a:lnTo>
                    <a:pt x="2387" y="1990"/>
                  </a:lnTo>
                  <a:cubicBezTo>
                    <a:pt x="2265" y="2185"/>
                    <a:pt x="2272" y="2443"/>
                    <a:pt x="2424" y="2632"/>
                  </a:cubicBezTo>
                  <a:cubicBezTo>
                    <a:pt x="2530" y="2766"/>
                    <a:pt x="2689" y="2844"/>
                    <a:pt x="2860" y="2844"/>
                  </a:cubicBezTo>
                  <a:cubicBezTo>
                    <a:pt x="2985" y="2844"/>
                    <a:pt x="3108" y="2800"/>
                    <a:pt x="3206" y="2723"/>
                  </a:cubicBezTo>
                  <a:lnTo>
                    <a:pt x="4265" y="1881"/>
                  </a:lnTo>
                  <a:cubicBezTo>
                    <a:pt x="4391" y="1781"/>
                    <a:pt x="4478" y="1635"/>
                    <a:pt x="4488" y="1474"/>
                  </a:cubicBezTo>
                  <a:cubicBezTo>
                    <a:pt x="4500" y="1290"/>
                    <a:pt x="4424" y="1116"/>
                    <a:pt x="4284" y="1000"/>
                  </a:cubicBezTo>
                  <a:lnTo>
                    <a:pt x="3212" y="126"/>
                  </a:lnTo>
                  <a:cubicBezTo>
                    <a:pt x="3108" y="42"/>
                    <a:pt x="2984" y="1"/>
                    <a:pt x="28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71"/>
            <p:cNvSpPr/>
            <p:nvPr/>
          </p:nvSpPr>
          <p:spPr>
            <a:xfrm>
              <a:off x="5652613" y="1622392"/>
              <a:ext cx="169270" cy="107593"/>
            </a:xfrm>
            <a:custGeom>
              <a:rect b="b" l="l" r="r" t="t"/>
              <a:pathLst>
                <a:path extrusionOk="0" h="2840" w="4468">
                  <a:moveTo>
                    <a:pt x="1618" y="340"/>
                  </a:moveTo>
                  <a:cubicBezTo>
                    <a:pt x="1693" y="340"/>
                    <a:pt x="1769" y="382"/>
                    <a:pt x="1802" y="466"/>
                  </a:cubicBezTo>
                  <a:cubicBezTo>
                    <a:pt x="1833" y="546"/>
                    <a:pt x="1806" y="638"/>
                    <a:pt x="1739" y="691"/>
                  </a:cubicBezTo>
                  <a:lnTo>
                    <a:pt x="1481" y="902"/>
                  </a:lnTo>
                  <a:cubicBezTo>
                    <a:pt x="1441" y="935"/>
                    <a:pt x="1413" y="982"/>
                    <a:pt x="1410" y="1033"/>
                  </a:cubicBezTo>
                  <a:cubicBezTo>
                    <a:pt x="1404" y="1148"/>
                    <a:pt x="1493" y="1235"/>
                    <a:pt x="1598" y="1235"/>
                  </a:cubicBezTo>
                  <a:lnTo>
                    <a:pt x="3924" y="1235"/>
                  </a:lnTo>
                  <a:cubicBezTo>
                    <a:pt x="4010" y="1235"/>
                    <a:pt x="4088" y="1287"/>
                    <a:pt x="4114" y="1368"/>
                  </a:cubicBezTo>
                  <a:cubicBezTo>
                    <a:pt x="4156" y="1504"/>
                    <a:pt x="4056" y="1629"/>
                    <a:pt x="3927" y="1629"/>
                  </a:cubicBezTo>
                  <a:lnTo>
                    <a:pt x="1622" y="1629"/>
                  </a:lnTo>
                  <a:cubicBezTo>
                    <a:pt x="1569" y="1629"/>
                    <a:pt x="1518" y="1649"/>
                    <a:pt x="1482" y="1686"/>
                  </a:cubicBezTo>
                  <a:cubicBezTo>
                    <a:pt x="1405" y="1773"/>
                    <a:pt x="1421" y="1896"/>
                    <a:pt x="1502" y="1961"/>
                  </a:cubicBezTo>
                  <a:lnTo>
                    <a:pt x="1740" y="2151"/>
                  </a:lnTo>
                  <a:cubicBezTo>
                    <a:pt x="1826" y="2219"/>
                    <a:pt x="1841" y="2342"/>
                    <a:pt x="1772" y="2428"/>
                  </a:cubicBezTo>
                  <a:cubicBezTo>
                    <a:pt x="1734" y="2475"/>
                    <a:pt x="1676" y="2500"/>
                    <a:pt x="1618" y="2500"/>
                  </a:cubicBezTo>
                  <a:cubicBezTo>
                    <a:pt x="1575" y="2500"/>
                    <a:pt x="1532" y="2487"/>
                    <a:pt x="1496" y="2458"/>
                  </a:cubicBezTo>
                  <a:lnTo>
                    <a:pt x="397" y="1586"/>
                  </a:lnTo>
                  <a:cubicBezTo>
                    <a:pt x="297" y="1505"/>
                    <a:pt x="297" y="1361"/>
                    <a:pt x="396" y="1279"/>
                  </a:cubicBezTo>
                  <a:cubicBezTo>
                    <a:pt x="396" y="1279"/>
                    <a:pt x="1494" y="385"/>
                    <a:pt x="1494" y="383"/>
                  </a:cubicBezTo>
                  <a:cubicBezTo>
                    <a:pt x="1530" y="354"/>
                    <a:pt x="1574" y="340"/>
                    <a:pt x="1618" y="340"/>
                  </a:cubicBezTo>
                  <a:close/>
                  <a:moveTo>
                    <a:pt x="1630" y="1"/>
                  </a:moveTo>
                  <a:cubicBezTo>
                    <a:pt x="1507" y="1"/>
                    <a:pt x="1382" y="42"/>
                    <a:pt x="1278" y="126"/>
                  </a:cubicBezTo>
                  <a:lnTo>
                    <a:pt x="207" y="1000"/>
                  </a:lnTo>
                  <a:cubicBezTo>
                    <a:pt x="76" y="1108"/>
                    <a:pt x="0" y="1266"/>
                    <a:pt x="0" y="1435"/>
                  </a:cubicBezTo>
                  <a:cubicBezTo>
                    <a:pt x="3" y="1604"/>
                    <a:pt x="78" y="1763"/>
                    <a:pt x="212" y="1867"/>
                  </a:cubicBezTo>
                  <a:lnTo>
                    <a:pt x="1283" y="2719"/>
                  </a:lnTo>
                  <a:cubicBezTo>
                    <a:pt x="1382" y="2798"/>
                    <a:pt x="1505" y="2839"/>
                    <a:pt x="1631" y="2839"/>
                  </a:cubicBezTo>
                  <a:cubicBezTo>
                    <a:pt x="1801" y="2839"/>
                    <a:pt x="1961" y="2763"/>
                    <a:pt x="2067" y="2629"/>
                  </a:cubicBezTo>
                  <a:cubicBezTo>
                    <a:pt x="2218" y="2439"/>
                    <a:pt x="2224" y="2182"/>
                    <a:pt x="2104" y="1986"/>
                  </a:cubicBezTo>
                  <a:lnTo>
                    <a:pt x="3867" y="1986"/>
                  </a:lnTo>
                  <a:cubicBezTo>
                    <a:pt x="4199" y="1986"/>
                    <a:pt x="4467" y="1714"/>
                    <a:pt x="4440" y="1383"/>
                  </a:cubicBezTo>
                  <a:cubicBezTo>
                    <a:pt x="4418" y="1100"/>
                    <a:pt x="4178" y="875"/>
                    <a:pt x="3886" y="875"/>
                  </a:cubicBezTo>
                  <a:lnTo>
                    <a:pt x="2089" y="875"/>
                  </a:lnTo>
                  <a:cubicBezTo>
                    <a:pt x="2226" y="676"/>
                    <a:pt x="2224" y="402"/>
                    <a:pt x="2063" y="205"/>
                  </a:cubicBezTo>
                  <a:cubicBezTo>
                    <a:pt x="1953" y="71"/>
                    <a:pt x="1792" y="1"/>
                    <a:pt x="1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42" name="Google Shape;2942;p71"/>
          <p:cNvGrpSpPr/>
          <p:nvPr/>
        </p:nvGrpSpPr>
        <p:grpSpPr>
          <a:xfrm>
            <a:off x="1007212" y="2702627"/>
            <a:ext cx="300841" cy="449511"/>
            <a:chOff x="792044" y="2185817"/>
            <a:chExt cx="318992" cy="476631"/>
          </a:xfrm>
        </p:grpSpPr>
        <p:sp>
          <p:nvSpPr>
            <p:cNvPr id="2943" name="Google Shape;2943;p71"/>
            <p:cNvSpPr/>
            <p:nvPr/>
          </p:nvSpPr>
          <p:spPr>
            <a:xfrm>
              <a:off x="909146" y="2611607"/>
              <a:ext cx="29247" cy="13676"/>
            </a:xfrm>
            <a:custGeom>
              <a:rect b="b" l="l" r="r" t="t"/>
              <a:pathLst>
                <a:path extrusionOk="0" h="361" w="772">
                  <a:moveTo>
                    <a:pt x="198" y="1"/>
                  </a:moveTo>
                  <a:cubicBezTo>
                    <a:pt x="102" y="1"/>
                    <a:pt x="17" y="70"/>
                    <a:pt x="10" y="166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573" y="361"/>
                  </a:lnTo>
                  <a:cubicBezTo>
                    <a:pt x="669" y="361"/>
                    <a:pt x="754" y="292"/>
                    <a:pt x="762" y="197"/>
                  </a:cubicBezTo>
                  <a:cubicBezTo>
                    <a:pt x="771" y="90"/>
                    <a:pt x="687" y="1"/>
                    <a:pt x="5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71"/>
            <p:cNvSpPr/>
            <p:nvPr/>
          </p:nvSpPr>
          <p:spPr>
            <a:xfrm>
              <a:off x="792044" y="2185817"/>
              <a:ext cx="318992" cy="476631"/>
            </a:xfrm>
            <a:custGeom>
              <a:rect b="b" l="l" r="r" t="t"/>
              <a:pathLst>
                <a:path extrusionOk="0" h="12581" w="8420">
                  <a:moveTo>
                    <a:pt x="6043" y="362"/>
                  </a:moveTo>
                  <a:cubicBezTo>
                    <a:pt x="6309" y="362"/>
                    <a:pt x="6531" y="561"/>
                    <a:pt x="6572" y="821"/>
                  </a:cubicBezTo>
                  <a:lnTo>
                    <a:pt x="4738" y="821"/>
                  </a:lnTo>
                  <a:cubicBezTo>
                    <a:pt x="4636" y="821"/>
                    <a:pt x="4553" y="902"/>
                    <a:pt x="4553" y="1005"/>
                  </a:cubicBezTo>
                  <a:lnTo>
                    <a:pt x="4553" y="3128"/>
                  </a:lnTo>
                  <a:cubicBezTo>
                    <a:pt x="4553" y="3229"/>
                    <a:pt x="4635" y="3310"/>
                    <a:pt x="4736" y="3310"/>
                  </a:cubicBezTo>
                  <a:lnTo>
                    <a:pt x="5348" y="3310"/>
                  </a:lnTo>
                  <a:cubicBezTo>
                    <a:pt x="5444" y="3310"/>
                    <a:pt x="5528" y="3241"/>
                    <a:pt x="5537" y="3147"/>
                  </a:cubicBezTo>
                  <a:cubicBezTo>
                    <a:pt x="5545" y="3039"/>
                    <a:pt x="5461" y="2950"/>
                    <a:pt x="5357" y="2950"/>
                  </a:cubicBezTo>
                  <a:lnTo>
                    <a:pt x="4914" y="2950"/>
                  </a:lnTo>
                  <a:lnTo>
                    <a:pt x="4914" y="1181"/>
                  </a:lnTo>
                  <a:lnTo>
                    <a:pt x="8026" y="1181"/>
                  </a:lnTo>
                  <a:lnTo>
                    <a:pt x="8026" y="2950"/>
                  </a:lnTo>
                  <a:lnTo>
                    <a:pt x="6251" y="2950"/>
                  </a:lnTo>
                  <a:cubicBezTo>
                    <a:pt x="6156" y="2950"/>
                    <a:pt x="6071" y="3020"/>
                    <a:pt x="6063" y="3114"/>
                  </a:cubicBezTo>
                  <a:cubicBezTo>
                    <a:pt x="6054" y="3221"/>
                    <a:pt x="6138" y="3310"/>
                    <a:pt x="6243" y="3310"/>
                  </a:cubicBezTo>
                  <a:lnTo>
                    <a:pt x="6585" y="3310"/>
                  </a:lnTo>
                  <a:lnTo>
                    <a:pt x="6585" y="10257"/>
                  </a:lnTo>
                  <a:lnTo>
                    <a:pt x="2140" y="10257"/>
                  </a:lnTo>
                  <a:cubicBezTo>
                    <a:pt x="2052" y="10257"/>
                    <a:pt x="1972" y="10314"/>
                    <a:pt x="1955" y="10401"/>
                  </a:cubicBezTo>
                  <a:cubicBezTo>
                    <a:pt x="1931" y="10516"/>
                    <a:pt x="2022" y="10616"/>
                    <a:pt x="2135" y="10616"/>
                  </a:cubicBezTo>
                  <a:lnTo>
                    <a:pt x="6585" y="10616"/>
                  </a:lnTo>
                  <a:lnTo>
                    <a:pt x="6585" y="11685"/>
                  </a:lnTo>
                  <a:cubicBezTo>
                    <a:pt x="6585" y="11982"/>
                    <a:pt x="6344" y="12223"/>
                    <a:pt x="6047" y="12223"/>
                  </a:cubicBezTo>
                  <a:lnTo>
                    <a:pt x="897" y="12223"/>
                  </a:lnTo>
                  <a:cubicBezTo>
                    <a:pt x="600" y="12223"/>
                    <a:pt x="359" y="11982"/>
                    <a:pt x="359" y="11685"/>
                  </a:cubicBezTo>
                  <a:lnTo>
                    <a:pt x="359" y="10616"/>
                  </a:lnTo>
                  <a:lnTo>
                    <a:pt x="1246" y="10616"/>
                  </a:lnTo>
                  <a:cubicBezTo>
                    <a:pt x="1342" y="10616"/>
                    <a:pt x="1427" y="10547"/>
                    <a:pt x="1434" y="10453"/>
                  </a:cubicBezTo>
                  <a:cubicBezTo>
                    <a:pt x="1444" y="10345"/>
                    <a:pt x="1360" y="10257"/>
                    <a:pt x="1255" y="10257"/>
                  </a:cubicBezTo>
                  <a:lnTo>
                    <a:pt x="359" y="10257"/>
                  </a:lnTo>
                  <a:lnTo>
                    <a:pt x="359" y="900"/>
                  </a:lnTo>
                  <a:cubicBezTo>
                    <a:pt x="359" y="603"/>
                    <a:pt x="600" y="362"/>
                    <a:pt x="897" y="362"/>
                  </a:cubicBezTo>
                  <a:close/>
                  <a:moveTo>
                    <a:pt x="906" y="0"/>
                  </a:moveTo>
                  <a:cubicBezTo>
                    <a:pt x="406" y="0"/>
                    <a:pt x="0" y="407"/>
                    <a:pt x="0" y="906"/>
                  </a:cubicBezTo>
                  <a:lnTo>
                    <a:pt x="0" y="11674"/>
                  </a:lnTo>
                  <a:cubicBezTo>
                    <a:pt x="0" y="12175"/>
                    <a:pt x="406" y="12580"/>
                    <a:pt x="906" y="12580"/>
                  </a:cubicBezTo>
                  <a:lnTo>
                    <a:pt x="6072" y="12580"/>
                  </a:lnTo>
                  <a:cubicBezTo>
                    <a:pt x="6573" y="12580"/>
                    <a:pt x="6978" y="12175"/>
                    <a:pt x="6978" y="11674"/>
                  </a:cubicBezTo>
                  <a:lnTo>
                    <a:pt x="6978" y="3309"/>
                  </a:lnTo>
                  <a:lnTo>
                    <a:pt x="8235" y="3309"/>
                  </a:lnTo>
                  <a:cubicBezTo>
                    <a:pt x="8337" y="3309"/>
                    <a:pt x="8419" y="3226"/>
                    <a:pt x="8419" y="3125"/>
                  </a:cubicBezTo>
                  <a:lnTo>
                    <a:pt x="8419" y="1002"/>
                  </a:lnTo>
                  <a:cubicBezTo>
                    <a:pt x="8419" y="902"/>
                    <a:pt x="8337" y="821"/>
                    <a:pt x="8236" y="821"/>
                  </a:cubicBezTo>
                  <a:lnTo>
                    <a:pt x="6957" y="821"/>
                  </a:lnTo>
                  <a:cubicBezTo>
                    <a:pt x="6912" y="361"/>
                    <a:pt x="6523" y="0"/>
                    <a:pt x="60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71"/>
            <p:cNvSpPr/>
            <p:nvPr/>
          </p:nvSpPr>
          <p:spPr>
            <a:xfrm>
              <a:off x="1021892" y="2235409"/>
              <a:ext cx="33149" cy="57509"/>
            </a:xfrm>
            <a:custGeom>
              <a:rect b="b" l="l" r="r" t="t"/>
              <a:pathLst>
                <a:path extrusionOk="0" h="1518" w="875">
                  <a:moveTo>
                    <a:pt x="664" y="1"/>
                  </a:moveTo>
                  <a:cubicBezTo>
                    <a:pt x="592" y="1"/>
                    <a:pt x="523" y="45"/>
                    <a:pt x="493" y="117"/>
                  </a:cubicBezTo>
                  <a:lnTo>
                    <a:pt x="37" y="1264"/>
                  </a:lnTo>
                  <a:cubicBezTo>
                    <a:pt x="1" y="1358"/>
                    <a:pt x="47" y="1466"/>
                    <a:pt x="141" y="1504"/>
                  </a:cubicBezTo>
                  <a:cubicBezTo>
                    <a:pt x="163" y="1513"/>
                    <a:pt x="187" y="1517"/>
                    <a:pt x="209" y="1517"/>
                  </a:cubicBezTo>
                  <a:cubicBezTo>
                    <a:pt x="283" y="1517"/>
                    <a:pt x="352" y="1472"/>
                    <a:pt x="381" y="1400"/>
                  </a:cubicBezTo>
                  <a:lnTo>
                    <a:pt x="837" y="253"/>
                  </a:lnTo>
                  <a:cubicBezTo>
                    <a:pt x="874" y="159"/>
                    <a:pt x="827" y="52"/>
                    <a:pt x="733" y="14"/>
                  </a:cubicBezTo>
                  <a:cubicBezTo>
                    <a:pt x="710" y="5"/>
                    <a:pt x="687" y="1"/>
                    <a:pt x="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71"/>
            <p:cNvSpPr/>
            <p:nvPr/>
          </p:nvSpPr>
          <p:spPr>
            <a:xfrm>
              <a:off x="1057731" y="2237530"/>
              <a:ext cx="26898" cy="53266"/>
            </a:xfrm>
            <a:custGeom>
              <a:rect b="b" l="l" r="r" t="t"/>
              <a:pathLst>
                <a:path extrusionOk="0" h="1406" w="710">
                  <a:moveTo>
                    <a:pt x="210" y="1"/>
                  </a:moveTo>
                  <a:cubicBezTo>
                    <a:pt x="178" y="1"/>
                    <a:pt x="145" y="9"/>
                    <a:pt x="116" y="27"/>
                  </a:cubicBezTo>
                  <a:cubicBezTo>
                    <a:pt x="28" y="80"/>
                    <a:pt x="1" y="193"/>
                    <a:pt x="53" y="280"/>
                  </a:cubicBezTo>
                  <a:lnTo>
                    <a:pt x="303" y="695"/>
                  </a:lnTo>
                  <a:lnTo>
                    <a:pt x="52" y="1129"/>
                  </a:lnTo>
                  <a:cubicBezTo>
                    <a:pt x="1" y="1217"/>
                    <a:pt x="31" y="1330"/>
                    <a:pt x="118" y="1381"/>
                  </a:cubicBezTo>
                  <a:cubicBezTo>
                    <a:pt x="147" y="1398"/>
                    <a:pt x="180" y="1406"/>
                    <a:pt x="210" y="1406"/>
                  </a:cubicBezTo>
                  <a:cubicBezTo>
                    <a:pt x="274" y="1406"/>
                    <a:pt x="336" y="1373"/>
                    <a:pt x="369" y="1315"/>
                  </a:cubicBezTo>
                  <a:lnTo>
                    <a:pt x="676" y="786"/>
                  </a:lnTo>
                  <a:cubicBezTo>
                    <a:pt x="710" y="728"/>
                    <a:pt x="709" y="656"/>
                    <a:pt x="675" y="598"/>
                  </a:cubicBezTo>
                  <a:lnTo>
                    <a:pt x="368" y="90"/>
                  </a:lnTo>
                  <a:cubicBezTo>
                    <a:pt x="334" y="32"/>
                    <a:pt x="273" y="1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71"/>
            <p:cNvSpPr/>
            <p:nvPr/>
          </p:nvSpPr>
          <p:spPr>
            <a:xfrm>
              <a:off x="990713" y="2237417"/>
              <a:ext cx="26936" cy="53342"/>
            </a:xfrm>
            <a:custGeom>
              <a:rect b="b" l="l" r="r" t="t"/>
              <a:pathLst>
                <a:path extrusionOk="0" h="1408" w="711">
                  <a:moveTo>
                    <a:pt x="500" y="1"/>
                  </a:moveTo>
                  <a:cubicBezTo>
                    <a:pt x="437" y="1"/>
                    <a:pt x="377" y="33"/>
                    <a:pt x="342" y="90"/>
                  </a:cubicBezTo>
                  <a:lnTo>
                    <a:pt x="36" y="598"/>
                  </a:lnTo>
                  <a:cubicBezTo>
                    <a:pt x="1" y="656"/>
                    <a:pt x="1" y="728"/>
                    <a:pt x="35" y="786"/>
                  </a:cubicBezTo>
                  <a:lnTo>
                    <a:pt x="341" y="1315"/>
                  </a:lnTo>
                  <a:cubicBezTo>
                    <a:pt x="376" y="1375"/>
                    <a:pt x="436" y="1408"/>
                    <a:pt x="501" y="1408"/>
                  </a:cubicBezTo>
                  <a:cubicBezTo>
                    <a:pt x="533" y="1408"/>
                    <a:pt x="564" y="1399"/>
                    <a:pt x="592" y="1383"/>
                  </a:cubicBezTo>
                  <a:cubicBezTo>
                    <a:pt x="680" y="1331"/>
                    <a:pt x="711" y="1219"/>
                    <a:pt x="659" y="1130"/>
                  </a:cubicBezTo>
                  <a:lnTo>
                    <a:pt x="408" y="695"/>
                  </a:lnTo>
                  <a:lnTo>
                    <a:pt x="658" y="281"/>
                  </a:lnTo>
                  <a:cubicBezTo>
                    <a:pt x="711" y="193"/>
                    <a:pt x="682" y="80"/>
                    <a:pt x="595" y="27"/>
                  </a:cubicBezTo>
                  <a:cubicBezTo>
                    <a:pt x="566" y="9"/>
                    <a:pt x="533" y="1"/>
                    <a:pt x="5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71"/>
            <p:cNvSpPr/>
            <p:nvPr/>
          </p:nvSpPr>
          <p:spPr>
            <a:xfrm>
              <a:off x="908843" y="2288827"/>
              <a:ext cx="35119" cy="13676"/>
            </a:xfrm>
            <a:custGeom>
              <a:rect b="b" l="l" r="r" t="t"/>
              <a:pathLst>
                <a:path extrusionOk="0" h="361" w="927">
                  <a:moveTo>
                    <a:pt x="199" y="0"/>
                  </a:moveTo>
                  <a:cubicBezTo>
                    <a:pt x="104" y="0"/>
                    <a:pt x="19" y="71"/>
                    <a:pt x="10" y="165"/>
                  </a:cubicBezTo>
                  <a:cubicBezTo>
                    <a:pt x="1" y="272"/>
                    <a:pt x="86" y="361"/>
                    <a:pt x="190" y="361"/>
                  </a:cubicBezTo>
                  <a:lnTo>
                    <a:pt x="728" y="361"/>
                  </a:lnTo>
                  <a:cubicBezTo>
                    <a:pt x="824" y="361"/>
                    <a:pt x="909" y="292"/>
                    <a:pt x="916" y="197"/>
                  </a:cubicBezTo>
                  <a:cubicBezTo>
                    <a:pt x="927" y="91"/>
                    <a:pt x="843" y="0"/>
                    <a:pt x="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71"/>
            <p:cNvSpPr/>
            <p:nvPr/>
          </p:nvSpPr>
          <p:spPr>
            <a:xfrm>
              <a:off x="845727" y="2288827"/>
              <a:ext cx="51751" cy="13676"/>
            </a:xfrm>
            <a:custGeom>
              <a:rect b="b" l="l" r="r" t="t"/>
              <a:pathLst>
                <a:path extrusionOk="0" h="361" w="1366">
                  <a:moveTo>
                    <a:pt x="189" y="0"/>
                  </a:moveTo>
                  <a:cubicBezTo>
                    <a:pt x="84" y="0"/>
                    <a:pt x="1" y="89"/>
                    <a:pt x="10" y="197"/>
                  </a:cubicBezTo>
                  <a:cubicBezTo>
                    <a:pt x="18" y="292"/>
                    <a:pt x="104" y="361"/>
                    <a:pt x="199" y="361"/>
                  </a:cubicBezTo>
                  <a:lnTo>
                    <a:pt x="1167" y="361"/>
                  </a:lnTo>
                  <a:cubicBezTo>
                    <a:pt x="1263" y="361"/>
                    <a:pt x="1348" y="292"/>
                    <a:pt x="1356" y="197"/>
                  </a:cubicBezTo>
                  <a:cubicBezTo>
                    <a:pt x="1365" y="89"/>
                    <a:pt x="1281" y="0"/>
                    <a:pt x="11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71"/>
            <p:cNvSpPr/>
            <p:nvPr/>
          </p:nvSpPr>
          <p:spPr>
            <a:xfrm>
              <a:off x="863116" y="2257837"/>
              <a:ext cx="80354" cy="13676"/>
            </a:xfrm>
            <a:custGeom>
              <a:rect b="b" l="l" r="r" t="t"/>
              <a:pathLst>
                <a:path extrusionOk="0" h="361" w="2121">
                  <a:moveTo>
                    <a:pt x="198" y="0"/>
                  </a:moveTo>
                  <a:cubicBezTo>
                    <a:pt x="102" y="0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922" y="361"/>
                  </a:lnTo>
                  <a:cubicBezTo>
                    <a:pt x="2017" y="361"/>
                    <a:pt x="2102" y="292"/>
                    <a:pt x="2111" y="197"/>
                  </a:cubicBezTo>
                  <a:cubicBezTo>
                    <a:pt x="2120" y="89"/>
                    <a:pt x="2036" y="0"/>
                    <a:pt x="19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71"/>
            <p:cNvSpPr/>
            <p:nvPr/>
          </p:nvSpPr>
          <p:spPr>
            <a:xfrm>
              <a:off x="908881" y="2225521"/>
              <a:ext cx="35082" cy="13714"/>
            </a:xfrm>
            <a:custGeom>
              <a:rect b="b" l="l" r="r" t="t"/>
              <a:pathLst>
                <a:path extrusionOk="0" h="362" w="926">
                  <a:moveTo>
                    <a:pt x="200" y="1"/>
                  </a:moveTo>
                  <a:cubicBezTo>
                    <a:pt x="104" y="1"/>
                    <a:pt x="19" y="71"/>
                    <a:pt x="11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729" y="361"/>
                  </a:lnTo>
                  <a:cubicBezTo>
                    <a:pt x="824" y="361"/>
                    <a:pt x="909" y="292"/>
                    <a:pt x="917" y="198"/>
                  </a:cubicBezTo>
                  <a:cubicBezTo>
                    <a:pt x="926" y="90"/>
                    <a:pt x="842" y="1"/>
                    <a:pt x="7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71"/>
            <p:cNvSpPr/>
            <p:nvPr/>
          </p:nvSpPr>
          <p:spPr>
            <a:xfrm>
              <a:off x="828224" y="2225521"/>
              <a:ext cx="69064" cy="13714"/>
            </a:xfrm>
            <a:custGeom>
              <a:rect b="b" l="l" r="r" t="t"/>
              <a:pathLst>
                <a:path extrusionOk="0" h="362" w="1823">
                  <a:moveTo>
                    <a:pt x="199" y="1"/>
                  </a:moveTo>
                  <a:cubicBezTo>
                    <a:pt x="103" y="1"/>
                    <a:pt x="17" y="71"/>
                    <a:pt x="10" y="165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1624" y="361"/>
                  </a:lnTo>
                  <a:cubicBezTo>
                    <a:pt x="1719" y="361"/>
                    <a:pt x="1805" y="292"/>
                    <a:pt x="1813" y="198"/>
                  </a:cubicBezTo>
                  <a:cubicBezTo>
                    <a:pt x="1822" y="90"/>
                    <a:pt x="1738" y="1"/>
                    <a:pt x="16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71"/>
            <p:cNvSpPr/>
            <p:nvPr/>
          </p:nvSpPr>
          <p:spPr>
            <a:xfrm>
              <a:off x="825496" y="2331031"/>
              <a:ext cx="196206" cy="91909"/>
            </a:xfrm>
            <a:custGeom>
              <a:rect b="b" l="l" r="r" t="t"/>
              <a:pathLst>
                <a:path extrusionOk="0" h="2426" w="5179">
                  <a:moveTo>
                    <a:pt x="4090" y="362"/>
                  </a:moveTo>
                  <a:lnTo>
                    <a:pt x="2595" y="1000"/>
                  </a:lnTo>
                  <a:lnTo>
                    <a:pt x="1098" y="362"/>
                  </a:lnTo>
                  <a:close/>
                  <a:moveTo>
                    <a:pt x="393" y="456"/>
                  </a:moveTo>
                  <a:lnTo>
                    <a:pt x="2139" y="1200"/>
                  </a:lnTo>
                  <a:lnTo>
                    <a:pt x="393" y="1944"/>
                  </a:lnTo>
                  <a:lnTo>
                    <a:pt x="393" y="456"/>
                  </a:lnTo>
                  <a:close/>
                  <a:moveTo>
                    <a:pt x="4817" y="457"/>
                  </a:moveTo>
                  <a:lnTo>
                    <a:pt x="4817" y="1945"/>
                  </a:lnTo>
                  <a:lnTo>
                    <a:pt x="3072" y="1201"/>
                  </a:lnTo>
                  <a:lnTo>
                    <a:pt x="4817" y="457"/>
                  </a:lnTo>
                  <a:close/>
                  <a:moveTo>
                    <a:pt x="2594" y="1395"/>
                  </a:moveTo>
                  <a:lnTo>
                    <a:pt x="4090" y="2033"/>
                  </a:lnTo>
                  <a:lnTo>
                    <a:pt x="1098" y="2033"/>
                  </a:lnTo>
                  <a:lnTo>
                    <a:pt x="2594" y="1395"/>
                  </a:lnTo>
                  <a:close/>
                  <a:moveTo>
                    <a:pt x="186" y="1"/>
                  </a:moveTo>
                  <a:cubicBezTo>
                    <a:pt x="83" y="1"/>
                    <a:pt x="0" y="83"/>
                    <a:pt x="0" y="185"/>
                  </a:cubicBezTo>
                  <a:lnTo>
                    <a:pt x="0" y="2241"/>
                  </a:lnTo>
                  <a:cubicBezTo>
                    <a:pt x="0" y="2343"/>
                    <a:pt x="83" y="2425"/>
                    <a:pt x="186" y="2425"/>
                  </a:cubicBezTo>
                  <a:lnTo>
                    <a:pt x="4994" y="2425"/>
                  </a:lnTo>
                  <a:cubicBezTo>
                    <a:pt x="5096" y="2425"/>
                    <a:pt x="5178" y="2343"/>
                    <a:pt x="5178" y="2241"/>
                  </a:cubicBezTo>
                  <a:lnTo>
                    <a:pt x="5178" y="185"/>
                  </a:lnTo>
                  <a:cubicBezTo>
                    <a:pt x="5178" y="83"/>
                    <a:pt x="5096" y="1"/>
                    <a:pt x="49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71"/>
            <p:cNvSpPr/>
            <p:nvPr/>
          </p:nvSpPr>
          <p:spPr>
            <a:xfrm>
              <a:off x="825837" y="2450217"/>
              <a:ext cx="25269" cy="13714"/>
            </a:xfrm>
            <a:custGeom>
              <a:rect b="b" l="l" r="r" t="t"/>
              <a:pathLst>
                <a:path extrusionOk="0" h="362" w="667">
                  <a:moveTo>
                    <a:pt x="199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470" y="361"/>
                  </a:lnTo>
                  <a:cubicBezTo>
                    <a:pt x="565" y="361"/>
                    <a:pt x="650" y="291"/>
                    <a:pt x="659" y="197"/>
                  </a:cubicBezTo>
                  <a:cubicBezTo>
                    <a:pt x="667" y="90"/>
                    <a:pt x="583" y="1"/>
                    <a:pt x="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71"/>
            <p:cNvSpPr/>
            <p:nvPr/>
          </p:nvSpPr>
          <p:spPr>
            <a:xfrm>
              <a:off x="932749" y="2450217"/>
              <a:ext cx="25269" cy="13714"/>
            </a:xfrm>
            <a:custGeom>
              <a:rect b="b" l="l" r="r" t="t"/>
              <a:pathLst>
                <a:path extrusionOk="0" h="362" w="667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78" y="361"/>
                  </a:lnTo>
                  <a:cubicBezTo>
                    <a:pt x="583" y="361"/>
                    <a:pt x="667" y="270"/>
                    <a:pt x="657" y="164"/>
                  </a:cubicBezTo>
                  <a:cubicBezTo>
                    <a:pt x="650" y="70"/>
                    <a:pt x="563" y="1"/>
                    <a:pt x="4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71"/>
            <p:cNvSpPr/>
            <p:nvPr/>
          </p:nvSpPr>
          <p:spPr>
            <a:xfrm>
              <a:off x="959192" y="2542088"/>
              <a:ext cx="25345" cy="13639"/>
            </a:xfrm>
            <a:custGeom>
              <a:rect b="b" l="l" r="r" t="t"/>
              <a:pathLst>
                <a:path extrusionOk="0" h="360" w="669">
                  <a:moveTo>
                    <a:pt x="199" y="1"/>
                  </a:moveTo>
                  <a:cubicBezTo>
                    <a:pt x="104" y="1"/>
                    <a:pt x="19" y="70"/>
                    <a:pt x="10" y="164"/>
                  </a:cubicBezTo>
                  <a:cubicBezTo>
                    <a:pt x="1" y="272"/>
                    <a:pt x="85" y="360"/>
                    <a:pt x="189" y="360"/>
                  </a:cubicBezTo>
                  <a:lnTo>
                    <a:pt x="470" y="360"/>
                  </a:lnTo>
                  <a:cubicBezTo>
                    <a:pt x="565" y="360"/>
                    <a:pt x="650" y="291"/>
                    <a:pt x="659" y="196"/>
                  </a:cubicBezTo>
                  <a:cubicBezTo>
                    <a:pt x="668" y="90"/>
                    <a:pt x="584" y="1"/>
                    <a:pt x="4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71"/>
            <p:cNvSpPr/>
            <p:nvPr/>
          </p:nvSpPr>
          <p:spPr>
            <a:xfrm>
              <a:off x="866526" y="2450217"/>
              <a:ext cx="54403" cy="13714"/>
            </a:xfrm>
            <a:custGeom>
              <a:rect b="b" l="l" r="r" t="t"/>
              <a:pathLst>
                <a:path extrusionOk="0" h="362" w="1436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237" y="361"/>
                  </a:lnTo>
                  <a:cubicBezTo>
                    <a:pt x="1334" y="361"/>
                    <a:pt x="1418" y="291"/>
                    <a:pt x="1426" y="197"/>
                  </a:cubicBezTo>
                  <a:cubicBezTo>
                    <a:pt x="1435" y="90"/>
                    <a:pt x="1351" y="1"/>
                    <a:pt x="12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71"/>
            <p:cNvSpPr/>
            <p:nvPr/>
          </p:nvSpPr>
          <p:spPr>
            <a:xfrm>
              <a:off x="825837" y="2481283"/>
              <a:ext cx="25269" cy="13676"/>
            </a:xfrm>
            <a:custGeom>
              <a:rect b="b" l="l" r="r" t="t"/>
              <a:pathLst>
                <a:path extrusionOk="0" h="361" w="667">
                  <a:moveTo>
                    <a:pt x="199" y="0"/>
                  </a:moveTo>
                  <a:cubicBezTo>
                    <a:pt x="103" y="0"/>
                    <a:pt x="18" y="70"/>
                    <a:pt x="10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470" y="360"/>
                  </a:lnTo>
                  <a:cubicBezTo>
                    <a:pt x="565" y="360"/>
                    <a:pt x="650" y="291"/>
                    <a:pt x="659" y="197"/>
                  </a:cubicBezTo>
                  <a:cubicBezTo>
                    <a:pt x="667" y="89"/>
                    <a:pt x="583" y="0"/>
                    <a:pt x="4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71"/>
            <p:cNvSpPr/>
            <p:nvPr/>
          </p:nvSpPr>
          <p:spPr>
            <a:xfrm>
              <a:off x="866526" y="2481207"/>
              <a:ext cx="54100" cy="13714"/>
            </a:xfrm>
            <a:custGeom>
              <a:rect b="b" l="l" r="r" t="t"/>
              <a:pathLst>
                <a:path extrusionOk="0" h="362" w="1428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247" y="361"/>
                  </a:lnTo>
                  <a:cubicBezTo>
                    <a:pt x="1247" y="361"/>
                    <a:pt x="1248" y="361"/>
                    <a:pt x="1249" y="361"/>
                  </a:cubicBezTo>
                  <a:cubicBezTo>
                    <a:pt x="1347" y="361"/>
                    <a:pt x="1428" y="281"/>
                    <a:pt x="1428" y="182"/>
                  </a:cubicBezTo>
                  <a:cubicBezTo>
                    <a:pt x="1428" y="82"/>
                    <a:pt x="1346" y="1"/>
                    <a:pt x="12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71"/>
            <p:cNvSpPr/>
            <p:nvPr/>
          </p:nvSpPr>
          <p:spPr>
            <a:xfrm>
              <a:off x="944872" y="2481283"/>
              <a:ext cx="76225" cy="13676"/>
            </a:xfrm>
            <a:custGeom>
              <a:rect b="b" l="l" r="r" t="t"/>
              <a:pathLst>
                <a:path extrusionOk="0" h="361" w="2012">
                  <a:moveTo>
                    <a:pt x="199" y="0"/>
                  </a:moveTo>
                  <a:cubicBezTo>
                    <a:pt x="104" y="0"/>
                    <a:pt x="18" y="70"/>
                    <a:pt x="10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1814" y="360"/>
                  </a:lnTo>
                  <a:cubicBezTo>
                    <a:pt x="1910" y="360"/>
                    <a:pt x="1995" y="291"/>
                    <a:pt x="2002" y="197"/>
                  </a:cubicBezTo>
                  <a:cubicBezTo>
                    <a:pt x="2012" y="89"/>
                    <a:pt x="1928" y="0"/>
                    <a:pt x="18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71"/>
            <p:cNvSpPr/>
            <p:nvPr/>
          </p:nvSpPr>
          <p:spPr>
            <a:xfrm>
              <a:off x="825837" y="2511022"/>
              <a:ext cx="25269" cy="13676"/>
            </a:xfrm>
            <a:custGeom>
              <a:rect b="b" l="l" r="r" t="t"/>
              <a:pathLst>
                <a:path extrusionOk="0" h="361" w="667">
                  <a:moveTo>
                    <a:pt x="199" y="1"/>
                  </a:moveTo>
                  <a:cubicBezTo>
                    <a:pt x="103" y="1"/>
                    <a:pt x="18" y="71"/>
                    <a:pt x="10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470" y="361"/>
                  </a:lnTo>
                  <a:cubicBezTo>
                    <a:pt x="565" y="361"/>
                    <a:pt x="650" y="292"/>
                    <a:pt x="659" y="197"/>
                  </a:cubicBezTo>
                  <a:cubicBezTo>
                    <a:pt x="667" y="92"/>
                    <a:pt x="583" y="1"/>
                    <a:pt x="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71"/>
            <p:cNvSpPr/>
            <p:nvPr/>
          </p:nvSpPr>
          <p:spPr>
            <a:xfrm>
              <a:off x="887931" y="2511022"/>
              <a:ext cx="132560" cy="13676"/>
            </a:xfrm>
            <a:custGeom>
              <a:rect b="b" l="l" r="r" t="t"/>
              <a:pathLst>
                <a:path extrusionOk="0" h="361" w="3499">
                  <a:moveTo>
                    <a:pt x="199" y="1"/>
                  </a:moveTo>
                  <a:cubicBezTo>
                    <a:pt x="104" y="1"/>
                    <a:pt x="18" y="71"/>
                    <a:pt x="10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3300" y="361"/>
                  </a:lnTo>
                  <a:cubicBezTo>
                    <a:pt x="3395" y="361"/>
                    <a:pt x="3481" y="292"/>
                    <a:pt x="3489" y="197"/>
                  </a:cubicBezTo>
                  <a:cubicBezTo>
                    <a:pt x="3498" y="92"/>
                    <a:pt x="3414" y="1"/>
                    <a:pt x="33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71"/>
            <p:cNvSpPr/>
            <p:nvPr/>
          </p:nvSpPr>
          <p:spPr>
            <a:xfrm>
              <a:off x="825837" y="2542088"/>
              <a:ext cx="25269" cy="13639"/>
            </a:xfrm>
            <a:custGeom>
              <a:rect b="b" l="l" r="r" t="t"/>
              <a:pathLst>
                <a:path extrusionOk="0" h="360" w="667">
                  <a:moveTo>
                    <a:pt x="199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2"/>
                    <a:pt x="85" y="360"/>
                    <a:pt x="189" y="360"/>
                  </a:cubicBezTo>
                  <a:lnTo>
                    <a:pt x="470" y="360"/>
                  </a:lnTo>
                  <a:cubicBezTo>
                    <a:pt x="565" y="360"/>
                    <a:pt x="650" y="291"/>
                    <a:pt x="659" y="196"/>
                  </a:cubicBezTo>
                  <a:cubicBezTo>
                    <a:pt x="667" y="90"/>
                    <a:pt x="583" y="1"/>
                    <a:pt x="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71"/>
            <p:cNvSpPr/>
            <p:nvPr/>
          </p:nvSpPr>
          <p:spPr>
            <a:xfrm>
              <a:off x="883725" y="2542088"/>
              <a:ext cx="56411" cy="13639"/>
            </a:xfrm>
            <a:custGeom>
              <a:rect b="b" l="l" r="r" t="t"/>
              <a:pathLst>
                <a:path extrusionOk="0" h="360" w="1489">
                  <a:moveTo>
                    <a:pt x="199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2"/>
                    <a:pt x="85" y="360"/>
                    <a:pt x="189" y="360"/>
                  </a:cubicBezTo>
                  <a:lnTo>
                    <a:pt x="1289" y="360"/>
                  </a:lnTo>
                  <a:cubicBezTo>
                    <a:pt x="1384" y="360"/>
                    <a:pt x="1469" y="291"/>
                    <a:pt x="1478" y="196"/>
                  </a:cubicBezTo>
                  <a:cubicBezTo>
                    <a:pt x="1488" y="90"/>
                    <a:pt x="1403" y="1"/>
                    <a:pt x="12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5" name="Google Shape;2965;p71"/>
          <p:cNvGrpSpPr/>
          <p:nvPr/>
        </p:nvGrpSpPr>
        <p:grpSpPr>
          <a:xfrm>
            <a:off x="4739267" y="2021590"/>
            <a:ext cx="449547" cy="398061"/>
            <a:chOff x="4749246" y="1463691"/>
            <a:chExt cx="476669" cy="422077"/>
          </a:xfrm>
        </p:grpSpPr>
        <p:sp>
          <p:nvSpPr>
            <p:cNvPr id="2966" name="Google Shape;2966;p71"/>
            <p:cNvSpPr/>
            <p:nvPr/>
          </p:nvSpPr>
          <p:spPr>
            <a:xfrm>
              <a:off x="4884495" y="1752943"/>
              <a:ext cx="48910" cy="79142"/>
            </a:xfrm>
            <a:custGeom>
              <a:rect b="b" l="l" r="r" t="t"/>
              <a:pathLst>
                <a:path extrusionOk="0" h="2089" w="1291">
                  <a:moveTo>
                    <a:pt x="626" y="361"/>
                  </a:moveTo>
                  <a:cubicBezTo>
                    <a:pt x="782" y="361"/>
                    <a:pt x="914" y="482"/>
                    <a:pt x="914" y="623"/>
                  </a:cubicBezTo>
                  <a:cubicBezTo>
                    <a:pt x="913" y="765"/>
                    <a:pt x="780" y="886"/>
                    <a:pt x="625" y="886"/>
                  </a:cubicBezTo>
                  <a:cubicBezTo>
                    <a:pt x="562" y="886"/>
                    <a:pt x="451" y="886"/>
                    <a:pt x="355" y="888"/>
                  </a:cubicBezTo>
                  <a:cubicBezTo>
                    <a:pt x="355" y="794"/>
                    <a:pt x="354" y="461"/>
                    <a:pt x="354" y="361"/>
                  </a:cubicBezTo>
                  <a:close/>
                  <a:moveTo>
                    <a:pt x="181" y="1"/>
                  </a:moveTo>
                  <a:cubicBezTo>
                    <a:pt x="82" y="1"/>
                    <a:pt x="1" y="83"/>
                    <a:pt x="1" y="182"/>
                  </a:cubicBezTo>
                  <a:lnTo>
                    <a:pt x="1" y="1901"/>
                  </a:lnTo>
                  <a:cubicBezTo>
                    <a:pt x="1" y="1988"/>
                    <a:pt x="59" y="2066"/>
                    <a:pt x="142" y="2084"/>
                  </a:cubicBezTo>
                  <a:cubicBezTo>
                    <a:pt x="156" y="2087"/>
                    <a:pt x="169" y="2088"/>
                    <a:pt x="181" y="2088"/>
                  </a:cubicBezTo>
                  <a:cubicBezTo>
                    <a:pt x="280" y="2088"/>
                    <a:pt x="360" y="2006"/>
                    <a:pt x="360" y="1904"/>
                  </a:cubicBezTo>
                  <a:lnTo>
                    <a:pt x="360" y="1336"/>
                  </a:lnTo>
                  <a:lnTo>
                    <a:pt x="954" y="2025"/>
                  </a:lnTo>
                  <a:cubicBezTo>
                    <a:pt x="989" y="2067"/>
                    <a:pt x="1039" y="2088"/>
                    <a:pt x="1088" y="2088"/>
                  </a:cubicBezTo>
                  <a:cubicBezTo>
                    <a:pt x="1130" y="2088"/>
                    <a:pt x="1173" y="2073"/>
                    <a:pt x="1207" y="2042"/>
                  </a:cubicBezTo>
                  <a:cubicBezTo>
                    <a:pt x="1282" y="1975"/>
                    <a:pt x="1290" y="1859"/>
                    <a:pt x="1223" y="1781"/>
                  </a:cubicBezTo>
                  <a:lnTo>
                    <a:pt x="763" y="1247"/>
                  </a:lnTo>
                  <a:cubicBezTo>
                    <a:pt x="1053" y="1186"/>
                    <a:pt x="1269" y="933"/>
                    <a:pt x="1269" y="632"/>
                  </a:cubicBezTo>
                  <a:cubicBezTo>
                    <a:pt x="1269" y="284"/>
                    <a:pt x="981" y="1"/>
                    <a:pt x="6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71"/>
            <p:cNvSpPr/>
            <p:nvPr/>
          </p:nvSpPr>
          <p:spPr>
            <a:xfrm>
              <a:off x="4947839" y="1752943"/>
              <a:ext cx="48872" cy="79142"/>
            </a:xfrm>
            <a:custGeom>
              <a:rect b="b" l="l" r="r" t="t"/>
              <a:pathLst>
                <a:path extrusionOk="0" h="2089" w="1290">
                  <a:moveTo>
                    <a:pt x="630" y="361"/>
                  </a:moveTo>
                  <a:cubicBezTo>
                    <a:pt x="786" y="361"/>
                    <a:pt x="918" y="482"/>
                    <a:pt x="918" y="623"/>
                  </a:cubicBezTo>
                  <a:cubicBezTo>
                    <a:pt x="918" y="765"/>
                    <a:pt x="786" y="886"/>
                    <a:pt x="630" y="886"/>
                  </a:cubicBezTo>
                  <a:cubicBezTo>
                    <a:pt x="567" y="886"/>
                    <a:pt x="456" y="886"/>
                    <a:pt x="361" y="888"/>
                  </a:cubicBezTo>
                  <a:lnTo>
                    <a:pt x="361" y="361"/>
                  </a:lnTo>
                  <a:close/>
                  <a:moveTo>
                    <a:pt x="181" y="1"/>
                  </a:moveTo>
                  <a:cubicBezTo>
                    <a:pt x="81" y="1"/>
                    <a:pt x="0" y="83"/>
                    <a:pt x="0" y="182"/>
                  </a:cubicBezTo>
                  <a:lnTo>
                    <a:pt x="0" y="1901"/>
                  </a:lnTo>
                  <a:cubicBezTo>
                    <a:pt x="0" y="1988"/>
                    <a:pt x="58" y="2066"/>
                    <a:pt x="142" y="2084"/>
                  </a:cubicBezTo>
                  <a:cubicBezTo>
                    <a:pt x="155" y="2087"/>
                    <a:pt x="168" y="2088"/>
                    <a:pt x="181" y="2088"/>
                  </a:cubicBezTo>
                  <a:cubicBezTo>
                    <a:pt x="280" y="2088"/>
                    <a:pt x="361" y="2006"/>
                    <a:pt x="361" y="1904"/>
                  </a:cubicBezTo>
                  <a:lnTo>
                    <a:pt x="361" y="1336"/>
                  </a:lnTo>
                  <a:lnTo>
                    <a:pt x="954" y="2025"/>
                  </a:lnTo>
                  <a:cubicBezTo>
                    <a:pt x="989" y="2067"/>
                    <a:pt x="1038" y="2088"/>
                    <a:pt x="1088" y="2088"/>
                  </a:cubicBezTo>
                  <a:cubicBezTo>
                    <a:pt x="1130" y="2088"/>
                    <a:pt x="1174" y="2073"/>
                    <a:pt x="1207" y="2042"/>
                  </a:cubicBezTo>
                  <a:cubicBezTo>
                    <a:pt x="1281" y="1975"/>
                    <a:pt x="1290" y="1859"/>
                    <a:pt x="1223" y="1781"/>
                  </a:cubicBezTo>
                  <a:lnTo>
                    <a:pt x="763" y="1247"/>
                  </a:lnTo>
                  <a:cubicBezTo>
                    <a:pt x="1052" y="1186"/>
                    <a:pt x="1269" y="933"/>
                    <a:pt x="1269" y="632"/>
                  </a:cubicBezTo>
                  <a:cubicBezTo>
                    <a:pt x="1269" y="284"/>
                    <a:pt x="981" y="1"/>
                    <a:pt x="6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71"/>
            <p:cNvSpPr/>
            <p:nvPr/>
          </p:nvSpPr>
          <p:spPr>
            <a:xfrm>
              <a:off x="5101690" y="1752943"/>
              <a:ext cx="49023" cy="79218"/>
            </a:xfrm>
            <a:custGeom>
              <a:rect b="b" l="l" r="r" t="t"/>
              <a:pathLst>
                <a:path extrusionOk="0" h="2091" w="1294">
                  <a:moveTo>
                    <a:pt x="632" y="361"/>
                  </a:moveTo>
                  <a:cubicBezTo>
                    <a:pt x="787" y="361"/>
                    <a:pt x="920" y="482"/>
                    <a:pt x="920" y="623"/>
                  </a:cubicBezTo>
                  <a:cubicBezTo>
                    <a:pt x="920" y="765"/>
                    <a:pt x="789" y="886"/>
                    <a:pt x="632" y="886"/>
                  </a:cubicBezTo>
                  <a:cubicBezTo>
                    <a:pt x="569" y="886"/>
                    <a:pt x="458" y="886"/>
                    <a:pt x="361" y="888"/>
                  </a:cubicBezTo>
                  <a:lnTo>
                    <a:pt x="361" y="361"/>
                  </a:lnTo>
                  <a:close/>
                  <a:moveTo>
                    <a:pt x="185" y="1"/>
                  </a:moveTo>
                  <a:cubicBezTo>
                    <a:pt x="83" y="1"/>
                    <a:pt x="0" y="84"/>
                    <a:pt x="0" y="186"/>
                  </a:cubicBezTo>
                  <a:lnTo>
                    <a:pt x="0" y="1900"/>
                  </a:lnTo>
                  <a:cubicBezTo>
                    <a:pt x="0" y="1995"/>
                    <a:pt x="70" y="2080"/>
                    <a:pt x="164" y="2089"/>
                  </a:cubicBezTo>
                  <a:cubicBezTo>
                    <a:pt x="170" y="2090"/>
                    <a:pt x="175" y="2090"/>
                    <a:pt x="181" y="2090"/>
                  </a:cubicBezTo>
                  <a:cubicBezTo>
                    <a:pt x="280" y="2090"/>
                    <a:pt x="360" y="2008"/>
                    <a:pt x="360" y="1906"/>
                  </a:cubicBezTo>
                  <a:lnTo>
                    <a:pt x="360" y="1339"/>
                  </a:lnTo>
                  <a:lnTo>
                    <a:pt x="948" y="2022"/>
                  </a:lnTo>
                  <a:cubicBezTo>
                    <a:pt x="985" y="2066"/>
                    <a:pt x="1040" y="2090"/>
                    <a:pt x="1094" y="2090"/>
                  </a:cubicBezTo>
                  <a:cubicBezTo>
                    <a:pt x="1130" y="2090"/>
                    <a:pt x="1166" y="2079"/>
                    <a:pt x="1196" y="2057"/>
                  </a:cubicBezTo>
                  <a:cubicBezTo>
                    <a:pt x="1282" y="1991"/>
                    <a:pt x="1294" y="1867"/>
                    <a:pt x="1224" y="1786"/>
                  </a:cubicBezTo>
                  <a:lnTo>
                    <a:pt x="765" y="1251"/>
                  </a:lnTo>
                  <a:cubicBezTo>
                    <a:pt x="1055" y="1186"/>
                    <a:pt x="1270" y="933"/>
                    <a:pt x="1270" y="632"/>
                  </a:cubicBezTo>
                  <a:cubicBezTo>
                    <a:pt x="1270" y="284"/>
                    <a:pt x="982" y="1"/>
                    <a:pt x="6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71"/>
            <p:cNvSpPr/>
            <p:nvPr/>
          </p:nvSpPr>
          <p:spPr>
            <a:xfrm>
              <a:off x="5009819" y="1752678"/>
              <a:ext cx="79104" cy="79066"/>
            </a:xfrm>
            <a:custGeom>
              <a:rect b="b" l="l" r="r" t="t"/>
              <a:pathLst>
                <a:path extrusionOk="0" h="2087" w="2088">
                  <a:moveTo>
                    <a:pt x="1045" y="368"/>
                  </a:moveTo>
                  <a:cubicBezTo>
                    <a:pt x="1416" y="368"/>
                    <a:pt x="1720" y="671"/>
                    <a:pt x="1720" y="1044"/>
                  </a:cubicBezTo>
                  <a:cubicBezTo>
                    <a:pt x="1720" y="1416"/>
                    <a:pt x="1417" y="1719"/>
                    <a:pt x="1045" y="1719"/>
                  </a:cubicBezTo>
                  <a:cubicBezTo>
                    <a:pt x="673" y="1719"/>
                    <a:pt x="369" y="1417"/>
                    <a:pt x="369" y="1044"/>
                  </a:cubicBezTo>
                  <a:cubicBezTo>
                    <a:pt x="369" y="671"/>
                    <a:pt x="673" y="368"/>
                    <a:pt x="1045" y="368"/>
                  </a:cubicBezTo>
                  <a:close/>
                  <a:moveTo>
                    <a:pt x="1045" y="1"/>
                  </a:moveTo>
                  <a:cubicBezTo>
                    <a:pt x="469" y="1"/>
                    <a:pt x="0" y="469"/>
                    <a:pt x="0" y="1044"/>
                  </a:cubicBezTo>
                  <a:cubicBezTo>
                    <a:pt x="0" y="1619"/>
                    <a:pt x="469" y="2087"/>
                    <a:pt x="1045" y="2087"/>
                  </a:cubicBezTo>
                  <a:cubicBezTo>
                    <a:pt x="1621" y="2087"/>
                    <a:pt x="2088" y="1619"/>
                    <a:pt x="2088" y="1044"/>
                  </a:cubicBezTo>
                  <a:cubicBezTo>
                    <a:pt x="2088" y="468"/>
                    <a:pt x="1619" y="1"/>
                    <a:pt x="10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71"/>
            <p:cNvSpPr/>
            <p:nvPr/>
          </p:nvSpPr>
          <p:spPr>
            <a:xfrm>
              <a:off x="4823652" y="1752943"/>
              <a:ext cx="40575" cy="78308"/>
            </a:xfrm>
            <a:custGeom>
              <a:rect b="b" l="l" r="r" t="t"/>
              <a:pathLst>
                <a:path extrusionOk="0" h="2067" w="1071">
                  <a:moveTo>
                    <a:pt x="183" y="1"/>
                  </a:moveTo>
                  <a:cubicBezTo>
                    <a:pt x="81" y="1"/>
                    <a:pt x="0" y="83"/>
                    <a:pt x="0" y="183"/>
                  </a:cubicBezTo>
                  <a:lnTo>
                    <a:pt x="0" y="1881"/>
                  </a:lnTo>
                  <a:cubicBezTo>
                    <a:pt x="0" y="1984"/>
                    <a:pt x="82" y="2066"/>
                    <a:pt x="185" y="2066"/>
                  </a:cubicBezTo>
                  <a:lnTo>
                    <a:pt x="874" y="2066"/>
                  </a:lnTo>
                  <a:cubicBezTo>
                    <a:pt x="969" y="2066"/>
                    <a:pt x="1054" y="1996"/>
                    <a:pt x="1062" y="1902"/>
                  </a:cubicBezTo>
                  <a:cubicBezTo>
                    <a:pt x="1071" y="1795"/>
                    <a:pt x="987" y="1706"/>
                    <a:pt x="882" y="1706"/>
                  </a:cubicBezTo>
                  <a:lnTo>
                    <a:pt x="362" y="1706"/>
                  </a:lnTo>
                  <a:lnTo>
                    <a:pt x="362" y="1215"/>
                  </a:lnTo>
                  <a:lnTo>
                    <a:pt x="822" y="1215"/>
                  </a:lnTo>
                  <a:cubicBezTo>
                    <a:pt x="918" y="1215"/>
                    <a:pt x="1003" y="1146"/>
                    <a:pt x="1011" y="1051"/>
                  </a:cubicBezTo>
                  <a:cubicBezTo>
                    <a:pt x="1020" y="943"/>
                    <a:pt x="937" y="854"/>
                    <a:pt x="832" y="854"/>
                  </a:cubicBezTo>
                  <a:lnTo>
                    <a:pt x="362" y="854"/>
                  </a:lnTo>
                  <a:lnTo>
                    <a:pt x="362" y="364"/>
                  </a:lnTo>
                  <a:lnTo>
                    <a:pt x="874" y="364"/>
                  </a:lnTo>
                  <a:lnTo>
                    <a:pt x="874" y="361"/>
                  </a:lnTo>
                  <a:cubicBezTo>
                    <a:pt x="969" y="361"/>
                    <a:pt x="1054" y="292"/>
                    <a:pt x="1062" y="198"/>
                  </a:cubicBezTo>
                  <a:cubicBezTo>
                    <a:pt x="1071" y="90"/>
                    <a:pt x="987" y="1"/>
                    <a:pt x="8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71"/>
            <p:cNvSpPr/>
            <p:nvPr/>
          </p:nvSpPr>
          <p:spPr>
            <a:xfrm>
              <a:off x="4979662" y="1686417"/>
              <a:ext cx="15154" cy="14055"/>
            </a:xfrm>
            <a:custGeom>
              <a:rect b="b" l="l" r="r" t="t"/>
              <a:pathLst>
                <a:path extrusionOk="0" h="371" w="400">
                  <a:moveTo>
                    <a:pt x="200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70" y="18"/>
                    <a:pt x="0" y="115"/>
                    <a:pt x="17" y="215"/>
                  </a:cubicBezTo>
                  <a:cubicBezTo>
                    <a:pt x="31" y="306"/>
                    <a:pt x="111" y="370"/>
                    <a:pt x="201" y="370"/>
                  </a:cubicBezTo>
                  <a:cubicBezTo>
                    <a:pt x="210" y="370"/>
                    <a:pt x="220" y="370"/>
                    <a:pt x="230" y="368"/>
                  </a:cubicBezTo>
                  <a:cubicBezTo>
                    <a:pt x="330" y="352"/>
                    <a:pt x="399" y="257"/>
                    <a:pt x="383" y="157"/>
                  </a:cubicBezTo>
                  <a:cubicBezTo>
                    <a:pt x="369" y="65"/>
                    <a:pt x="289" y="0"/>
                    <a:pt x="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71"/>
            <p:cNvSpPr/>
            <p:nvPr/>
          </p:nvSpPr>
          <p:spPr>
            <a:xfrm>
              <a:off x="4980041" y="1615459"/>
              <a:ext cx="13752" cy="61298"/>
            </a:xfrm>
            <a:custGeom>
              <a:rect b="b" l="l" r="r" t="t"/>
              <a:pathLst>
                <a:path extrusionOk="0" h="1618" w="363">
                  <a:moveTo>
                    <a:pt x="184" y="0"/>
                  </a:moveTo>
                  <a:cubicBezTo>
                    <a:pt x="83" y="0"/>
                    <a:pt x="3" y="81"/>
                    <a:pt x="3" y="181"/>
                  </a:cubicBezTo>
                  <a:lnTo>
                    <a:pt x="3" y="1438"/>
                  </a:lnTo>
                  <a:cubicBezTo>
                    <a:pt x="1" y="1538"/>
                    <a:pt x="83" y="1618"/>
                    <a:pt x="182" y="1618"/>
                  </a:cubicBezTo>
                  <a:cubicBezTo>
                    <a:pt x="282" y="1618"/>
                    <a:pt x="362" y="1537"/>
                    <a:pt x="362" y="1438"/>
                  </a:cubicBezTo>
                  <a:lnTo>
                    <a:pt x="362" y="189"/>
                  </a:lnTo>
                  <a:cubicBezTo>
                    <a:pt x="362" y="94"/>
                    <a:pt x="293" y="9"/>
                    <a:pt x="199" y="1"/>
                  </a:cubicBezTo>
                  <a:cubicBezTo>
                    <a:pt x="194" y="0"/>
                    <a:pt x="189" y="0"/>
                    <a:pt x="1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71"/>
            <p:cNvSpPr/>
            <p:nvPr/>
          </p:nvSpPr>
          <p:spPr>
            <a:xfrm>
              <a:off x="4903400" y="1580339"/>
              <a:ext cx="165141" cy="145365"/>
            </a:xfrm>
            <a:custGeom>
              <a:rect b="b" l="l" r="r" t="t"/>
              <a:pathLst>
                <a:path extrusionOk="0" h="3837" w="4359">
                  <a:moveTo>
                    <a:pt x="2216" y="0"/>
                  </a:moveTo>
                  <a:cubicBezTo>
                    <a:pt x="1977" y="0"/>
                    <a:pt x="1763" y="124"/>
                    <a:pt x="1644" y="330"/>
                  </a:cubicBezTo>
                  <a:lnTo>
                    <a:pt x="191" y="2844"/>
                  </a:lnTo>
                  <a:cubicBezTo>
                    <a:pt x="0" y="3176"/>
                    <a:pt x="116" y="3609"/>
                    <a:pt x="537" y="3817"/>
                  </a:cubicBezTo>
                  <a:cubicBezTo>
                    <a:pt x="562" y="3829"/>
                    <a:pt x="589" y="3836"/>
                    <a:pt x="618" y="3836"/>
                  </a:cubicBezTo>
                  <a:lnTo>
                    <a:pt x="1044" y="3836"/>
                  </a:lnTo>
                  <a:cubicBezTo>
                    <a:pt x="1057" y="3836"/>
                    <a:pt x="1070" y="3831"/>
                    <a:pt x="1080" y="3822"/>
                  </a:cubicBezTo>
                  <a:cubicBezTo>
                    <a:pt x="1241" y="3665"/>
                    <a:pt x="1132" y="3476"/>
                    <a:pt x="979" y="3476"/>
                  </a:cubicBezTo>
                  <a:lnTo>
                    <a:pt x="765" y="3476"/>
                  </a:lnTo>
                  <a:cubicBezTo>
                    <a:pt x="656" y="3476"/>
                    <a:pt x="560" y="3419"/>
                    <a:pt x="505" y="3326"/>
                  </a:cubicBezTo>
                  <a:cubicBezTo>
                    <a:pt x="452" y="3232"/>
                    <a:pt x="452" y="3121"/>
                    <a:pt x="505" y="3027"/>
                  </a:cubicBezTo>
                  <a:cubicBezTo>
                    <a:pt x="505" y="3027"/>
                    <a:pt x="1954" y="518"/>
                    <a:pt x="1958" y="512"/>
                  </a:cubicBezTo>
                  <a:cubicBezTo>
                    <a:pt x="2015" y="412"/>
                    <a:pt x="2116" y="362"/>
                    <a:pt x="2217" y="362"/>
                  </a:cubicBezTo>
                  <a:cubicBezTo>
                    <a:pt x="2318" y="362"/>
                    <a:pt x="2419" y="412"/>
                    <a:pt x="2476" y="512"/>
                  </a:cubicBezTo>
                  <a:lnTo>
                    <a:pt x="3928" y="3027"/>
                  </a:lnTo>
                  <a:cubicBezTo>
                    <a:pt x="3981" y="3121"/>
                    <a:pt x="3981" y="3232"/>
                    <a:pt x="3928" y="3326"/>
                  </a:cubicBezTo>
                  <a:cubicBezTo>
                    <a:pt x="3875" y="3420"/>
                    <a:pt x="3776" y="3476"/>
                    <a:pt x="3668" y="3476"/>
                  </a:cubicBezTo>
                  <a:lnTo>
                    <a:pt x="1764" y="3476"/>
                  </a:lnTo>
                  <a:cubicBezTo>
                    <a:pt x="1751" y="3476"/>
                    <a:pt x="1738" y="3481"/>
                    <a:pt x="1728" y="3491"/>
                  </a:cubicBezTo>
                  <a:cubicBezTo>
                    <a:pt x="1568" y="3648"/>
                    <a:pt x="1677" y="3836"/>
                    <a:pt x="1829" y="3836"/>
                  </a:cubicBezTo>
                  <a:lnTo>
                    <a:pt x="3667" y="3836"/>
                  </a:lnTo>
                  <a:cubicBezTo>
                    <a:pt x="3907" y="3836"/>
                    <a:pt x="4121" y="3713"/>
                    <a:pt x="4239" y="3506"/>
                  </a:cubicBezTo>
                  <a:cubicBezTo>
                    <a:pt x="4358" y="3299"/>
                    <a:pt x="4358" y="3053"/>
                    <a:pt x="4239" y="2847"/>
                  </a:cubicBezTo>
                  <a:lnTo>
                    <a:pt x="2714" y="204"/>
                  </a:lnTo>
                  <a:cubicBezTo>
                    <a:pt x="2699" y="179"/>
                    <a:pt x="2682" y="158"/>
                    <a:pt x="2658" y="142"/>
                  </a:cubicBezTo>
                  <a:cubicBezTo>
                    <a:pt x="2511" y="45"/>
                    <a:pt x="2359" y="0"/>
                    <a:pt x="22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71"/>
            <p:cNvSpPr/>
            <p:nvPr/>
          </p:nvSpPr>
          <p:spPr>
            <a:xfrm>
              <a:off x="4749246" y="1463691"/>
              <a:ext cx="476669" cy="422077"/>
            </a:xfrm>
            <a:custGeom>
              <a:rect b="b" l="l" r="r" t="t"/>
              <a:pathLst>
                <a:path extrusionOk="0" h="11141" w="12582">
                  <a:moveTo>
                    <a:pt x="11967" y="362"/>
                  </a:moveTo>
                  <a:cubicBezTo>
                    <a:pt x="12107" y="362"/>
                    <a:pt x="12219" y="475"/>
                    <a:pt x="12219" y="613"/>
                  </a:cubicBezTo>
                  <a:lnTo>
                    <a:pt x="12219" y="1575"/>
                  </a:lnTo>
                  <a:lnTo>
                    <a:pt x="359" y="1575"/>
                  </a:lnTo>
                  <a:lnTo>
                    <a:pt x="359" y="613"/>
                  </a:lnTo>
                  <a:cubicBezTo>
                    <a:pt x="359" y="475"/>
                    <a:pt x="472" y="362"/>
                    <a:pt x="610" y="362"/>
                  </a:cubicBezTo>
                  <a:close/>
                  <a:moveTo>
                    <a:pt x="621" y="1"/>
                  </a:moveTo>
                  <a:cubicBezTo>
                    <a:pt x="278" y="1"/>
                    <a:pt x="1" y="278"/>
                    <a:pt x="1" y="622"/>
                  </a:cubicBezTo>
                  <a:lnTo>
                    <a:pt x="1" y="10520"/>
                  </a:lnTo>
                  <a:cubicBezTo>
                    <a:pt x="1" y="10863"/>
                    <a:pt x="278" y="11140"/>
                    <a:pt x="621" y="11140"/>
                  </a:cubicBezTo>
                  <a:lnTo>
                    <a:pt x="12391" y="11140"/>
                  </a:lnTo>
                  <a:cubicBezTo>
                    <a:pt x="12496" y="11140"/>
                    <a:pt x="12581" y="11055"/>
                    <a:pt x="12581" y="10950"/>
                  </a:cubicBezTo>
                  <a:lnTo>
                    <a:pt x="12581" y="3565"/>
                  </a:lnTo>
                  <a:cubicBezTo>
                    <a:pt x="12581" y="3550"/>
                    <a:pt x="12576" y="3534"/>
                    <a:pt x="12566" y="3524"/>
                  </a:cubicBezTo>
                  <a:cubicBezTo>
                    <a:pt x="12512" y="3468"/>
                    <a:pt x="12454" y="3445"/>
                    <a:pt x="12402" y="3445"/>
                  </a:cubicBezTo>
                  <a:cubicBezTo>
                    <a:pt x="12303" y="3445"/>
                    <a:pt x="12222" y="3528"/>
                    <a:pt x="12222" y="3630"/>
                  </a:cubicBezTo>
                  <a:lnTo>
                    <a:pt x="12222" y="10530"/>
                  </a:lnTo>
                  <a:cubicBezTo>
                    <a:pt x="12222" y="10668"/>
                    <a:pt x="12109" y="10781"/>
                    <a:pt x="11970" y="10781"/>
                  </a:cubicBezTo>
                  <a:lnTo>
                    <a:pt x="613" y="10781"/>
                  </a:lnTo>
                  <a:cubicBezTo>
                    <a:pt x="474" y="10781"/>
                    <a:pt x="362" y="10668"/>
                    <a:pt x="362" y="10530"/>
                  </a:cubicBezTo>
                  <a:lnTo>
                    <a:pt x="362" y="1968"/>
                  </a:lnTo>
                  <a:lnTo>
                    <a:pt x="12223" y="1968"/>
                  </a:lnTo>
                  <a:lnTo>
                    <a:pt x="12223" y="2816"/>
                  </a:lnTo>
                  <a:cubicBezTo>
                    <a:pt x="12220" y="2918"/>
                    <a:pt x="12302" y="3000"/>
                    <a:pt x="12401" y="3000"/>
                  </a:cubicBezTo>
                  <a:cubicBezTo>
                    <a:pt x="12501" y="3000"/>
                    <a:pt x="12581" y="2918"/>
                    <a:pt x="12581" y="2816"/>
                  </a:cubicBezTo>
                  <a:lnTo>
                    <a:pt x="12581" y="622"/>
                  </a:lnTo>
                  <a:cubicBezTo>
                    <a:pt x="12581" y="278"/>
                    <a:pt x="12304" y="1"/>
                    <a:pt x="119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71"/>
            <p:cNvSpPr/>
            <p:nvPr/>
          </p:nvSpPr>
          <p:spPr>
            <a:xfrm>
              <a:off x="4797701" y="1491234"/>
              <a:ext cx="19624" cy="18753"/>
            </a:xfrm>
            <a:custGeom>
              <a:rect b="b" l="l" r="r" t="t"/>
              <a:pathLst>
                <a:path extrusionOk="0" h="495" w="518">
                  <a:moveTo>
                    <a:pt x="258" y="1"/>
                  </a:moveTo>
                  <a:cubicBezTo>
                    <a:pt x="250" y="1"/>
                    <a:pt x="243" y="1"/>
                    <a:pt x="235" y="2"/>
                  </a:cubicBezTo>
                  <a:cubicBezTo>
                    <a:pt x="99" y="15"/>
                    <a:pt x="0" y="136"/>
                    <a:pt x="14" y="272"/>
                  </a:cubicBezTo>
                  <a:cubicBezTo>
                    <a:pt x="26" y="400"/>
                    <a:pt x="132" y="494"/>
                    <a:pt x="258" y="494"/>
                  </a:cubicBezTo>
                  <a:cubicBezTo>
                    <a:pt x="266" y="494"/>
                    <a:pt x="275" y="494"/>
                    <a:pt x="283" y="493"/>
                  </a:cubicBezTo>
                  <a:cubicBezTo>
                    <a:pt x="419" y="480"/>
                    <a:pt x="518" y="360"/>
                    <a:pt x="504" y="224"/>
                  </a:cubicBezTo>
                  <a:cubicBezTo>
                    <a:pt x="492" y="96"/>
                    <a:pt x="384" y="1"/>
                    <a:pt x="2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71"/>
            <p:cNvSpPr/>
            <p:nvPr/>
          </p:nvSpPr>
          <p:spPr>
            <a:xfrm>
              <a:off x="4833426" y="1491234"/>
              <a:ext cx="19662" cy="18753"/>
            </a:xfrm>
            <a:custGeom>
              <a:rect b="b" l="l" r="r" t="t"/>
              <a:pathLst>
                <a:path extrusionOk="0" h="495" w="519">
                  <a:moveTo>
                    <a:pt x="259" y="1"/>
                  </a:moveTo>
                  <a:cubicBezTo>
                    <a:pt x="251" y="1"/>
                    <a:pt x="243" y="1"/>
                    <a:pt x="236" y="2"/>
                  </a:cubicBezTo>
                  <a:cubicBezTo>
                    <a:pt x="99" y="15"/>
                    <a:pt x="1" y="136"/>
                    <a:pt x="15" y="272"/>
                  </a:cubicBezTo>
                  <a:cubicBezTo>
                    <a:pt x="26" y="400"/>
                    <a:pt x="133" y="494"/>
                    <a:pt x="259" y="494"/>
                  </a:cubicBezTo>
                  <a:cubicBezTo>
                    <a:pt x="267" y="494"/>
                    <a:pt x="275" y="494"/>
                    <a:pt x="284" y="493"/>
                  </a:cubicBezTo>
                  <a:cubicBezTo>
                    <a:pt x="420" y="480"/>
                    <a:pt x="518" y="360"/>
                    <a:pt x="505" y="224"/>
                  </a:cubicBezTo>
                  <a:cubicBezTo>
                    <a:pt x="493" y="96"/>
                    <a:pt x="384" y="1"/>
                    <a:pt x="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71"/>
            <p:cNvSpPr/>
            <p:nvPr/>
          </p:nvSpPr>
          <p:spPr>
            <a:xfrm>
              <a:off x="4868924" y="1491310"/>
              <a:ext cx="20079" cy="18715"/>
            </a:xfrm>
            <a:custGeom>
              <a:rect b="b" l="l" r="r" t="t"/>
              <a:pathLst>
                <a:path extrusionOk="0" h="494" w="530">
                  <a:moveTo>
                    <a:pt x="264" y="1"/>
                  </a:moveTo>
                  <a:cubicBezTo>
                    <a:pt x="146" y="1"/>
                    <a:pt x="41" y="86"/>
                    <a:pt x="21" y="208"/>
                  </a:cubicBezTo>
                  <a:cubicBezTo>
                    <a:pt x="0" y="343"/>
                    <a:pt x="90" y="469"/>
                    <a:pt x="225" y="491"/>
                  </a:cubicBezTo>
                  <a:cubicBezTo>
                    <a:pt x="239" y="493"/>
                    <a:pt x="252" y="494"/>
                    <a:pt x="265" y="494"/>
                  </a:cubicBezTo>
                  <a:cubicBezTo>
                    <a:pt x="384" y="494"/>
                    <a:pt x="488" y="409"/>
                    <a:pt x="508" y="287"/>
                  </a:cubicBezTo>
                  <a:cubicBezTo>
                    <a:pt x="529" y="151"/>
                    <a:pt x="439" y="26"/>
                    <a:pt x="304" y="4"/>
                  </a:cubicBezTo>
                  <a:cubicBezTo>
                    <a:pt x="291" y="2"/>
                    <a:pt x="277" y="1"/>
                    <a:pt x="2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8" name="Google Shape;2978;p71"/>
          <p:cNvSpPr/>
          <p:nvPr/>
        </p:nvSpPr>
        <p:spPr>
          <a:xfrm>
            <a:off x="3393586" y="2031202"/>
            <a:ext cx="140695" cy="161274"/>
          </a:xfrm>
          <a:custGeom>
            <a:rect b="b" l="l" r="r" t="t"/>
            <a:pathLst>
              <a:path extrusionOk="0" h="4514" w="3938">
                <a:moveTo>
                  <a:pt x="1954" y="1"/>
                </a:moveTo>
                <a:cubicBezTo>
                  <a:pt x="1897" y="1"/>
                  <a:pt x="1842" y="28"/>
                  <a:pt x="1807" y="74"/>
                </a:cubicBezTo>
                <a:cubicBezTo>
                  <a:pt x="1802" y="80"/>
                  <a:pt x="1444" y="544"/>
                  <a:pt x="686" y="544"/>
                </a:cubicBezTo>
                <a:cubicBezTo>
                  <a:pt x="555" y="544"/>
                  <a:pt x="412" y="530"/>
                  <a:pt x="257" y="497"/>
                </a:cubicBezTo>
                <a:cubicBezTo>
                  <a:pt x="244" y="495"/>
                  <a:pt x="231" y="493"/>
                  <a:pt x="218" y="493"/>
                </a:cubicBezTo>
                <a:cubicBezTo>
                  <a:pt x="179" y="493"/>
                  <a:pt x="141" y="506"/>
                  <a:pt x="109" y="530"/>
                </a:cubicBezTo>
                <a:cubicBezTo>
                  <a:pt x="67" y="561"/>
                  <a:pt x="39" y="609"/>
                  <a:pt x="36" y="663"/>
                </a:cubicBezTo>
                <a:cubicBezTo>
                  <a:pt x="34" y="682"/>
                  <a:pt x="0" y="1134"/>
                  <a:pt x="88" y="1738"/>
                </a:cubicBezTo>
                <a:cubicBezTo>
                  <a:pt x="102" y="1829"/>
                  <a:pt x="180" y="1894"/>
                  <a:pt x="270" y="1894"/>
                </a:cubicBezTo>
                <a:cubicBezTo>
                  <a:pt x="279" y="1894"/>
                  <a:pt x="288" y="1894"/>
                  <a:pt x="298" y="1892"/>
                </a:cubicBezTo>
                <a:cubicBezTo>
                  <a:pt x="398" y="1878"/>
                  <a:pt x="467" y="1783"/>
                  <a:pt x="453" y="1683"/>
                </a:cubicBezTo>
                <a:cubicBezTo>
                  <a:pt x="404" y="1354"/>
                  <a:pt x="395" y="1071"/>
                  <a:pt x="397" y="893"/>
                </a:cubicBezTo>
                <a:lnTo>
                  <a:pt x="397" y="893"/>
                </a:lnTo>
                <a:cubicBezTo>
                  <a:pt x="500" y="907"/>
                  <a:pt x="598" y="912"/>
                  <a:pt x="692" y="912"/>
                </a:cubicBezTo>
                <a:cubicBezTo>
                  <a:pt x="1335" y="912"/>
                  <a:pt x="1751" y="631"/>
                  <a:pt x="1956" y="448"/>
                </a:cubicBezTo>
                <a:cubicBezTo>
                  <a:pt x="2159" y="633"/>
                  <a:pt x="2575" y="912"/>
                  <a:pt x="3217" y="912"/>
                </a:cubicBezTo>
                <a:cubicBezTo>
                  <a:pt x="3312" y="912"/>
                  <a:pt x="3412" y="906"/>
                  <a:pt x="3516" y="892"/>
                </a:cubicBezTo>
                <a:lnTo>
                  <a:pt x="3516" y="892"/>
                </a:lnTo>
                <a:cubicBezTo>
                  <a:pt x="3520" y="1140"/>
                  <a:pt x="3505" y="1594"/>
                  <a:pt x="3385" y="2095"/>
                </a:cubicBezTo>
                <a:cubicBezTo>
                  <a:pt x="3159" y="3043"/>
                  <a:pt x="2677" y="3725"/>
                  <a:pt x="1953" y="4122"/>
                </a:cubicBezTo>
                <a:cubicBezTo>
                  <a:pt x="1341" y="3801"/>
                  <a:pt x="900" y="3250"/>
                  <a:pt x="640" y="2480"/>
                </a:cubicBezTo>
                <a:cubicBezTo>
                  <a:pt x="614" y="2403"/>
                  <a:pt x="542" y="2354"/>
                  <a:pt x="465" y="2354"/>
                </a:cubicBezTo>
                <a:cubicBezTo>
                  <a:pt x="446" y="2354"/>
                  <a:pt x="426" y="2357"/>
                  <a:pt x="408" y="2364"/>
                </a:cubicBezTo>
                <a:cubicBezTo>
                  <a:pt x="310" y="2396"/>
                  <a:pt x="259" y="2500"/>
                  <a:pt x="290" y="2597"/>
                </a:cubicBezTo>
                <a:cubicBezTo>
                  <a:pt x="593" y="3498"/>
                  <a:pt x="1126" y="4137"/>
                  <a:pt x="1875" y="4495"/>
                </a:cubicBezTo>
                <a:cubicBezTo>
                  <a:pt x="1900" y="4507"/>
                  <a:pt x="1927" y="4514"/>
                  <a:pt x="1954" y="4514"/>
                </a:cubicBezTo>
                <a:cubicBezTo>
                  <a:pt x="1984" y="4514"/>
                  <a:pt x="2011" y="4507"/>
                  <a:pt x="2037" y="4494"/>
                </a:cubicBezTo>
                <a:cubicBezTo>
                  <a:pt x="2898" y="4058"/>
                  <a:pt x="3489" y="3254"/>
                  <a:pt x="3745" y="2169"/>
                </a:cubicBezTo>
                <a:cubicBezTo>
                  <a:pt x="3937" y="1361"/>
                  <a:pt x="3876" y="688"/>
                  <a:pt x="3874" y="659"/>
                </a:cubicBezTo>
                <a:cubicBezTo>
                  <a:pt x="3869" y="606"/>
                  <a:pt x="3843" y="559"/>
                  <a:pt x="3799" y="528"/>
                </a:cubicBezTo>
                <a:cubicBezTo>
                  <a:pt x="3768" y="505"/>
                  <a:pt x="3731" y="493"/>
                  <a:pt x="3692" y="493"/>
                </a:cubicBezTo>
                <a:cubicBezTo>
                  <a:pt x="3679" y="493"/>
                  <a:pt x="3666" y="494"/>
                  <a:pt x="3652" y="497"/>
                </a:cubicBezTo>
                <a:cubicBezTo>
                  <a:pt x="3496" y="530"/>
                  <a:pt x="3352" y="544"/>
                  <a:pt x="3221" y="544"/>
                </a:cubicBezTo>
                <a:cubicBezTo>
                  <a:pt x="2474" y="544"/>
                  <a:pt x="2118" y="96"/>
                  <a:pt x="2102" y="74"/>
                </a:cubicBezTo>
                <a:cubicBezTo>
                  <a:pt x="2068" y="28"/>
                  <a:pt x="2013" y="1"/>
                  <a:pt x="195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9" name="Google Shape;2979;p71"/>
          <p:cNvSpPr/>
          <p:nvPr/>
        </p:nvSpPr>
        <p:spPr>
          <a:xfrm>
            <a:off x="3239114" y="1995903"/>
            <a:ext cx="449631" cy="449452"/>
          </a:xfrm>
          <a:custGeom>
            <a:rect b="b" l="l" r="r" t="t"/>
            <a:pathLst>
              <a:path extrusionOk="0" h="12580" w="12585">
                <a:moveTo>
                  <a:pt x="6286" y="455"/>
                </a:moveTo>
                <a:cubicBezTo>
                  <a:pt x="6398" y="564"/>
                  <a:pt x="6576" y="711"/>
                  <a:pt x="6821" y="842"/>
                </a:cubicBezTo>
                <a:cubicBezTo>
                  <a:pt x="7117" y="1002"/>
                  <a:pt x="7560" y="1163"/>
                  <a:pt x="8143" y="1163"/>
                </a:cubicBezTo>
                <a:cubicBezTo>
                  <a:pt x="8305" y="1163"/>
                  <a:pt x="8478" y="1150"/>
                  <a:pt x="8661" y="1122"/>
                </a:cubicBezTo>
                <a:lnTo>
                  <a:pt x="8661" y="1122"/>
                </a:lnTo>
                <a:cubicBezTo>
                  <a:pt x="8686" y="1465"/>
                  <a:pt x="8708" y="2225"/>
                  <a:pt x="8530" y="3067"/>
                </a:cubicBezTo>
                <a:cubicBezTo>
                  <a:pt x="8391" y="3730"/>
                  <a:pt x="8153" y="4311"/>
                  <a:pt x="7828" y="4796"/>
                </a:cubicBezTo>
                <a:cubicBezTo>
                  <a:pt x="7440" y="5373"/>
                  <a:pt x="6921" y="5814"/>
                  <a:pt x="6286" y="6105"/>
                </a:cubicBezTo>
                <a:cubicBezTo>
                  <a:pt x="5652" y="5814"/>
                  <a:pt x="5134" y="5376"/>
                  <a:pt x="4746" y="4800"/>
                </a:cubicBezTo>
                <a:cubicBezTo>
                  <a:pt x="4421" y="4318"/>
                  <a:pt x="4184" y="3738"/>
                  <a:pt x="4042" y="3075"/>
                </a:cubicBezTo>
                <a:cubicBezTo>
                  <a:pt x="3862" y="2232"/>
                  <a:pt x="3884" y="1466"/>
                  <a:pt x="3909" y="1122"/>
                </a:cubicBezTo>
                <a:lnTo>
                  <a:pt x="3909" y="1122"/>
                </a:lnTo>
                <a:cubicBezTo>
                  <a:pt x="4092" y="1150"/>
                  <a:pt x="4265" y="1163"/>
                  <a:pt x="4427" y="1163"/>
                </a:cubicBezTo>
                <a:cubicBezTo>
                  <a:pt x="5009" y="1163"/>
                  <a:pt x="5453" y="1002"/>
                  <a:pt x="5749" y="842"/>
                </a:cubicBezTo>
                <a:cubicBezTo>
                  <a:pt x="5994" y="710"/>
                  <a:pt x="6173" y="564"/>
                  <a:pt x="6286" y="455"/>
                </a:cubicBezTo>
                <a:close/>
                <a:moveTo>
                  <a:pt x="11907" y="2488"/>
                </a:moveTo>
                <a:cubicBezTo>
                  <a:pt x="12065" y="2488"/>
                  <a:pt x="12193" y="2615"/>
                  <a:pt x="12193" y="2773"/>
                </a:cubicBezTo>
                <a:lnTo>
                  <a:pt x="12191" y="9239"/>
                </a:lnTo>
                <a:lnTo>
                  <a:pt x="11733" y="9239"/>
                </a:lnTo>
                <a:lnTo>
                  <a:pt x="11733" y="6384"/>
                </a:lnTo>
                <a:cubicBezTo>
                  <a:pt x="11733" y="6296"/>
                  <a:pt x="11675" y="6216"/>
                  <a:pt x="11588" y="6198"/>
                </a:cubicBezTo>
                <a:cubicBezTo>
                  <a:pt x="11576" y="6196"/>
                  <a:pt x="11563" y="6194"/>
                  <a:pt x="11551" y="6194"/>
                </a:cubicBezTo>
                <a:cubicBezTo>
                  <a:pt x="11452" y="6194"/>
                  <a:pt x="11372" y="6277"/>
                  <a:pt x="11372" y="6379"/>
                </a:cubicBezTo>
                <a:lnTo>
                  <a:pt x="11372" y="9205"/>
                </a:lnTo>
                <a:lnTo>
                  <a:pt x="1182" y="9205"/>
                </a:lnTo>
                <a:lnTo>
                  <a:pt x="1182" y="3372"/>
                </a:lnTo>
                <a:cubicBezTo>
                  <a:pt x="1182" y="3336"/>
                  <a:pt x="1210" y="3307"/>
                  <a:pt x="1246" y="3307"/>
                </a:cubicBezTo>
                <a:lnTo>
                  <a:pt x="3711" y="3307"/>
                </a:lnTo>
                <a:cubicBezTo>
                  <a:pt x="3866" y="3940"/>
                  <a:pt x="4105" y="4504"/>
                  <a:pt x="4427" y="4981"/>
                </a:cubicBezTo>
                <a:cubicBezTo>
                  <a:pt x="4870" y="5641"/>
                  <a:pt x="5469" y="6139"/>
                  <a:pt x="6204" y="6459"/>
                </a:cubicBezTo>
                <a:cubicBezTo>
                  <a:pt x="6226" y="6469"/>
                  <a:pt x="6252" y="6474"/>
                  <a:pt x="6278" y="6474"/>
                </a:cubicBezTo>
                <a:cubicBezTo>
                  <a:pt x="6303" y="6474"/>
                  <a:pt x="6329" y="6469"/>
                  <a:pt x="6351" y="6459"/>
                </a:cubicBezTo>
                <a:cubicBezTo>
                  <a:pt x="7087" y="6139"/>
                  <a:pt x="7685" y="5642"/>
                  <a:pt x="8129" y="4981"/>
                </a:cubicBezTo>
                <a:cubicBezTo>
                  <a:pt x="8449" y="4504"/>
                  <a:pt x="8689" y="3940"/>
                  <a:pt x="8843" y="3307"/>
                </a:cubicBezTo>
                <a:lnTo>
                  <a:pt x="11309" y="3307"/>
                </a:lnTo>
                <a:cubicBezTo>
                  <a:pt x="11344" y="3307"/>
                  <a:pt x="11373" y="3336"/>
                  <a:pt x="11373" y="3372"/>
                </a:cubicBezTo>
                <a:lnTo>
                  <a:pt x="11373" y="5597"/>
                </a:lnTo>
                <a:cubicBezTo>
                  <a:pt x="11373" y="5683"/>
                  <a:pt x="11429" y="5763"/>
                  <a:pt x="11514" y="5782"/>
                </a:cubicBezTo>
                <a:cubicBezTo>
                  <a:pt x="11527" y="5785"/>
                  <a:pt x="11541" y="5786"/>
                  <a:pt x="11553" y="5786"/>
                </a:cubicBezTo>
                <a:cubicBezTo>
                  <a:pt x="11653" y="5786"/>
                  <a:pt x="11734" y="5701"/>
                  <a:pt x="11734" y="5597"/>
                </a:cubicBezTo>
                <a:lnTo>
                  <a:pt x="11734" y="3411"/>
                </a:lnTo>
                <a:cubicBezTo>
                  <a:pt x="11734" y="3173"/>
                  <a:pt x="11540" y="2979"/>
                  <a:pt x="11300" y="2979"/>
                </a:cubicBezTo>
                <a:lnTo>
                  <a:pt x="8978" y="2979"/>
                </a:lnTo>
                <a:cubicBezTo>
                  <a:pt x="9009" y="2809"/>
                  <a:pt x="9031" y="2645"/>
                  <a:pt x="9047" y="2488"/>
                </a:cubicBezTo>
                <a:close/>
                <a:moveTo>
                  <a:pt x="3637" y="2491"/>
                </a:moveTo>
                <a:cubicBezTo>
                  <a:pt x="3655" y="2649"/>
                  <a:pt x="3679" y="2812"/>
                  <a:pt x="3710" y="2981"/>
                </a:cubicBezTo>
                <a:lnTo>
                  <a:pt x="1253" y="2981"/>
                </a:lnTo>
                <a:cubicBezTo>
                  <a:pt x="1013" y="2981"/>
                  <a:pt x="820" y="3175"/>
                  <a:pt x="820" y="3415"/>
                </a:cubicBezTo>
                <a:lnTo>
                  <a:pt x="820" y="9241"/>
                </a:lnTo>
                <a:lnTo>
                  <a:pt x="361" y="9241"/>
                </a:lnTo>
                <a:lnTo>
                  <a:pt x="361" y="2776"/>
                </a:lnTo>
                <a:lnTo>
                  <a:pt x="363" y="2776"/>
                </a:lnTo>
                <a:cubicBezTo>
                  <a:pt x="363" y="2618"/>
                  <a:pt x="491" y="2491"/>
                  <a:pt x="648" y="2491"/>
                </a:cubicBezTo>
                <a:close/>
                <a:moveTo>
                  <a:pt x="12191" y="9598"/>
                </a:moveTo>
                <a:lnTo>
                  <a:pt x="12191" y="10155"/>
                </a:lnTo>
                <a:cubicBezTo>
                  <a:pt x="12191" y="10318"/>
                  <a:pt x="12059" y="10451"/>
                  <a:pt x="11896" y="10451"/>
                </a:cubicBezTo>
                <a:lnTo>
                  <a:pt x="649" y="10451"/>
                </a:lnTo>
                <a:cubicBezTo>
                  <a:pt x="491" y="10451"/>
                  <a:pt x="363" y="10322"/>
                  <a:pt x="363" y="10164"/>
                </a:cubicBezTo>
                <a:lnTo>
                  <a:pt x="363" y="9598"/>
                </a:lnTo>
                <a:close/>
                <a:moveTo>
                  <a:pt x="7021" y="10812"/>
                </a:moveTo>
                <a:cubicBezTo>
                  <a:pt x="7071" y="11102"/>
                  <a:pt x="7192" y="11731"/>
                  <a:pt x="7403" y="12221"/>
                </a:cubicBezTo>
                <a:lnTo>
                  <a:pt x="5167" y="12221"/>
                </a:lnTo>
                <a:cubicBezTo>
                  <a:pt x="5378" y="11731"/>
                  <a:pt x="5500" y="11102"/>
                  <a:pt x="5548" y="10812"/>
                </a:cubicBezTo>
                <a:close/>
                <a:moveTo>
                  <a:pt x="6292" y="0"/>
                </a:moveTo>
                <a:cubicBezTo>
                  <a:pt x="6234" y="0"/>
                  <a:pt x="6181" y="27"/>
                  <a:pt x="6145" y="74"/>
                </a:cubicBezTo>
                <a:cubicBezTo>
                  <a:pt x="6143" y="77"/>
                  <a:pt x="5950" y="326"/>
                  <a:pt x="5565" y="532"/>
                </a:cubicBezTo>
                <a:cubicBezTo>
                  <a:pt x="5226" y="713"/>
                  <a:pt x="4850" y="804"/>
                  <a:pt x="4441" y="804"/>
                </a:cubicBezTo>
                <a:cubicBezTo>
                  <a:pt x="4232" y="804"/>
                  <a:pt x="4015" y="780"/>
                  <a:pt x="3790" y="732"/>
                </a:cubicBezTo>
                <a:cubicBezTo>
                  <a:pt x="3774" y="729"/>
                  <a:pt x="3759" y="727"/>
                  <a:pt x="3744" y="727"/>
                </a:cubicBezTo>
                <a:cubicBezTo>
                  <a:pt x="3739" y="727"/>
                  <a:pt x="3733" y="728"/>
                  <a:pt x="3728" y="728"/>
                </a:cubicBezTo>
                <a:cubicBezTo>
                  <a:pt x="3639" y="740"/>
                  <a:pt x="3577" y="808"/>
                  <a:pt x="3567" y="888"/>
                </a:cubicBezTo>
                <a:cubicBezTo>
                  <a:pt x="3564" y="918"/>
                  <a:pt x="3499" y="1420"/>
                  <a:pt x="3545" y="2129"/>
                </a:cubicBezTo>
                <a:lnTo>
                  <a:pt x="656" y="2129"/>
                </a:lnTo>
                <a:cubicBezTo>
                  <a:pt x="294" y="2129"/>
                  <a:pt x="0" y="2423"/>
                  <a:pt x="0" y="2784"/>
                </a:cubicBezTo>
                <a:lnTo>
                  <a:pt x="0" y="10157"/>
                </a:lnTo>
                <a:cubicBezTo>
                  <a:pt x="0" y="10519"/>
                  <a:pt x="294" y="10812"/>
                  <a:pt x="656" y="10812"/>
                </a:cubicBezTo>
                <a:lnTo>
                  <a:pt x="5172" y="10812"/>
                </a:lnTo>
                <a:cubicBezTo>
                  <a:pt x="5114" y="11144"/>
                  <a:pt x="4979" y="11798"/>
                  <a:pt x="4759" y="12221"/>
                </a:cubicBezTo>
                <a:lnTo>
                  <a:pt x="3740" y="12221"/>
                </a:lnTo>
                <a:cubicBezTo>
                  <a:pt x="3653" y="12221"/>
                  <a:pt x="3571" y="12278"/>
                  <a:pt x="3554" y="12364"/>
                </a:cubicBezTo>
                <a:cubicBezTo>
                  <a:pt x="3530" y="12479"/>
                  <a:pt x="3621" y="12580"/>
                  <a:pt x="3734" y="12580"/>
                </a:cubicBezTo>
                <a:lnTo>
                  <a:pt x="8829" y="12580"/>
                </a:lnTo>
                <a:cubicBezTo>
                  <a:pt x="8925" y="12580"/>
                  <a:pt x="9010" y="12511"/>
                  <a:pt x="9019" y="12417"/>
                </a:cubicBezTo>
                <a:cubicBezTo>
                  <a:pt x="9028" y="12310"/>
                  <a:pt x="8943" y="12221"/>
                  <a:pt x="8836" y="12221"/>
                </a:cubicBezTo>
                <a:lnTo>
                  <a:pt x="7827" y="12221"/>
                </a:lnTo>
                <a:cubicBezTo>
                  <a:pt x="7607" y="11798"/>
                  <a:pt x="7471" y="11144"/>
                  <a:pt x="7414" y="10812"/>
                </a:cubicBezTo>
                <a:lnTo>
                  <a:pt x="11930" y="10812"/>
                </a:lnTo>
                <a:cubicBezTo>
                  <a:pt x="12292" y="10812"/>
                  <a:pt x="12584" y="10519"/>
                  <a:pt x="12584" y="10157"/>
                </a:cubicBezTo>
                <a:lnTo>
                  <a:pt x="12584" y="2787"/>
                </a:lnTo>
                <a:cubicBezTo>
                  <a:pt x="12583" y="2425"/>
                  <a:pt x="12290" y="2129"/>
                  <a:pt x="11929" y="2129"/>
                </a:cubicBezTo>
                <a:lnTo>
                  <a:pt x="9040" y="2129"/>
                </a:lnTo>
                <a:cubicBezTo>
                  <a:pt x="9085" y="1420"/>
                  <a:pt x="9021" y="918"/>
                  <a:pt x="9017" y="888"/>
                </a:cubicBezTo>
                <a:cubicBezTo>
                  <a:pt x="9011" y="837"/>
                  <a:pt x="8984" y="791"/>
                  <a:pt x="8942" y="761"/>
                </a:cubicBezTo>
                <a:cubicBezTo>
                  <a:pt x="8910" y="739"/>
                  <a:pt x="8873" y="727"/>
                  <a:pt x="8836" y="727"/>
                </a:cubicBezTo>
                <a:cubicBezTo>
                  <a:pt x="8823" y="727"/>
                  <a:pt x="8810" y="729"/>
                  <a:pt x="8797" y="731"/>
                </a:cubicBezTo>
                <a:cubicBezTo>
                  <a:pt x="8572" y="778"/>
                  <a:pt x="8355" y="802"/>
                  <a:pt x="8146" y="802"/>
                </a:cubicBezTo>
                <a:cubicBezTo>
                  <a:pt x="7737" y="802"/>
                  <a:pt x="7360" y="712"/>
                  <a:pt x="7020" y="530"/>
                </a:cubicBezTo>
                <a:cubicBezTo>
                  <a:pt x="6634" y="326"/>
                  <a:pt x="6443" y="75"/>
                  <a:pt x="6440" y="74"/>
                </a:cubicBezTo>
                <a:cubicBezTo>
                  <a:pt x="6405" y="27"/>
                  <a:pt x="6351" y="0"/>
                  <a:pt x="629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0" name="Google Shape;2980;p71"/>
          <p:cNvSpPr/>
          <p:nvPr/>
        </p:nvSpPr>
        <p:spPr>
          <a:xfrm>
            <a:off x="3330454" y="2247538"/>
            <a:ext cx="266956" cy="38729"/>
          </a:xfrm>
          <a:custGeom>
            <a:rect b="b" l="l" r="r" t="t"/>
            <a:pathLst>
              <a:path extrusionOk="0" h="1084" w="7472">
                <a:moveTo>
                  <a:pt x="5602" y="361"/>
                </a:moveTo>
                <a:lnTo>
                  <a:pt x="5602" y="688"/>
                </a:lnTo>
                <a:lnTo>
                  <a:pt x="360" y="688"/>
                </a:lnTo>
                <a:lnTo>
                  <a:pt x="360" y="361"/>
                </a:lnTo>
                <a:close/>
                <a:moveTo>
                  <a:pt x="7077" y="361"/>
                </a:moveTo>
                <a:lnTo>
                  <a:pt x="7077" y="688"/>
                </a:lnTo>
                <a:lnTo>
                  <a:pt x="5964" y="688"/>
                </a:lnTo>
                <a:lnTo>
                  <a:pt x="5964" y="361"/>
                </a:lnTo>
                <a:close/>
                <a:moveTo>
                  <a:pt x="184" y="1"/>
                </a:moveTo>
                <a:cubicBezTo>
                  <a:pt x="83" y="1"/>
                  <a:pt x="0" y="83"/>
                  <a:pt x="0" y="185"/>
                </a:cubicBezTo>
                <a:lnTo>
                  <a:pt x="0" y="899"/>
                </a:lnTo>
                <a:cubicBezTo>
                  <a:pt x="0" y="1001"/>
                  <a:pt x="83" y="1084"/>
                  <a:pt x="184" y="1084"/>
                </a:cubicBezTo>
                <a:lnTo>
                  <a:pt x="7287" y="1084"/>
                </a:lnTo>
                <a:cubicBezTo>
                  <a:pt x="7389" y="1084"/>
                  <a:pt x="7472" y="1001"/>
                  <a:pt x="7472" y="899"/>
                </a:cubicBezTo>
                <a:lnTo>
                  <a:pt x="7472" y="187"/>
                </a:lnTo>
                <a:cubicBezTo>
                  <a:pt x="7470" y="83"/>
                  <a:pt x="7388" y="1"/>
                  <a:pt x="728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81" name="Google Shape;2981;p71"/>
          <p:cNvGrpSpPr/>
          <p:nvPr/>
        </p:nvGrpSpPr>
        <p:grpSpPr>
          <a:xfrm>
            <a:off x="4000277" y="1995900"/>
            <a:ext cx="332604" cy="449511"/>
            <a:chOff x="3965670" y="1436452"/>
            <a:chExt cx="352671" cy="476631"/>
          </a:xfrm>
        </p:grpSpPr>
        <p:sp>
          <p:nvSpPr>
            <p:cNvPr id="2982" name="Google Shape;2982;p71"/>
            <p:cNvSpPr/>
            <p:nvPr/>
          </p:nvSpPr>
          <p:spPr>
            <a:xfrm>
              <a:off x="4020755" y="1506160"/>
              <a:ext cx="64783" cy="64821"/>
            </a:xfrm>
            <a:custGeom>
              <a:rect b="b" l="l" r="r" t="t"/>
              <a:pathLst>
                <a:path extrusionOk="0" h="1711" w="1710">
                  <a:moveTo>
                    <a:pt x="855" y="369"/>
                  </a:moveTo>
                  <a:cubicBezTo>
                    <a:pt x="1123" y="369"/>
                    <a:pt x="1342" y="587"/>
                    <a:pt x="1342" y="856"/>
                  </a:cubicBezTo>
                  <a:cubicBezTo>
                    <a:pt x="1342" y="1124"/>
                    <a:pt x="1123" y="1343"/>
                    <a:pt x="855" y="1343"/>
                  </a:cubicBezTo>
                  <a:cubicBezTo>
                    <a:pt x="587" y="1343"/>
                    <a:pt x="368" y="1124"/>
                    <a:pt x="368" y="856"/>
                  </a:cubicBezTo>
                  <a:cubicBezTo>
                    <a:pt x="368" y="587"/>
                    <a:pt x="587" y="369"/>
                    <a:pt x="855" y="369"/>
                  </a:cubicBezTo>
                  <a:close/>
                  <a:moveTo>
                    <a:pt x="855" y="0"/>
                  </a:moveTo>
                  <a:cubicBezTo>
                    <a:pt x="384" y="0"/>
                    <a:pt x="0" y="385"/>
                    <a:pt x="0" y="856"/>
                  </a:cubicBezTo>
                  <a:cubicBezTo>
                    <a:pt x="1" y="1327"/>
                    <a:pt x="384" y="1711"/>
                    <a:pt x="855" y="1711"/>
                  </a:cubicBezTo>
                  <a:cubicBezTo>
                    <a:pt x="1326" y="1711"/>
                    <a:pt x="1709" y="1327"/>
                    <a:pt x="1709" y="856"/>
                  </a:cubicBezTo>
                  <a:cubicBezTo>
                    <a:pt x="1709" y="385"/>
                    <a:pt x="1326" y="0"/>
                    <a:pt x="8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71"/>
            <p:cNvSpPr/>
            <p:nvPr/>
          </p:nvSpPr>
          <p:spPr>
            <a:xfrm>
              <a:off x="4109179" y="1506160"/>
              <a:ext cx="64783" cy="64821"/>
            </a:xfrm>
            <a:custGeom>
              <a:rect b="b" l="l" r="r" t="t"/>
              <a:pathLst>
                <a:path extrusionOk="0" h="1711" w="1710">
                  <a:moveTo>
                    <a:pt x="855" y="369"/>
                  </a:moveTo>
                  <a:cubicBezTo>
                    <a:pt x="1123" y="369"/>
                    <a:pt x="1342" y="587"/>
                    <a:pt x="1342" y="856"/>
                  </a:cubicBezTo>
                  <a:cubicBezTo>
                    <a:pt x="1342" y="1124"/>
                    <a:pt x="1123" y="1343"/>
                    <a:pt x="855" y="1343"/>
                  </a:cubicBezTo>
                  <a:cubicBezTo>
                    <a:pt x="587" y="1343"/>
                    <a:pt x="368" y="1124"/>
                    <a:pt x="368" y="856"/>
                  </a:cubicBezTo>
                  <a:cubicBezTo>
                    <a:pt x="368" y="587"/>
                    <a:pt x="587" y="369"/>
                    <a:pt x="855" y="369"/>
                  </a:cubicBezTo>
                  <a:close/>
                  <a:moveTo>
                    <a:pt x="855" y="0"/>
                  </a:moveTo>
                  <a:cubicBezTo>
                    <a:pt x="384" y="0"/>
                    <a:pt x="1" y="385"/>
                    <a:pt x="1" y="856"/>
                  </a:cubicBezTo>
                  <a:cubicBezTo>
                    <a:pt x="2" y="1327"/>
                    <a:pt x="384" y="1711"/>
                    <a:pt x="855" y="1711"/>
                  </a:cubicBezTo>
                  <a:cubicBezTo>
                    <a:pt x="1327" y="1711"/>
                    <a:pt x="1710" y="1327"/>
                    <a:pt x="1710" y="856"/>
                  </a:cubicBezTo>
                  <a:cubicBezTo>
                    <a:pt x="1710" y="385"/>
                    <a:pt x="1327" y="0"/>
                    <a:pt x="8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71"/>
            <p:cNvSpPr/>
            <p:nvPr/>
          </p:nvSpPr>
          <p:spPr>
            <a:xfrm>
              <a:off x="4197602" y="1506160"/>
              <a:ext cx="64821" cy="64821"/>
            </a:xfrm>
            <a:custGeom>
              <a:rect b="b" l="l" r="r" t="t"/>
              <a:pathLst>
                <a:path extrusionOk="0" h="1711" w="1711">
                  <a:moveTo>
                    <a:pt x="856" y="369"/>
                  </a:moveTo>
                  <a:cubicBezTo>
                    <a:pt x="1124" y="369"/>
                    <a:pt x="1343" y="587"/>
                    <a:pt x="1343" y="856"/>
                  </a:cubicBezTo>
                  <a:cubicBezTo>
                    <a:pt x="1343" y="1124"/>
                    <a:pt x="1124" y="1343"/>
                    <a:pt x="856" y="1343"/>
                  </a:cubicBezTo>
                  <a:cubicBezTo>
                    <a:pt x="587" y="1343"/>
                    <a:pt x="369" y="1124"/>
                    <a:pt x="369" y="856"/>
                  </a:cubicBezTo>
                  <a:cubicBezTo>
                    <a:pt x="369" y="587"/>
                    <a:pt x="587" y="369"/>
                    <a:pt x="856" y="369"/>
                  </a:cubicBezTo>
                  <a:close/>
                  <a:moveTo>
                    <a:pt x="856" y="0"/>
                  </a:moveTo>
                  <a:cubicBezTo>
                    <a:pt x="385" y="0"/>
                    <a:pt x="0" y="385"/>
                    <a:pt x="0" y="856"/>
                  </a:cubicBezTo>
                  <a:cubicBezTo>
                    <a:pt x="0" y="1327"/>
                    <a:pt x="385" y="1711"/>
                    <a:pt x="856" y="1711"/>
                  </a:cubicBezTo>
                  <a:cubicBezTo>
                    <a:pt x="1327" y="1711"/>
                    <a:pt x="1711" y="1327"/>
                    <a:pt x="1711" y="856"/>
                  </a:cubicBezTo>
                  <a:cubicBezTo>
                    <a:pt x="1711" y="385"/>
                    <a:pt x="1327" y="0"/>
                    <a:pt x="8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71"/>
            <p:cNvSpPr/>
            <p:nvPr/>
          </p:nvSpPr>
          <p:spPr>
            <a:xfrm>
              <a:off x="4017156" y="1581703"/>
              <a:ext cx="71944" cy="13676"/>
            </a:xfrm>
            <a:custGeom>
              <a:rect b="b" l="l" r="r" t="t"/>
              <a:pathLst>
                <a:path extrusionOk="0" h="361" w="1899">
                  <a:moveTo>
                    <a:pt x="199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1"/>
                    <a:pt x="85" y="361"/>
                    <a:pt x="189" y="361"/>
                  </a:cubicBezTo>
                  <a:lnTo>
                    <a:pt x="1702" y="361"/>
                  </a:lnTo>
                  <a:cubicBezTo>
                    <a:pt x="1797" y="361"/>
                    <a:pt x="1882" y="292"/>
                    <a:pt x="1889" y="197"/>
                  </a:cubicBezTo>
                  <a:cubicBezTo>
                    <a:pt x="1899" y="90"/>
                    <a:pt x="1815" y="1"/>
                    <a:pt x="17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71"/>
            <p:cNvSpPr/>
            <p:nvPr/>
          </p:nvSpPr>
          <p:spPr>
            <a:xfrm>
              <a:off x="4031628" y="1606518"/>
              <a:ext cx="43113" cy="13676"/>
            </a:xfrm>
            <a:custGeom>
              <a:rect b="b" l="l" r="r" t="t"/>
              <a:pathLst>
                <a:path extrusionOk="0" h="361" w="1138">
                  <a:moveTo>
                    <a:pt x="197" y="0"/>
                  </a:moveTo>
                  <a:cubicBezTo>
                    <a:pt x="102" y="0"/>
                    <a:pt x="17" y="69"/>
                    <a:pt x="9" y="163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940" y="360"/>
                  </a:lnTo>
                  <a:cubicBezTo>
                    <a:pt x="1035" y="360"/>
                    <a:pt x="1121" y="291"/>
                    <a:pt x="1128" y="197"/>
                  </a:cubicBezTo>
                  <a:cubicBezTo>
                    <a:pt x="1138" y="89"/>
                    <a:pt x="1054" y="0"/>
                    <a:pt x="9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71"/>
            <p:cNvSpPr/>
            <p:nvPr/>
          </p:nvSpPr>
          <p:spPr>
            <a:xfrm>
              <a:off x="4105617" y="1581703"/>
              <a:ext cx="71944" cy="13676"/>
            </a:xfrm>
            <a:custGeom>
              <a:rect b="b" l="l" r="r" t="t"/>
              <a:pathLst>
                <a:path extrusionOk="0" h="361" w="1899">
                  <a:moveTo>
                    <a:pt x="197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1700" y="361"/>
                  </a:lnTo>
                  <a:cubicBezTo>
                    <a:pt x="1797" y="361"/>
                    <a:pt x="1882" y="292"/>
                    <a:pt x="1889" y="197"/>
                  </a:cubicBezTo>
                  <a:cubicBezTo>
                    <a:pt x="1898" y="90"/>
                    <a:pt x="1814" y="1"/>
                    <a:pt x="17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71"/>
            <p:cNvSpPr/>
            <p:nvPr/>
          </p:nvSpPr>
          <p:spPr>
            <a:xfrm>
              <a:off x="4120014" y="1606518"/>
              <a:ext cx="43189" cy="13676"/>
            </a:xfrm>
            <a:custGeom>
              <a:rect b="b" l="l" r="r" t="t"/>
              <a:pathLst>
                <a:path extrusionOk="0" h="361" w="1140">
                  <a:moveTo>
                    <a:pt x="199" y="0"/>
                  </a:moveTo>
                  <a:cubicBezTo>
                    <a:pt x="103" y="0"/>
                    <a:pt x="18" y="69"/>
                    <a:pt x="10" y="163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941" y="360"/>
                  </a:lnTo>
                  <a:cubicBezTo>
                    <a:pt x="1036" y="360"/>
                    <a:pt x="1121" y="291"/>
                    <a:pt x="1130" y="197"/>
                  </a:cubicBezTo>
                  <a:cubicBezTo>
                    <a:pt x="1139" y="89"/>
                    <a:pt x="1055" y="0"/>
                    <a:pt x="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71"/>
            <p:cNvSpPr/>
            <p:nvPr/>
          </p:nvSpPr>
          <p:spPr>
            <a:xfrm>
              <a:off x="4194003" y="1581703"/>
              <a:ext cx="71982" cy="13676"/>
            </a:xfrm>
            <a:custGeom>
              <a:rect b="b" l="l" r="r" t="t"/>
              <a:pathLst>
                <a:path extrusionOk="0" h="361" w="1900">
                  <a:moveTo>
                    <a:pt x="199" y="1"/>
                  </a:moveTo>
                  <a:cubicBezTo>
                    <a:pt x="104" y="1"/>
                    <a:pt x="19" y="70"/>
                    <a:pt x="10" y="164"/>
                  </a:cubicBezTo>
                  <a:cubicBezTo>
                    <a:pt x="1" y="271"/>
                    <a:pt x="85" y="361"/>
                    <a:pt x="189" y="361"/>
                  </a:cubicBezTo>
                  <a:lnTo>
                    <a:pt x="1702" y="361"/>
                  </a:lnTo>
                  <a:cubicBezTo>
                    <a:pt x="1797" y="361"/>
                    <a:pt x="1883" y="292"/>
                    <a:pt x="1890" y="197"/>
                  </a:cubicBezTo>
                  <a:cubicBezTo>
                    <a:pt x="1900" y="90"/>
                    <a:pt x="1816" y="1"/>
                    <a:pt x="17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71"/>
            <p:cNvSpPr/>
            <p:nvPr/>
          </p:nvSpPr>
          <p:spPr>
            <a:xfrm>
              <a:off x="4208437" y="1606480"/>
              <a:ext cx="42848" cy="13676"/>
            </a:xfrm>
            <a:custGeom>
              <a:rect b="b" l="l" r="r" t="t"/>
              <a:pathLst>
                <a:path extrusionOk="0" h="361" w="1131">
                  <a:moveTo>
                    <a:pt x="198" y="0"/>
                  </a:moveTo>
                  <a:cubicBezTo>
                    <a:pt x="102" y="0"/>
                    <a:pt x="17" y="69"/>
                    <a:pt x="10" y="163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949" y="360"/>
                  </a:lnTo>
                  <a:cubicBezTo>
                    <a:pt x="950" y="360"/>
                    <a:pt x="950" y="360"/>
                    <a:pt x="951" y="360"/>
                  </a:cubicBezTo>
                  <a:cubicBezTo>
                    <a:pt x="1051" y="360"/>
                    <a:pt x="1130" y="279"/>
                    <a:pt x="1130" y="180"/>
                  </a:cubicBezTo>
                  <a:cubicBezTo>
                    <a:pt x="1130" y="81"/>
                    <a:pt x="1049" y="0"/>
                    <a:pt x="9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71"/>
            <p:cNvSpPr/>
            <p:nvPr/>
          </p:nvSpPr>
          <p:spPr>
            <a:xfrm>
              <a:off x="3965670" y="1436452"/>
              <a:ext cx="352671" cy="476631"/>
            </a:xfrm>
            <a:custGeom>
              <a:rect b="b" l="l" r="r" t="t"/>
              <a:pathLst>
                <a:path extrusionOk="0" h="12581" w="9309">
                  <a:moveTo>
                    <a:pt x="8850" y="361"/>
                  </a:moveTo>
                  <a:cubicBezTo>
                    <a:pt x="8884" y="361"/>
                    <a:pt x="8911" y="389"/>
                    <a:pt x="8911" y="423"/>
                  </a:cubicBezTo>
                  <a:lnTo>
                    <a:pt x="8911" y="1212"/>
                  </a:lnTo>
                  <a:lnTo>
                    <a:pt x="361" y="1212"/>
                  </a:lnTo>
                  <a:lnTo>
                    <a:pt x="361" y="423"/>
                  </a:lnTo>
                  <a:cubicBezTo>
                    <a:pt x="361" y="389"/>
                    <a:pt x="388" y="361"/>
                    <a:pt x="423" y="361"/>
                  </a:cubicBezTo>
                  <a:close/>
                  <a:moveTo>
                    <a:pt x="8912" y="1572"/>
                  </a:moveTo>
                  <a:lnTo>
                    <a:pt x="8912" y="5111"/>
                  </a:lnTo>
                  <a:lnTo>
                    <a:pt x="7926" y="5111"/>
                  </a:lnTo>
                  <a:cubicBezTo>
                    <a:pt x="7829" y="5111"/>
                    <a:pt x="7745" y="5180"/>
                    <a:pt x="7737" y="5275"/>
                  </a:cubicBezTo>
                  <a:cubicBezTo>
                    <a:pt x="7728" y="5382"/>
                    <a:pt x="7812" y="5472"/>
                    <a:pt x="7916" y="5472"/>
                  </a:cubicBezTo>
                  <a:lnTo>
                    <a:pt x="8912" y="5472"/>
                  </a:lnTo>
                  <a:lnTo>
                    <a:pt x="8912" y="8321"/>
                  </a:lnTo>
                  <a:lnTo>
                    <a:pt x="361" y="8321"/>
                  </a:lnTo>
                  <a:lnTo>
                    <a:pt x="361" y="5472"/>
                  </a:lnTo>
                  <a:lnTo>
                    <a:pt x="7069" y="5472"/>
                  </a:lnTo>
                  <a:cubicBezTo>
                    <a:pt x="7164" y="5472"/>
                    <a:pt x="7250" y="5401"/>
                    <a:pt x="7259" y="5307"/>
                  </a:cubicBezTo>
                  <a:cubicBezTo>
                    <a:pt x="7268" y="5200"/>
                    <a:pt x="7183" y="5111"/>
                    <a:pt x="7075" y="5111"/>
                  </a:cubicBezTo>
                  <a:lnTo>
                    <a:pt x="361" y="5111"/>
                  </a:lnTo>
                  <a:lnTo>
                    <a:pt x="361" y="1572"/>
                  </a:lnTo>
                  <a:close/>
                  <a:moveTo>
                    <a:pt x="192" y="0"/>
                  </a:moveTo>
                  <a:cubicBezTo>
                    <a:pt x="86" y="0"/>
                    <a:pt x="0" y="85"/>
                    <a:pt x="0" y="191"/>
                  </a:cubicBezTo>
                  <a:lnTo>
                    <a:pt x="0" y="9417"/>
                  </a:lnTo>
                  <a:cubicBezTo>
                    <a:pt x="0" y="9441"/>
                    <a:pt x="10" y="9464"/>
                    <a:pt x="29" y="9480"/>
                  </a:cubicBezTo>
                  <a:cubicBezTo>
                    <a:pt x="79" y="9527"/>
                    <a:pt x="133" y="9548"/>
                    <a:pt x="182" y="9548"/>
                  </a:cubicBezTo>
                  <a:cubicBezTo>
                    <a:pt x="281" y="9548"/>
                    <a:pt x="362" y="9465"/>
                    <a:pt x="362" y="9363"/>
                  </a:cubicBezTo>
                  <a:lnTo>
                    <a:pt x="362" y="8683"/>
                  </a:lnTo>
                  <a:lnTo>
                    <a:pt x="8913" y="8683"/>
                  </a:lnTo>
                  <a:lnTo>
                    <a:pt x="8913" y="12160"/>
                  </a:lnTo>
                  <a:cubicBezTo>
                    <a:pt x="8913" y="12193"/>
                    <a:pt x="8886" y="12222"/>
                    <a:pt x="8853" y="12222"/>
                  </a:cubicBezTo>
                  <a:lnTo>
                    <a:pt x="424" y="12222"/>
                  </a:lnTo>
                  <a:cubicBezTo>
                    <a:pt x="390" y="12222"/>
                    <a:pt x="362" y="12193"/>
                    <a:pt x="362" y="12160"/>
                  </a:cubicBezTo>
                  <a:lnTo>
                    <a:pt x="362" y="10239"/>
                  </a:lnTo>
                  <a:cubicBezTo>
                    <a:pt x="362" y="10144"/>
                    <a:pt x="293" y="10059"/>
                    <a:pt x="198" y="10049"/>
                  </a:cubicBezTo>
                  <a:cubicBezTo>
                    <a:pt x="193" y="10049"/>
                    <a:pt x="188" y="10049"/>
                    <a:pt x="182" y="10049"/>
                  </a:cubicBezTo>
                  <a:cubicBezTo>
                    <a:pt x="83" y="10049"/>
                    <a:pt x="3" y="10130"/>
                    <a:pt x="3" y="10233"/>
                  </a:cubicBezTo>
                  <a:lnTo>
                    <a:pt x="3" y="12152"/>
                  </a:lnTo>
                  <a:cubicBezTo>
                    <a:pt x="3" y="12389"/>
                    <a:pt x="194" y="12581"/>
                    <a:pt x="432" y="12581"/>
                  </a:cubicBezTo>
                  <a:lnTo>
                    <a:pt x="8879" y="12581"/>
                  </a:lnTo>
                  <a:cubicBezTo>
                    <a:pt x="9116" y="12581"/>
                    <a:pt x="9308" y="12389"/>
                    <a:pt x="9308" y="12152"/>
                  </a:cubicBezTo>
                  <a:lnTo>
                    <a:pt x="9308" y="430"/>
                  </a:lnTo>
                  <a:cubicBezTo>
                    <a:pt x="9305" y="193"/>
                    <a:pt x="9112" y="0"/>
                    <a:pt x="8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71"/>
            <p:cNvSpPr/>
            <p:nvPr/>
          </p:nvSpPr>
          <p:spPr>
            <a:xfrm>
              <a:off x="4007836" y="1656147"/>
              <a:ext cx="121687" cy="83158"/>
            </a:xfrm>
            <a:custGeom>
              <a:rect b="b" l="l" r="r" t="t"/>
              <a:pathLst>
                <a:path extrusionOk="0" h="2195" w="3212">
                  <a:moveTo>
                    <a:pt x="2393" y="361"/>
                  </a:moveTo>
                  <a:lnTo>
                    <a:pt x="1604" y="864"/>
                  </a:lnTo>
                  <a:lnTo>
                    <a:pt x="817" y="361"/>
                  </a:lnTo>
                  <a:close/>
                  <a:moveTo>
                    <a:pt x="2852" y="527"/>
                  </a:moveTo>
                  <a:lnTo>
                    <a:pt x="2852" y="1669"/>
                  </a:lnTo>
                  <a:lnTo>
                    <a:pt x="1960" y="1098"/>
                  </a:lnTo>
                  <a:lnTo>
                    <a:pt x="2852" y="527"/>
                  </a:lnTo>
                  <a:close/>
                  <a:moveTo>
                    <a:pt x="362" y="528"/>
                  </a:moveTo>
                  <a:lnTo>
                    <a:pt x="1254" y="1099"/>
                  </a:lnTo>
                  <a:lnTo>
                    <a:pt x="362" y="1670"/>
                  </a:lnTo>
                  <a:lnTo>
                    <a:pt x="362" y="528"/>
                  </a:lnTo>
                  <a:close/>
                  <a:moveTo>
                    <a:pt x="1604" y="1330"/>
                  </a:moveTo>
                  <a:lnTo>
                    <a:pt x="2393" y="1835"/>
                  </a:lnTo>
                  <a:lnTo>
                    <a:pt x="817" y="1835"/>
                  </a:lnTo>
                  <a:lnTo>
                    <a:pt x="1604" y="1330"/>
                  </a:lnTo>
                  <a:close/>
                  <a:moveTo>
                    <a:pt x="184" y="0"/>
                  </a:moveTo>
                  <a:cubicBezTo>
                    <a:pt x="84" y="0"/>
                    <a:pt x="1" y="83"/>
                    <a:pt x="1" y="184"/>
                  </a:cubicBezTo>
                  <a:lnTo>
                    <a:pt x="1" y="2011"/>
                  </a:lnTo>
                  <a:cubicBezTo>
                    <a:pt x="1" y="2114"/>
                    <a:pt x="84" y="2195"/>
                    <a:pt x="184" y="2195"/>
                  </a:cubicBezTo>
                  <a:lnTo>
                    <a:pt x="3029" y="2195"/>
                  </a:lnTo>
                  <a:cubicBezTo>
                    <a:pt x="3131" y="2195"/>
                    <a:pt x="3212" y="2113"/>
                    <a:pt x="3212" y="2011"/>
                  </a:cubicBezTo>
                  <a:lnTo>
                    <a:pt x="3212" y="186"/>
                  </a:lnTo>
                  <a:cubicBezTo>
                    <a:pt x="3212" y="83"/>
                    <a:pt x="3129" y="0"/>
                    <a:pt x="30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71"/>
            <p:cNvSpPr/>
            <p:nvPr/>
          </p:nvSpPr>
          <p:spPr>
            <a:xfrm>
              <a:off x="4153125" y="1656147"/>
              <a:ext cx="121649" cy="83158"/>
            </a:xfrm>
            <a:custGeom>
              <a:rect b="b" l="l" r="r" t="t"/>
              <a:pathLst>
                <a:path extrusionOk="0" h="2195" w="3211">
                  <a:moveTo>
                    <a:pt x="2425" y="361"/>
                  </a:moveTo>
                  <a:lnTo>
                    <a:pt x="1637" y="864"/>
                  </a:lnTo>
                  <a:lnTo>
                    <a:pt x="849" y="361"/>
                  </a:lnTo>
                  <a:close/>
                  <a:moveTo>
                    <a:pt x="2850" y="527"/>
                  </a:moveTo>
                  <a:lnTo>
                    <a:pt x="2850" y="1669"/>
                  </a:lnTo>
                  <a:lnTo>
                    <a:pt x="1958" y="1098"/>
                  </a:lnTo>
                  <a:lnTo>
                    <a:pt x="2850" y="527"/>
                  </a:lnTo>
                  <a:close/>
                  <a:moveTo>
                    <a:pt x="393" y="528"/>
                  </a:moveTo>
                  <a:lnTo>
                    <a:pt x="1284" y="1099"/>
                  </a:lnTo>
                  <a:lnTo>
                    <a:pt x="393" y="1670"/>
                  </a:lnTo>
                  <a:lnTo>
                    <a:pt x="393" y="528"/>
                  </a:lnTo>
                  <a:close/>
                  <a:moveTo>
                    <a:pt x="1621" y="1330"/>
                  </a:moveTo>
                  <a:lnTo>
                    <a:pt x="2409" y="1835"/>
                  </a:lnTo>
                  <a:lnTo>
                    <a:pt x="833" y="1835"/>
                  </a:lnTo>
                  <a:lnTo>
                    <a:pt x="1621" y="1330"/>
                  </a:lnTo>
                  <a:close/>
                  <a:moveTo>
                    <a:pt x="184" y="0"/>
                  </a:moveTo>
                  <a:cubicBezTo>
                    <a:pt x="83" y="0"/>
                    <a:pt x="0" y="83"/>
                    <a:pt x="0" y="186"/>
                  </a:cubicBezTo>
                  <a:lnTo>
                    <a:pt x="0" y="2011"/>
                  </a:lnTo>
                  <a:cubicBezTo>
                    <a:pt x="0" y="2113"/>
                    <a:pt x="83" y="2195"/>
                    <a:pt x="183" y="2195"/>
                  </a:cubicBezTo>
                  <a:lnTo>
                    <a:pt x="3027" y="2195"/>
                  </a:lnTo>
                  <a:cubicBezTo>
                    <a:pt x="3128" y="2195"/>
                    <a:pt x="3210" y="2113"/>
                    <a:pt x="3210" y="2011"/>
                  </a:cubicBezTo>
                  <a:lnTo>
                    <a:pt x="3210" y="184"/>
                  </a:lnTo>
                  <a:cubicBezTo>
                    <a:pt x="3210" y="82"/>
                    <a:pt x="3128" y="0"/>
                    <a:pt x="30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71"/>
            <p:cNvSpPr/>
            <p:nvPr/>
          </p:nvSpPr>
          <p:spPr>
            <a:xfrm>
              <a:off x="4007609" y="1784009"/>
              <a:ext cx="267961" cy="13714"/>
            </a:xfrm>
            <a:custGeom>
              <a:rect b="b" l="l" r="r" t="t"/>
              <a:pathLst>
                <a:path extrusionOk="0" h="362" w="7073">
                  <a:moveTo>
                    <a:pt x="200" y="1"/>
                  </a:moveTo>
                  <a:cubicBezTo>
                    <a:pt x="103" y="1"/>
                    <a:pt x="18" y="70"/>
                    <a:pt x="9" y="164"/>
                  </a:cubicBezTo>
                  <a:cubicBezTo>
                    <a:pt x="1" y="272"/>
                    <a:pt x="85" y="361"/>
                    <a:pt x="192" y="361"/>
                  </a:cubicBezTo>
                  <a:lnTo>
                    <a:pt x="6872" y="361"/>
                  </a:lnTo>
                  <a:cubicBezTo>
                    <a:pt x="6967" y="361"/>
                    <a:pt x="7052" y="291"/>
                    <a:pt x="7062" y="197"/>
                  </a:cubicBezTo>
                  <a:cubicBezTo>
                    <a:pt x="7072" y="90"/>
                    <a:pt x="6987" y="1"/>
                    <a:pt x="68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71"/>
            <p:cNvSpPr/>
            <p:nvPr/>
          </p:nvSpPr>
          <p:spPr>
            <a:xfrm>
              <a:off x="4135660" y="1811286"/>
              <a:ext cx="138508" cy="13676"/>
            </a:xfrm>
            <a:custGeom>
              <a:rect b="b" l="l" r="r" t="t"/>
              <a:pathLst>
                <a:path extrusionOk="0" h="361" w="3656">
                  <a:moveTo>
                    <a:pt x="198" y="0"/>
                  </a:moveTo>
                  <a:cubicBezTo>
                    <a:pt x="103" y="0"/>
                    <a:pt x="17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3458" y="361"/>
                  </a:lnTo>
                  <a:cubicBezTo>
                    <a:pt x="3554" y="361"/>
                    <a:pt x="3639" y="292"/>
                    <a:pt x="3646" y="197"/>
                  </a:cubicBezTo>
                  <a:cubicBezTo>
                    <a:pt x="3656" y="92"/>
                    <a:pt x="3572" y="0"/>
                    <a:pt x="3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71"/>
            <p:cNvSpPr/>
            <p:nvPr/>
          </p:nvSpPr>
          <p:spPr>
            <a:xfrm>
              <a:off x="4008632" y="1811362"/>
              <a:ext cx="104373" cy="13639"/>
            </a:xfrm>
            <a:custGeom>
              <a:rect b="b" l="l" r="r" t="t"/>
              <a:pathLst>
                <a:path extrusionOk="0" h="360" w="2755">
                  <a:moveTo>
                    <a:pt x="199" y="1"/>
                  </a:moveTo>
                  <a:cubicBezTo>
                    <a:pt x="102" y="1"/>
                    <a:pt x="18" y="70"/>
                    <a:pt x="10" y="164"/>
                  </a:cubicBezTo>
                  <a:cubicBezTo>
                    <a:pt x="1" y="270"/>
                    <a:pt x="85" y="360"/>
                    <a:pt x="189" y="360"/>
                  </a:cubicBezTo>
                  <a:lnTo>
                    <a:pt x="2556" y="360"/>
                  </a:lnTo>
                  <a:cubicBezTo>
                    <a:pt x="2652" y="360"/>
                    <a:pt x="2736" y="291"/>
                    <a:pt x="2745" y="196"/>
                  </a:cubicBezTo>
                  <a:cubicBezTo>
                    <a:pt x="2754" y="90"/>
                    <a:pt x="2670" y="1"/>
                    <a:pt x="2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71"/>
            <p:cNvSpPr/>
            <p:nvPr/>
          </p:nvSpPr>
          <p:spPr>
            <a:xfrm>
              <a:off x="4007609" y="1839852"/>
              <a:ext cx="267961" cy="13676"/>
            </a:xfrm>
            <a:custGeom>
              <a:rect b="b" l="l" r="r" t="t"/>
              <a:pathLst>
                <a:path extrusionOk="0" h="361" w="7073">
                  <a:moveTo>
                    <a:pt x="201" y="1"/>
                  </a:moveTo>
                  <a:cubicBezTo>
                    <a:pt x="105" y="1"/>
                    <a:pt x="19" y="71"/>
                    <a:pt x="11" y="165"/>
                  </a:cubicBezTo>
                  <a:cubicBezTo>
                    <a:pt x="1" y="272"/>
                    <a:pt x="86" y="361"/>
                    <a:pt x="192" y="361"/>
                  </a:cubicBezTo>
                  <a:lnTo>
                    <a:pt x="6873" y="361"/>
                  </a:lnTo>
                  <a:cubicBezTo>
                    <a:pt x="6969" y="361"/>
                    <a:pt x="7054" y="292"/>
                    <a:pt x="7063" y="197"/>
                  </a:cubicBezTo>
                  <a:cubicBezTo>
                    <a:pt x="7072" y="90"/>
                    <a:pt x="6987" y="1"/>
                    <a:pt x="68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71"/>
            <p:cNvSpPr/>
            <p:nvPr/>
          </p:nvSpPr>
          <p:spPr>
            <a:xfrm>
              <a:off x="4199837" y="1867167"/>
              <a:ext cx="74974" cy="13676"/>
            </a:xfrm>
            <a:custGeom>
              <a:rect b="b" l="l" r="r" t="t"/>
              <a:pathLst>
                <a:path extrusionOk="0" h="361" w="1979">
                  <a:moveTo>
                    <a:pt x="198" y="0"/>
                  </a:moveTo>
                  <a:cubicBezTo>
                    <a:pt x="103" y="0"/>
                    <a:pt x="18" y="69"/>
                    <a:pt x="9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1781" y="360"/>
                  </a:lnTo>
                  <a:cubicBezTo>
                    <a:pt x="1877" y="360"/>
                    <a:pt x="1962" y="290"/>
                    <a:pt x="1970" y="196"/>
                  </a:cubicBezTo>
                  <a:cubicBezTo>
                    <a:pt x="1978" y="90"/>
                    <a:pt x="1895" y="0"/>
                    <a:pt x="17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71"/>
            <p:cNvSpPr/>
            <p:nvPr/>
          </p:nvSpPr>
          <p:spPr>
            <a:xfrm>
              <a:off x="4009276" y="1867205"/>
              <a:ext cx="168740" cy="13676"/>
            </a:xfrm>
            <a:custGeom>
              <a:rect b="b" l="l" r="r" t="t"/>
              <a:pathLst>
                <a:path extrusionOk="0" h="361" w="4454">
                  <a:moveTo>
                    <a:pt x="200" y="0"/>
                  </a:moveTo>
                  <a:cubicBezTo>
                    <a:pt x="104" y="0"/>
                    <a:pt x="18" y="69"/>
                    <a:pt x="11" y="164"/>
                  </a:cubicBezTo>
                  <a:cubicBezTo>
                    <a:pt x="1" y="270"/>
                    <a:pt x="84" y="360"/>
                    <a:pt x="189" y="360"/>
                  </a:cubicBezTo>
                  <a:lnTo>
                    <a:pt x="4257" y="360"/>
                  </a:lnTo>
                  <a:cubicBezTo>
                    <a:pt x="4352" y="360"/>
                    <a:pt x="4437" y="291"/>
                    <a:pt x="4445" y="197"/>
                  </a:cubicBezTo>
                  <a:cubicBezTo>
                    <a:pt x="4454" y="89"/>
                    <a:pt x="4371" y="0"/>
                    <a:pt x="42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0" name="Google Shape;3000;p71"/>
          <p:cNvGrpSpPr/>
          <p:nvPr/>
        </p:nvGrpSpPr>
        <p:grpSpPr>
          <a:xfrm>
            <a:off x="2468900" y="1995936"/>
            <a:ext cx="437899" cy="449582"/>
            <a:chOff x="2341881" y="1436490"/>
            <a:chExt cx="464319" cy="476707"/>
          </a:xfrm>
        </p:grpSpPr>
        <p:sp>
          <p:nvSpPr>
            <p:cNvPr id="3001" name="Google Shape;3001;p71"/>
            <p:cNvSpPr/>
            <p:nvPr/>
          </p:nvSpPr>
          <p:spPr>
            <a:xfrm>
              <a:off x="2582678" y="1523322"/>
              <a:ext cx="223522" cy="389875"/>
            </a:xfrm>
            <a:custGeom>
              <a:rect b="b" l="l" r="r" t="t"/>
              <a:pathLst>
                <a:path extrusionOk="0" h="10291" w="5900">
                  <a:moveTo>
                    <a:pt x="5540" y="8617"/>
                  </a:moveTo>
                  <a:lnTo>
                    <a:pt x="5540" y="9476"/>
                  </a:lnTo>
                  <a:cubicBezTo>
                    <a:pt x="5540" y="9709"/>
                    <a:pt x="5351" y="9895"/>
                    <a:pt x="5121" y="9895"/>
                  </a:cubicBezTo>
                  <a:lnTo>
                    <a:pt x="815" y="9895"/>
                  </a:lnTo>
                  <a:cubicBezTo>
                    <a:pt x="584" y="9895"/>
                    <a:pt x="396" y="9709"/>
                    <a:pt x="396" y="9476"/>
                  </a:cubicBezTo>
                  <a:lnTo>
                    <a:pt x="396" y="8617"/>
                  </a:lnTo>
                  <a:close/>
                  <a:moveTo>
                    <a:pt x="789" y="1"/>
                  </a:moveTo>
                  <a:cubicBezTo>
                    <a:pt x="354" y="1"/>
                    <a:pt x="0" y="353"/>
                    <a:pt x="0" y="788"/>
                  </a:cubicBezTo>
                  <a:lnTo>
                    <a:pt x="0" y="9501"/>
                  </a:lnTo>
                  <a:cubicBezTo>
                    <a:pt x="0" y="9936"/>
                    <a:pt x="353" y="10290"/>
                    <a:pt x="789" y="10290"/>
                  </a:cubicBezTo>
                  <a:lnTo>
                    <a:pt x="5110" y="10290"/>
                  </a:lnTo>
                  <a:cubicBezTo>
                    <a:pt x="5545" y="10290"/>
                    <a:pt x="5899" y="9937"/>
                    <a:pt x="5899" y="9501"/>
                  </a:cubicBezTo>
                  <a:lnTo>
                    <a:pt x="5899" y="7637"/>
                  </a:lnTo>
                  <a:cubicBezTo>
                    <a:pt x="5900" y="7535"/>
                    <a:pt x="5818" y="7453"/>
                    <a:pt x="5719" y="7453"/>
                  </a:cubicBezTo>
                  <a:cubicBezTo>
                    <a:pt x="5619" y="7453"/>
                    <a:pt x="5539" y="7535"/>
                    <a:pt x="5539" y="7637"/>
                  </a:cubicBezTo>
                  <a:lnTo>
                    <a:pt x="5539" y="8258"/>
                  </a:lnTo>
                  <a:lnTo>
                    <a:pt x="395" y="8258"/>
                  </a:lnTo>
                  <a:lnTo>
                    <a:pt x="395" y="781"/>
                  </a:lnTo>
                  <a:cubicBezTo>
                    <a:pt x="395" y="550"/>
                    <a:pt x="581" y="362"/>
                    <a:pt x="814" y="362"/>
                  </a:cubicBezTo>
                  <a:lnTo>
                    <a:pt x="5347" y="362"/>
                  </a:lnTo>
                  <a:cubicBezTo>
                    <a:pt x="5454" y="362"/>
                    <a:pt x="5539" y="447"/>
                    <a:pt x="5539" y="553"/>
                  </a:cubicBezTo>
                  <a:lnTo>
                    <a:pt x="5539" y="6795"/>
                  </a:lnTo>
                  <a:cubicBezTo>
                    <a:pt x="5539" y="6820"/>
                    <a:pt x="5549" y="6844"/>
                    <a:pt x="5566" y="6860"/>
                  </a:cubicBezTo>
                  <a:cubicBezTo>
                    <a:pt x="5617" y="6907"/>
                    <a:pt x="5670" y="6926"/>
                    <a:pt x="5719" y="6926"/>
                  </a:cubicBezTo>
                  <a:cubicBezTo>
                    <a:pt x="5818" y="6926"/>
                    <a:pt x="5899" y="6844"/>
                    <a:pt x="5899" y="6742"/>
                  </a:cubicBezTo>
                  <a:lnTo>
                    <a:pt x="5899" y="788"/>
                  </a:lnTo>
                  <a:cubicBezTo>
                    <a:pt x="5899" y="354"/>
                    <a:pt x="5546" y="1"/>
                    <a:pt x="5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71"/>
            <p:cNvSpPr/>
            <p:nvPr/>
          </p:nvSpPr>
          <p:spPr>
            <a:xfrm>
              <a:off x="2681482" y="1867205"/>
              <a:ext cx="26747" cy="13676"/>
            </a:xfrm>
            <a:custGeom>
              <a:rect b="b" l="l" r="r" t="t"/>
              <a:pathLst>
                <a:path extrusionOk="0" h="361" w="706">
                  <a:moveTo>
                    <a:pt x="198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0" y="270"/>
                    <a:pt x="84" y="360"/>
                    <a:pt x="189" y="360"/>
                  </a:cubicBezTo>
                  <a:lnTo>
                    <a:pt x="508" y="360"/>
                  </a:lnTo>
                  <a:cubicBezTo>
                    <a:pt x="603" y="360"/>
                    <a:pt x="689" y="291"/>
                    <a:pt x="697" y="197"/>
                  </a:cubicBezTo>
                  <a:cubicBezTo>
                    <a:pt x="706" y="89"/>
                    <a:pt x="622" y="0"/>
                    <a:pt x="5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71"/>
            <p:cNvSpPr/>
            <p:nvPr/>
          </p:nvSpPr>
          <p:spPr>
            <a:xfrm>
              <a:off x="2419735" y="1436642"/>
              <a:ext cx="67890" cy="79104"/>
            </a:xfrm>
            <a:custGeom>
              <a:rect b="b" l="l" r="r" t="t"/>
              <a:pathLst>
                <a:path extrusionOk="0" h="2088" w="1792">
                  <a:moveTo>
                    <a:pt x="890" y="612"/>
                  </a:moveTo>
                  <a:lnTo>
                    <a:pt x="1140" y="1274"/>
                  </a:lnTo>
                  <a:lnTo>
                    <a:pt x="639" y="1274"/>
                  </a:lnTo>
                  <a:lnTo>
                    <a:pt x="890" y="612"/>
                  </a:lnTo>
                  <a:close/>
                  <a:moveTo>
                    <a:pt x="891" y="0"/>
                  </a:moveTo>
                  <a:cubicBezTo>
                    <a:pt x="801" y="0"/>
                    <a:pt x="719" y="55"/>
                    <a:pt x="684" y="139"/>
                  </a:cubicBezTo>
                  <a:cubicBezTo>
                    <a:pt x="684" y="141"/>
                    <a:pt x="683" y="142"/>
                    <a:pt x="683" y="143"/>
                  </a:cubicBezTo>
                  <a:lnTo>
                    <a:pt x="37" y="1835"/>
                  </a:lnTo>
                  <a:cubicBezTo>
                    <a:pt x="1" y="1933"/>
                    <a:pt x="48" y="2040"/>
                    <a:pt x="143" y="2075"/>
                  </a:cubicBezTo>
                  <a:cubicBezTo>
                    <a:pt x="165" y="2084"/>
                    <a:pt x="188" y="2087"/>
                    <a:pt x="210" y="2087"/>
                  </a:cubicBezTo>
                  <a:cubicBezTo>
                    <a:pt x="284" y="2087"/>
                    <a:pt x="354" y="2042"/>
                    <a:pt x="382" y="1968"/>
                  </a:cubicBezTo>
                  <a:lnTo>
                    <a:pt x="497" y="1666"/>
                  </a:lnTo>
                  <a:lnTo>
                    <a:pt x="1279" y="1666"/>
                  </a:lnTo>
                  <a:cubicBezTo>
                    <a:pt x="1279" y="1666"/>
                    <a:pt x="1393" y="1966"/>
                    <a:pt x="1393" y="1968"/>
                  </a:cubicBezTo>
                  <a:cubicBezTo>
                    <a:pt x="1423" y="2049"/>
                    <a:pt x="1488" y="2083"/>
                    <a:pt x="1555" y="2083"/>
                  </a:cubicBezTo>
                  <a:cubicBezTo>
                    <a:pt x="1671" y="2083"/>
                    <a:pt x="1792" y="1979"/>
                    <a:pt x="1738" y="1837"/>
                  </a:cubicBezTo>
                  <a:lnTo>
                    <a:pt x="1099" y="144"/>
                  </a:lnTo>
                  <a:cubicBezTo>
                    <a:pt x="1099" y="143"/>
                    <a:pt x="1097" y="141"/>
                    <a:pt x="1097" y="139"/>
                  </a:cubicBezTo>
                  <a:cubicBezTo>
                    <a:pt x="1064" y="55"/>
                    <a:pt x="982" y="0"/>
                    <a:pt x="8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71"/>
            <p:cNvSpPr/>
            <p:nvPr/>
          </p:nvSpPr>
          <p:spPr>
            <a:xfrm>
              <a:off x="2668374" y="1436490"/>
              <a:ext cx="53986" cy="79407"/>
            </a:xfrm>
            <a:custGeom>
              <a:rect b="b" l="l" r="r" t="t"/>
              <a:pathLst>
                <a:path extrusionOk="0" h="2096" w="1425">
                  <a:moveTo>
                    <a:pt x="674" y="359"/>
                  </a:moveTo>
                  <a:cubicBezTo>
                    <a:pt x="773" y="359"/>
                    <a:pt x="863" y="425"/>
                    <a:pt x="885" y="523"/>
                  </a:cubicBezTo>
                  <a:cubicBezTo>
                    <a:pt x="917" y="661"/>
                    <a:pt x="812" y="785"/>
                    <a:pt x="679" y="785"/>
                  </a:cubicBezTo>
                  <a:lnTo>
                    <a:pt x="361" y="785"/>
                  </a:lnTo>
                  <a:lnTo>
                    <a:pt x="361" y="359"/>
                  </a:lnTo>
                  <a:close/>
                  <a:moveTo>
                    <a:pt x="763" y="1146"/>
                  </a:moveTo>
                  <a:cubicBezTo>
                    <a:pt x="916" y="1146"/>
                    <a:pt x="1040" y="1271"/>
                    <a:pt x="1040" y="1424"/>
                  </a:cubicBezTo>
                  <a:cubicBezTo>
                    <a:pt x="1040" y="1578"/>
                    <a:pt x="916" y="1703"/>
                    <a:pt x="763" y="1703"/>
                  </a:cubicBezTo>
                  <a:lnTo>
                    <a:pt x="361" y="1703"/>
                  </a:lnTo>
                  <a:lnTo>
                    <a:pt x="361" y="1146"/>
                  </a:lnTo>
                  <a:close/>
                  <a:moveTo>
                    <a:pt x="186" y="0"/>
                  </a:moveTo>
                  <a:cubicBezTo>
                    <a:pt x="83" y="0"/>
                    <a:pt x="0" y="83"/>
                    <a:pt x="0" y="185"/>
                  </a:cubicBezTo>
                  <a:lnTo>
                    <a:pt x="0" y="1912"/>
                  </a:lnTo>
                  <a:cubicBezTo>
                    <a:pt x="0" y="2012"/>
                    <a:pt x="83" y="2096"/>
                    <a:pt x="187" y="2096"/>
                  </a:cubicBezTo>
                  <a:lnTo>
                    <a:pt x="775" y="2096"/>
                  </a:lnTo>
                  <a:cubicBezTo>
                    <a:pt x="1135" y="2096"/>
                    <a:pt x="1425" y="1805"/>
                    <a:pt x="1425" y="1444"/>
                  </a:cubicBezTo>
                  <a:cubicBezTo>
                    <a:pt x="1425" y="1230"/>
                    <a:pt x="1320" y="1040"/>
                    <a:pt x="1161" y="922"/>
                  </a:cubicBezTo>
                  <a:cubicBezTo>
                    <a:pt x="1230" y="827"/>
                    <a:pt x="1271" y="708"/>
                    <a:pt x="1271" y="583"/>
                  </a:cubicBezTo>
                  <a:cubicBezTo>
                    <a:pt x="1271" y="262"/>
                    <a:pt x="1009" y="0"/>
                    <a:pt x="6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71"/>
            <p:cNvSpPr/>
            <p:nvPr/>
          </p:nvSpPr>
          <p:spPr>
            <a:xfrm>
              <a:off x="2633406" y="1624778"/>
              <a:ext cx="122937" cy="122937"/>
            </a:xfrm>
            <a:custGeom>
              <a:rect b="b" l="l" r="r" t="t"/>
              <a:pathLst>
                <a:path extrusionOk="0" h="3245" w="3245">
                  <a:moveTo>
                    <a:pt x="1622" y="371"/>
                  </a:moveTo>
                  <a:cubicBezTo>
                    <a:pt x="2313" y="372"/>
                    <a:pt x="2875" y="933"/>
                    <a:pt x="2875" y="1623"/>
                  </a:cubicBezTo>
                  <a:cubicBezTo>
                    <a:pt x="2875" y="2315"/>
                    <a:pt x="2313" y="2876"/>
                    <a:pt x="1622" y="2876"/>
                  </a:cubicBezTo>
                  <a:cubicBezTo>
                    <a:pt x="931" y="2876"/>
                    <a:pt x="368" y="2315"/>
                    <a:pt x="368" y="1623"/>
                  </a:cubicBezTo>
                  <a:cubicBezTo>
                    <a:pt x="368" y="932"/>
                    <a:pt x="931" y="371"/>
                    <a:pt x="1622" y="371"/>
                  </a:cubicBezTo>
                  <a:close/>
                  <a:moveTo>
                    <a:pt x="1623" y="1"/>
                  </a:moveTo>
                  <a:cubicBezTo>
                    <a:pt x="729" y="3"/>
                    <a:pt x="1" y="729"/>
                    <a:pt x="1" y="1623"/>
                  </a:cubicBezTo>
                  <a:cubicBezTo>
                    <a:pt x="1" y="2518"/>
                    <a:pt x="729" y="3245"/>
                    <a:pt x="1623" y="3245"/>
                  </a:cubicBezTo>
                  <a:cubicBezTo>
                    <a:pt x="2518" y="3245"/>
                    <a:pt x="3244" y="2517"/>
                    <a:pt x="3244" y="1623"/>
                  </a:cubicBezTo>
                  <a:cubicBezTo>
                    <a:pt x="3244" y="729"/>
                    <a:pt x="2516" y="1"/>
                    <a:pt x="16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71"/>
            <p:cNvSpPr/>
            <p:nvPr/>
          </p:nvSpPr>
          <p:spPr>
            <a:xfrm>
              <a:off x="2667579" y="1663762"/>
              <a:ext cx="54744" cy="45879"/>
            </a:xfrm>
            <a:custGeom>
              <a:rect b="b" l="l" r="r" t="t"/>
              <a:pathLst>
                <a:path extrusionOk="0" h="1211" w="1445">
                  <a:moveTo>
                    <a:pt x="1237" y="0"/>
                  </a:moveTo>
                  <a:cubicBezTo>
                    <a:pt x="1179" y="0"/>
                    <a:pt x="1122" y="27"/>
                    <a:pt x="1086" y="77"/>
                  </a:cubicBezTo>
                  <a:lnTo>
                    <a:pt x="626" y="723"/>
                  </a:lnTo>
                  <a:lnTo>
                    <a:pt x="349" y="391"/>
                  </a:lnTo>
                  <a:cubicBezTo>
                    <a:pt x="312" y="347"/>
                    <a:pt x="260" y="325"/>
                    <a:pt x="208" y="325"/>
                  </a:cubicBezTo>
                  <a:cubicBezTo>
                    <a:pt x="166" y="325"/>
                    <a:pt x="124" y="339"/>
                    <a:pt x="90" y="368"/>
                  </a:cubicBezTo>
                  <a:cubicBezTo>
                    <a:pt x="11" y="433"/>
                    <a:pt x="1" y="548"/>
                    <a:pt x="66" y="627"/>
                  </a:cubicBezTo>
                  <a:lnTo>
                    <a:pt x="495" y="1143"/>
                  </a:lnTo>
                  <a:cubicBezTo>
                    <a:pt x="529" y="1185"/>
                    <a:pt x="582" y="1210"/>
                    <a:pt x="636" y="1210"/>
                  </a:cubicBezTo>
                  <a:lnTo>
                    <a:pt x="643" y="1210"/>
                  </a:lnTo>
                  <a:cubicBezTo>
                    <a:pt x="700" y="1207"/>
                    <a:pt x="753" y="1180"/>
                    <a:pt x="786" y="1133"/>
                  </a:cubicBezTo>
                  <a:lnTo>
                    <a:pt x="1386" y="292"/>
                  </a:lnTo>
                  <a:cubicBezTo>
                    <a:pt x="1445" y="210"/>
                    <a:pt x="1427" y="95"/>
                    <a:pt x="1343" y="34"/>
                  </a:cubicBezTo>
                  <a:cubicBezTo>
                    <a:pt x="1311" y="11"/>
                    <a:pt x="1274" y="0"/>
                    <a:pt x="12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71"/>
            <p:cNvSpPr/>
            <p:nvPr/>
          </p:nvSpPr>
          <p:spPr>
            <a:xfrm>
              <a:off x="2341881" y="1523322"/>
              <a:ext cx="223522" cy="389875"/>
            </a:xfrm>
            <a:custGeom>
              <a:rect b="b" l="l" r="r" t="t"/>
              <a:pathLst>
                <a:path extrusionOk="0" h="10291" w="5900">
                  <a:moveTo>
                    <a:pt x="5087" y="362"/>
                  </a:moveTo>
                  <a:cubicBezTo>
                    <a:pt x="5318" y="362"/>
                    <a:pt x="5506" y="550"/>
                    <a:pt x="5506" y="781"/>
                  </a:cubicBezTo>
                  <a:lnTo>
                    <a:pt x="5506" y="8258"/>
                  </a:lnTo>
                  <a:lnTo>
                    <a:pt x="362" y="8258"/>
                  </a:lnTo>
                  <a:lnTo>
                    <a:pt x="362" y="781"/>
                  </a:lnTo>
                  <a:cubicBezTo>
                    <a:pt x="362" y="550"/>
                    <a:pt x="549" y="362"/>
                    <a:pt x="781" y="362"/>
                  </a:cubicBezTo>
                  <a:close/>
                  <a:moveTo>
                    <a:pt x="5506" y="8617"/>
                  </a:moveTo>
                  <a:lnTo>
                    <a:pt x="5506" y="9476"/>
                  </a:lnTo>
                  <a:cubicBezTo>
                    <a:pt x="5506" y="9709"/>
                    <a:pt x="5318" y="9895"/>
                    <a:pt x="5087" y="9895"/>
                  </a:cubicBezTo>
                  <a:lnTo>
                    <a:pt x="781" y="9895"/>
                  </a:lnTo>
                  <a:cubicBezTo>
                    <a:pt x="549" y="9895"/>
                    <a:pt x="362" y="9709"/>
                    <a:pt x="362" y="9476"/>
                  </a:cubicBezTo>
                  <a:lnTo>
                    <a:pt x="362" y="8617"/>
                  </a:lnTo>
                  <a:close/>
                  <a:moveTo>
                    <a:pt x="788" y="1"/>
                  </a:moveTo>
                  <a:cubicBezTo>
                    <a:pt x="354" y="1"/>
                    <a:pt x="1" y="353"/>
                    <a:pt x="1" y="788"/>
                  </a:cubicBezTo>
                  <a:lnTo>
                    <a:pt x="1" y="9501"/>
                  </a:lnTo>
                  <a:cubicBezTo>
                    <a:pt x="1" y="9936"/>
                    <a:pt x="353" y="10290"/>
                    <a:pt x="788" y="10290"/>
                  </a:cubicBezTo>
                  <a:lnTo>
                    <a:pt x="5110" y="10290"/>
                  </a:lnTo>
                  <a:cubicBezTo>
                    <a:pt x="5544" y="10290"/>
                    <a:pt x="5898" y="9937"/>
                    <a:pt x="5898" y="9501"/>
                  </a:cubicBezTo>
                  <a:lnTo>
                    <a:pt x="5898" y="791"/>
                  </a:lnTo>
                  <a:cubicBezTo>
                    <a:pt x="5900" y="354"/>
                    <a:pt x="5544" y="1"/>
                    <a:pt x="5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71"/>
            <p:cNvSpPr/>
            <p:nvPr/>
          </p:nvSpPr>
          <p:spPr>
            <a:xfrm>
              <a:off x="2439928" y="1867205"/>
              <a:ext cx="26785" cy="13676"/>
            </a:xfrm>
            <a:custGeom>
              <a:rect b="b" l="l" r="r" t="t"/>
              <a:pathLst>
                <a:path extrusionOk="0" h="361" w="707">
                  <a:moveTo>
                    <a:pt x="199" y="0"/>
                  </a:moveTo>
                  <a:cubicBezTo>
                    <a:pt x="102" y="0"/>
                    <a:pt x="18" y="69"/>
                    <a:pt x="10" y="164"/>
                  </a:cubicBezTo>
                  <a:cubicBezTo>
                    <a:pt x="1" y="270"/>
                    <a:pt x="85" y="360"/>
                    <a:pt x="189" y="360"/>
                  </a:cubicBezTo>
                  <a:lnTo>
                    <a:pt x="509" y="360"/>
                  </a:lnTo>
                  <a:cubicBezTo>
                    <a:pt x="604" y="360"/>
                    <a:pt x="689" y="291"/>
                    <a:pt x="697" y="197"/>
                  </a:cubicBezTo>
                  <a:cubicBezTo>
                    <a:pt x="707" y="89"/>
                    <a:pt x="623" y="0"/>
                    <a:pt x="5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71"/>
            <p:cNvSpPr/>
            <p:nvPr/>
          </p:nvSpPr>
          <p:spPr>
            <a:xfrm>
              <a:off x="2391927" y="1624892"/>
              <a:ext cx="122937" cy="122861"/>
            </a:xfrm>
            <a:custGeom>
              <a:rect b="b" l="l" r="r" t="t"/>
              <a:pathLst>
                <a:path extrusionOk="0" h="3243" w="3245">
                  <a:moveTo>
                    <a:pt x="1621" y="0"/>
                  </a:moveTo>
                  <a:cubicBezTo>
                    <a:pt x="1275" y="0"/>
                    <a:pt x="945" y="107"/>
                    <a:pt x="667" y="310"/>
                  </a:cubicBezTo>
                  <a:cubicBezTo>
                    <a:pt x="584" y="370"/>
                    <a:pt x="566" y="485"/>
                    <a:pt x="626" y="568"/>
                  </a:cubicBezTo>
                  <a:cubicBezTo>
                    <a:pt x="662" y="617"/>
                    <a:pt x="719" y="644"/>
                    <a:pt x="776" y="644"/>
                  </a:cubicBezTo>
                  <a:cubicBezTo>
                    <a:pt x="814" y="644"/>
                    <a:pt x="852" y="632"/>
                    <a:pt x="885" y="609"/>
                  </a:cubicBezTo>
                  <a:cubicBezTo>
                    <a:pt x="1099" y="451"/>
                    <a:pt x="1354" y="369"/>
                    <a:pt x="1621" y="369"/>
                  </a:cubicBezTo>
                  <a:cubicBezTo>
                    <a:pt x="2312" y="369"/>
                    <a:pt x="2875" y="930"/>
                    <a:pt x="2875" y="1621"/>
                  </a:cubicBezTo>
                  <a:cubicBezTo>
                    <a:pt x="2875" y="2313"/>
                    <a:pt x="2312" y="2875"/>
                    <a:pt x="1621" y="2875"/>
                  </a:cubicBezTo>
                  <a:cubicBezTo>
                    <a:pt x="930" y="2875"/>
                    <a:pt x="368" y="2313"/>
                    <a:pt x="368" y="1621"/>
                  </a:cubicBezTo>
                  <a:cubicBezTo>
                    <a:pt x="368" y="1482"/>
                    <a:pt x="392" y="1344"/>
                    <a:pt x="436" y="1213"/>
                  </a:cubicBezTo>
                  <a:cubicBezTo>
                    <a:pt x="469" y="1117"/>
                    <a:pt x="418" y="1012"/>
                    <a:pt x="322" y="979"/>
                  </a:cubicBezTo>
                  <a:cubicBezTo>
                    <a:pt x="302" y="972"/>
                    <a:pt x="282" y="969"/>
                    <a:pt x="262" y="969"/>
                  </a:cubicBezTo>
                  <a:cubicBezTo>
                    <a:pt x="185" y="969"/>
                    <a:pt x="114" y="1017"/>
                    <a:pt x="89" y="1092"/>
                  </a:cubicBezTo>
                  <a:cubicBezTo>
                    <a:pt x="29" y="1263"/>
                    <a:pt x="1" y="1440"/>
                    <a:pt x="1" y="1621"/>
                  </a:cubicBezTo>
                  <a:cubicBezTo>
                    <a:pt x="1" y="2516"/>
                    <a:pt x="728" y="3243"/>
                    <a:pt x="1623" y="3243"/>
                  </a:cubicBezTo>
                  <a:cubicBezTo>
                    <a:pt x="2516" y="3243"/>
                    <a:pt x="3244" y="2515"/>
                    <a:pt x="3244" y="1621"/>
                  </a:cubicBezTo>
                  <a:cubicBezTo>
                    <a:pt x="3243" y="726"/>
                    <a:pt x="2515" y="0"/>
                    <a:pt x="16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71"/>
            <p:cNvSpPr/>
            <p:nvPr/>
          </p:nvSpPr>
          <p:spPr>
            <a:xfrm>
              <a:off x="2431631" y="1664899"/>
              <a:ext cx="43416" cy="42848"/>
            </a:xfrm>
            <a:custGeom>
              <a:rect b="b" l="l" r="r" t="t"/>
              <a:pathLst>
                <a:path extrusionOk="0" h="1131" w="1146">
                  <a:moveTo>
                    <a:pt x="941" y="1"/>
                  </a:moveTo>
                  <a:cubicBezTo>
                    <a:pt x="893" y="1"/>
                    <a:pt x="845" y="19"/>
                    <a:pt x="808" y="57"/>
                  </a:cubicBezTo>
                  <a:lnTo>
                    <a:pt x="573" y="301"/>
                  </a:lnTo>
                  <a:lnTo>
                    <a:pt x="337" y="57"/>
                  </a:lnTo>
                  <a:cubicBezTo>
                    <a:pt x="301" y="20"/>
                    <a:pt x="253" y="1"/>
                    <a:pt x="205" y="1"/>
                  </a:cubicBezTo>
                  <a:cubicBezTo>
                    <a:pt x="159" y="1"/>
                    <a:pt x="113" y="18"/>
                    <a:pt x="77" y="52"/>
                  </a:cubicBezTo>
                  <a:cubicBezTo>
                    <a:pt x="4" y="123"/>
                    <a:pt x="1" y="240"/>
                    <a:pt x="72" y="313"/>
                  </a:cubicBezTo>
                  <a:lnTo>
                    <a:pt x="316" y="565"/>
                  </a:lnTo>
                  <a:lnTo>
                    <a:pt x="72" y="819"/>
                  </a:lnTo>
                  <a:cubicBezTo>
                    <a:pt x="2" y="892"/>
                    <a:pt x="4" y="1008"/>
                    <a:pt x="77" y="1079"/>
                  </a:cubicBezTo>
                  <a:cubicBezTo>
                    <a:pt x="112" y="1113"/>
                    <a:pt x="159" y="1131"/>
                    <a:pt x="205" y="1131"/>
                  </a:cubicBezTo>
                  <a:cubicBezTo>
                    <a:pt x="253" y="1131"/>
                    <a:pt x="303" y="1113"/>
                    <a:pt x="337" y="1075"/>
                  </a:cubicBezTo>
                  <a:lnTo>
                    <a:pt x="573" y="831"/>
                  </a:lnTo>
                  <a:lnTo>
                    <a:pt x="808" y="1075"/>
                  </a:lnTo>
                  <a:cubicBezTo>
                    <a:pt x="845" y="1113"/>
                    <a:pt x="892" y="1131"/>
                    <a:pt x="942" y="1131"/>
                  </a:cubicBezTo>
                  <a:cubicBezTo>
                    <a:pt x="987" y="1131"/>
                    <a:pt x="1033" y="1114"/>
                    <a:pt x="1069" y="1079"/>
                  </a:cubicBezTo>
                  <a:cubicBezTo>
                    <a:pt x="1143" y="1008"/>
                    <a:pt x="1146" y="892"/>
                    <a:pt x="1075" y="819"/>
                  </a:cubicBezTo>
                  <a:lnTo>
                    <a:pt x="829" y="565"/>
                  </a:lnTo>
                  <a:lnTo>
                    <a:pt x="1075" y="313"/>
                  </a:lnTo>
                  <a:cubicBezTo>
                    <a:pt x="1146" y="240"/>
                    <a:pt x="1144" y="123"/>
                    <a:pt x="1069" y="52"/>
                  </a:cubicBezTo>
                  <a:cubicBezTo>
                    <a:pt x="1033" y="18"/>
                    <a:pt x="987" y="1"/>
                    <a:pt x="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1" name="Google Shape;3011;p71"/>
          <p:cNvGrpSpPr/>
          <p:nvPr/>
        </p:nvGrpSpPr>
        <p:grpSpPr>
          <a:xfrm>
            <a:off x="1781307" y="1995865"/>
            <a:ext cx="346610" cy="449475"/>
            <a:chOff x="1612822" y="1436414"/>
            <a:chExt cx="367522" cy="476593"/>
          </a:xfrm>
        </p:grpSpPr>
        <p:sp>
          <p:nvSpPr>
            <p:cNvPr id="3012" name="Google Shape;3012;p71"/>
            <p:cNvSpPr/>
            <p:nvPr/>
          </p:nvSpPr>
          <p:spPr>
            <a:xfrm>
              <a:off x="1612822" y="1436414"/>
              <a:ext cx="367522" cy="476593"/>
            </a:xfrm>
            <a:custGeom>
              <a:rect b="b" l="l" r="r" t="t"/>
              <a:pathLst>
                <a:path extrusionOk="0" h="12580" w="9701">
                  <a:moveTo>
                    <a:pt x="7636" y="668"/>
                  </a:moveTo>
                  <a:lnTo>
                    <a:pt x="9113" y="2360"/>
                  </a:lnTo>
                  <a:lnTo>
                    <a:pt x="7636" y="2360"/>
                  </a:lnTo>
                  <a:lnTo>
                    <a:pt x="7636" y="668"/>
                  </a:lnTo>
                  <a:close/>
                  <a:moveTo>
                    <a:pt x="906" y="0"/>
                  </a:moveTo>
                  <a:cubicBezTo>
                    <a:pt x="803" y="0"/>
                    <a:pt x="720" y="82"/>
                    <a:pt x="720" y="183"/>
                  </a:cubicBezTo>
                  <a:lnTo>
                    <a:pt x="720" y="6454"/>
                  </a:lnTo>
                  <a:lnTo>
                    <a:pt x="183" y="6454"/>
                  </a:lnTo>
                  <a:cubicBezTo>
                    <a:pt x="82" y="6454"/>
                    <a:pt x="1" y="6536"/>
                    <a:pt x="1" y="6636"/>
                  </a:cubicBezTo>
                  <a:lnTo>
                    <a:pt x="1" y="7667"/>
                  </a:lnTo>
                  <a:cubicBezTo>
                    <a:pt x="1" y="7762"/>
                    <a:pt x="70" y="7847"/>
                    <a:pt x="164" y="7856"/>
                  </a:cubicBezTo>
                  <a:cubicBezTo>
                    <a:pt x="169" y="7857"/>
                    <a:pt x="174" y="7857"/>
                    <a:pt x="179" y="7857"/>
                  </a:cubicBezTo>
                  <a:cubicBezTo>
                    <a:pt x="280" y="7857"/>
                    <a:pt x="361" y="7775"/>
                    <a:pt x="361" y="7673"/>
                  </a:cubicBezTo>
                  <a:lnTo>
                    <a:pt x="361" y="6814"/>
                  </a:lnTo>
                  <a:lnTo>
                    <a:pt x="7275" y="6814"/>
                  </a:lnTo>
                  <a:lnTo>
                    <a:pt x="7275" y="10058"/>
                  </a:lnTo>
                  <a:lnTo>
                    <a:pt x="361" y="10058"/>
                  </a:lnTo>
                  <a:lnTo>
                    <a:pt x="361" y="8535"/>
                  </a:lnTo>
                  <a:cubicBezTo>
                    <a:pt x="361" y="8440"/>
                    <a:pt x="291" y="8355"/>
                    <a:pt x="197" y="8345"/>
                  </a:cubicBezTo>
                  <a:cubicBezTo>
                    <a:pt x="191" y="8345"/>
                    <a:pt x="186" y="8345"/>
                    <a:pt x="181" y="8345"/>
                  </a:cubicBezTo>
                  <a:cubicBezTo>
                    <a:pt x="81" y="8345"/>
                    <a:pt x="1" y="8427"/>
                    <a:pt x="1" y="8529"/>
                  </a:cubicBezTo>
                  <a:lnTo>
                    <a:pt x="1" y="10234"/>
                  </a:lnTo>
                  <a:cubicBezTo>
                    <a:pt x="1" y="10335"/>
                    <a:pt x="84" y="10418"/>
                    <a:pt x="185" y="10418"/>
                  </a:cubicBezTo>
                  <a:lnTo>
                    <a:pt x="723" y="10418"/>
                  </a:lnTo>
                  <a:lnTo>
                    <a:pt x="723" y="12397"/>
                  </a:lnTo>
                  <a:cubicBezTo>
                    <a:pt x="723" y="12498"/>
                    <a:pt x="804" y="12580"/>
                    <a:pt x="906" y="12580"/>
                  </a:cubicBezTo>
                  <a:lnTo>
                    <a:pt x="9516" y="12580"/>
                  </a:lnTo>
                  <a:cubicBezTo>
                    <a:pt x="9617" y="12580"/>
                    <a:pt x="9698" y="12498"/>
                    <a:pt x="9698" y="12398"/>
                  </a:cubicBezTo>
                  <a:lnTo>
                    <a:pt x="9698" y="4929"/>
                  </a:lnTo>
                  <a:cubicBezTo>
                    <a:pt x="9698" y="4841"/>
                    <a:pt x="9641" y="4760"/>
                    <a:pt x="9554" y="4743"/>
                  </a:cubicBezTo>
                  <a:cubicBezTo>
                    <a:pt x="9542" y="4740"/>
                    <a:pt x="9529" y="4739"/>
                    <a:pt x="9518" y="4739"/>
                  </a:cubicBezTo>
                  <a:cubicBezTo>
                    <a:pt x="9418" y="4739"/>
                    <a:pt x="9338" y="4822"/>
                    <a:pt x="9338" y="4924"/>
                  </a:cubicBezTo>
                  <a:lnTo>
                    <a:pt x="9338" y="12220"/>
                  </a:lnTo>
                  <a:lnTo>
                    <a:pt x="1081" y="12220"/>
                  </a:lnTo>
                  <a:lnTo>
                    <a:pt x="1081" y="10421"/>
                  </a:lnTo>
                  <a:lnTo>
                    <a:pt x="7452" y="10421"/>
                  </a:lnTo>
                  <a:cubicBezTo>
                    <a:pt x="7553" y="10421"/>
                    <a:pt x="7635" y="10339"/>
                    <a:pt x="7635" y="10238"/>
                  </a:cubicBezTo>
                  <a:lnTo>
                    <a:pt x="7635" y="6641"/>
                  </a:lnTo>
                  <a:cubicBezTo>
                    <a:pt x="7635" y="6539"/>
                    <a:pt x="7552" y="6458"/>
                    <a:pt x="7452" y="6458"/>
                  </a:cubicBezTo>
                  <a:lnTo>
                    <a:pt x="1082" y="6458"/>
                  </a:lnTo>
                  <a:lnTo>
                    <a:pt x="1082" y="364"/>
                  </a:lnTo>
                  <a:lnTo>
                    <a:pt x="7275" y="364"/>
                  </a:lnTo>
                  <a:lnTo>
                    <a:pt x="7275" y="2538"/>
                  </a:lnTo>
                  <a:cubicBezTo>
                    <a:pt x="7275" y="2640"/>
                    <a:pt x="7357" y="2723"/>
                    <a:pt x="7459" y="2723"/>
                  </a:cubicBezTo>
                  <a:lnTo>
                    <a:pt x="9339" y="2723"/>
                  </a:lnTo>
                  <a:lnTo>
                    <a:pt x="9339" y="4067"/>
                  </a:lnTo>
                  <a:cubicBezTo>
                    <a:pt x="9339" y="4166"/>
                    <a:pt x="9421" y="4249"/>
                    <a:pt x="9520" y="4249"/>
                  </a:cubicBezTo>
                  <a:cubicBezTo>
                    <a:pt x="9620" y="4249"/>
                    <a:pt x="9700" y="4166"/>
                    <a:pt x="9700" y="4065"/>
                  </a:cubicBezTo>
                  <a:lnTo>
                    <a:pt x="9700" y="2554"/>
                  </a:lnTo>
                  <a:cubicBezTo>
                    <a:pt x="9700" y="2510"/>
                    <a:pt x="9685" y="2467"/>
                    <a:pt x="9654" y="2432"/>
                  </a:cubicBezTo>
                  <a:lnTo>
                    <a:pt x="7589" y="63"/>
                  </a:lnTo>
                  <a:cubicBezTo>
                    <a:pt x="7553" y="22"/>
                    <a:pt x="7504" y="0"/>
                    <a:pt x="7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71"/>
            <p:cNvSpPr/>
            <p:nvPr/>
          </p:nvSpPr>
          <p:spPr>
            <a:xfrm>
              <a:off x="1818879" y="1713202"/>
              <a:ext cx="38037" cy="84749"/>
            </a:xfrm>
            <a:custGeom>
              <a:rect b="b" l="l" r="r" t="t"/>
              <a:pathLst>
                <a:path extrusionOk="0" h="2237" w="1004">
                  <a:moveTo>
                    <a:pt x="182" y="0"/>
                  </a:moveTo>
                  <a:cubicBezTo>
                    <a:pt x="82" y="0"/>
                    <a:pt x="1" y="83"/>
                    <a:pt x="1" y="184"/>
                  </a:cubicBezTo>
                  <a:lnTo>
                    <a:pt x="1" y="2053"/>
                  </a:lnTo>
                  <a:cubicBezTo>
                    <a:pt x="1" y="2142"/>
                    <a:pt x="64" y="2220"/>
                    <a:pt x="151" y="2233"/>
                  </a:cubicBezTo>
                  <a:cubicBezTo>
                    <a:pt x="160" y="2236"/>
                    <a:pt x="417" y="2237"/>
                    <a:pt x="632" y="2237"/>
                  </a:cubicBezTo>
                  <a:cubicBezTo>
                    <a:pt x="704" y="2237"/>
                    <a:pt x="771" y="2237"/>
                    <a:pt x="823" y="2237"/>
                  </a:cubicBezTo>
                  <a:cubicBezTo>
                    <a:pt x="922" y="2237"/>
                    <a:pt x="1003" y="2153"/>
                    <a:pt x="1003" y="2052"/>
                  </a:cubicBezTo>
                  <a:cubicBezTo>
                    <a:pt x="1003" y="1951"/>
                    <a:pt x="921" y="1869"/>
                    <a:pt x="822" y="1869"/>
                  </a:cubicBezTo>
                  <a:lnTo>
                    <a:pt x="821" y="1869"/>
                  </a:lnTo>
                  <a:cubicBezTo>
                    <a:pt x="659" y="1870"/>
                    <a:pt x="485" y="1870"/>
                    <a:pt x="360" y="1870"/>
                  </a:cubicBezTo>
                  <a:lnTo>
                    <a:pt x="360" y="184"/>
                  </a:lnTo>
                  <a:cubicBezTo>
                    <a:pt x="361" y="83"/>
                    <a:pt x="281" y="0"/>
                    <a:pt x="1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71"/>
            <p:cNvSpPr/>
            <p:nvPr/>
          </p:nvSpPr>
          <p:spPr>
            <a:xfrm>
              <a:off x="1737312" y="1713240"/>
              <a:ext cx="62094" cy="84862"/>
            </a:xfrm>
            <a:custGeom>
              <a:rect b="b" l="l" r="r" t="t"/>
              <a:pathLst>
                <a:path extrusionOk="0" h="2240" w="1639">
                  <a:moveTo>
                    <a:pt x="827" y="1"/>
                  </a:moveTo>
                  <a:cubicBezTo>
                    <a:pt x="746" y="1"/>
                    <a:pt x="661" y="12"/>
                    <a:pt x="573" y="38"/>
                  </a:cubicBezTo>
                  <a:cubicBezTo>
                    <a:pt x="334" y="110"/>
                    <a:pt x="165" y="299"/>
                    <a:pt x="131" y="529"/>
                  </a:cubicBezTo>
                  <a:cubicBezTo>
                    <a:pt x="100" y="744"/>
                    <a:pt x="194" y="950"/>
                    <a:pt x="375" y="1069"/>
                  </a:cubicBezTo>
                  <a:cubicBezTo>
                    <a:pt x="383" y="1074"/>
                    <a:pt x="392" y="1079"/>
                    <a:pt x="402" y="1083"/>
                  </a:cubicBezTo>
                  <a:cubicBezTo>
                    <a:pt x="412" y="1089"/>
                    <a:pt x="669" y="1202"/>
                    <a:pt x="957" y="1309"/>
                  </a:cubicBezTo>
                  <a:cubicBezTo>
                    <a:pt x="1155" y="1382"/>
                    <a:pt x="1256" y="1494"/>
                    <a:pt x="1234" y="1619"/>
                  </a:cubicBezTo>
                  <a:cubicBezTo>
                    <a:pt x="1210" y="1743"/>
                    <a:pt x="1064" y="1873"/>
                    <a:pt x="857" y="1873"/>
                  </a:cubicBezTo>
                  <a:cubicBezTo>
                    <a:pt x="657" y="1873"/>
                    <a:pt x="464" y="1791"/>
                    <a:pt x="341" y="1655"/>
                  </a:cubicBezTo>
                  <a:cubicBezTo>
                    <a:pt x="305" y="1616"/>
                    <a:pt x="255" y="1595"/>
                    <a:pt x="205" y="1595"/>
                  </a:cubicBezTo>
                  <a:cubicBezTo>
                    <a:pt x="161" y="1595"/>
                    <a:pt x="117" y="1611"/>
                    <a:pt x="82" y="1643"/>
                  </a:cubicBezTo>
                  <a:cubicBezTo>
                    <a:pt x="8" y="1710"/>
                    <a:pt x="0" y="1827"/>
                    <a:pt x="69" y="1901"/>
                  </a:cubicBezTo>
                  <a:cubicBezTo>
                    <a:pt x="260" y="2112"/>
                    <a:pt x="555" y="2240"/>
                    <a:pt x="857" y="2240"/>
                  </a:cubicBezTo>
                  <a:cubicBezTo>
                    <a:pt x="1221" y="2240"/>
                    <a:pt x="1538" y="2000"/>
                    <a:pt x="1596" y="1683"/>
                  </a:cubicBezTo>
                  <a:cubicBezTo>
                    <a:pt x="1639" y="1442"/>
                    <a:pt x="1525" y="1126"/>
                    <a:pt x="1083" y="963"/>
                  </a:cubicBezTo>
                  <a:cubicBezTo>
                    <a:pt x="846" y="875"/>
                    <a:pt x="626" y="780"/>
                    <a:pt x="566" y="754"/>
                  </a:cubicBezTo>
                  <a:cubicBezTo>
                    <a:pt x="513" y="713"/>
                    <a:pt x="486" y="650"/>
                    <a:pt x="497" y="582"/>
                  </a:cubicBezTo>
                  <a:cubicBezTo>
                    <a:pt x="509" y="493"/>
                    <a:pt x="578" y="423"/>
                    <a:pt x="680" y="390"/>
                  </a:cubicBezTo>
                  <a:cubicBezTo>
                    <a:pt x="730" y="375"/>
                    <a:pt x="778" y="369"/>
                    <a:pt x="825" y="369"/>
                  </a:cubicBezTo>
                  <a:cubicBezTo>
                    <a:pt x="1053" y="369"/>
                    <a:pt x="1236" y="515"/>
                    <a:pt x="1241" y="519"/>
                  </a:cubicBezTo>
                  <a:cubicBezTo>
                    <a:pt x="1275" y="547"/>
                    <a:pt x="1316" y="561"/>
                    <a:pt x="1358" y="561"/>
                  </a:cubicBezTo>
                  <a:cubicBezTo>
                    <a:pt x="1410" y="561"/>
                    <a:pt x="1462" y="539"/>
                    <a:pt x="1498" y="495"/>
                  </a:cubicBezTo>
                  <a:cubicBezTo>
                    <a:pt x="1564" y="418"/>
                    <a:pt x="1554" y="301"/>
                    <a:pt x="1476" y="236"/>
                  </a:cubicBezTo>
                  <a:cubicBezTo>
                    <a:pt x="1462" y="224"/>
                    <a:pt x="1191" y="1"/>
                    <a:pt x="8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71"/>
            <p:cNvSpPr/>
            <p:nvPr/>
          </p:nvSpPr>
          <p:spPr>
            <a:xfrm>
              <a:off x="1656542" y="1713240"/>
              <a:ext cx="62094" cy="84862"/>
            </a:xfrm>
            <a:custGeom>
              <a:rect b="b" l="l" r="r" t="t"/>
              <a:pathLst>
                <a:path extrusionOk="0" h="2240" w="1639">
                  <a:moveTo>
                    <a:pt x="826" y="1"/>
                  </a:moveTo>
                  <a:cubicBezTo>
                    <a:pt x="745" y="1"/>
                    <a:pt x="660" y="12"/>
                    <a:pt x="572" y="38"/>
                  </a:cubicBezTo>
                  <a:cubicBezTo>
                    <a:pt x="332" y="110"/>
                    <a:pt x="163" y="299"/>
                    <a:pt x="131" y="529"/>
                  </a:cubicBezTo>
                  <a:cubicBezTo>
                    <a:pt x="100" y="744"/>
                    <a:pt x="194" y="950"/>
                    <a:pt x="375" y="1069"/>
                  </a:cubicBezTo>
                  <a:cubicBezTo>
                    <a:pt x="382" y="1074"/>
                    <a:pt x="392" y="1079"/>
                    <a:pt x="401" y="1083"/>
                  </a:cubicBezTo>
                  <a:cubicBezTo>
                    <a:pt x="412" y="1089"/>
                    <a:pt x="668" y="1202"/>
                    <a:pt x="956" y="1309"/>
                  </a:cubicBezTo>
                  <a:cubicBezTo>
                    <a:pt x="1153" y="1382"/>
                    <a:pt x="1256" y="1494"/>
                    <a:pt x="1233" y="1619"/>
                  </a:cubicBezTo>
                  <a:cubicBezTo>
                    <a:pt x="1210" y="1743"/>
                    <a:pt x="1063" y="1873"/>
                    <a:pt x="857" y="1873"/>
                  </a:cubicBezTo>
                  <a:cubicBezTo>
                    <a:pt x="656" y="1873"/>
                    <a:pt x="464" y="1791"/>
                    <a:pt x="340" y="1655"/>
                  </a:cubicBezTo>
                  <a:cubicBezTo>
                    <a:pt x="304" y="1616"/>
                    <a:pt x="254" y="1595"/>
                    <a:pt x="204" y="1595"/>
                  </a:cubicBezTo>
                  <a:cubicBezTo>
                    <a:pt x="160" y="1595"/>
                    <a:pt x="116" y="1611"/>
                    <a:pt x="81" y="1643"/>
                  </a:cubicBezTo>
                  <a:cubicBezTo>
                    <a:pt x="6" y="1710"/>
                    <a:pt x="0" y="1827"/>
                    <a:pt x="68" y="1901"/>
                  </a:cubicBezTo>
                  <a:cubicBezTo>
                    <a:pt x="259" y="2112"/>
                    <a:pt x="554" y="2240"/>
                    <a:pt x="856" y="2240"/>
                  </a:cubicBezTo>
                  <a:cubicBezTo>
                    <a:pt x="1220" y="2240"/>
                    <a:pt x="1537" y="2000"/>
                    <a:pt x="1594" y="1683"/>
                  </a:cubicBezTo>
                  <a:cubicBezTo>
                    <a:pt x="1638" y="1442"/>
                    <a:pt x="1525" y="1126"/>
                    <a:pt x="1083" y="963"/>
                  </a:cubicBezTo>
                  <a:cubicBezTo>
                    <a:pt x="844" y="875"/>
                    <a:pt x="624" y="780"/>
                    <a:pt x="566" y="754"/>
                  </a:cubicBezTo>
                  <a:cubicBezTo>
                    <a:pt x="512" y="713"/>
                    <a:pt x="486" y="650"/>
                    <a:pt x="496" y="582"/>
                  </a:cubicBezTo>
                  <a:cubicBezTo>
                    <a:pt x="509" y="493"/>
                    <a:pt x="577" y="423"/>
                    <a:pt x="680" y="390"/>
                  </a:cubicBezTo>
                  <a:cubicBezTo>
                    <a:pt x="729" y="375"/>
                    <a:pt x="778" y="369"/>
                    <a:pt x="825" y="369"/>
                  </a:cubicBezTo>
                  <a:cubicBezTo>
                    <a:pt x="1053" y="369"/>
                    <a:pt x="1236" y="515"/>
                    <a:pt x="1240" y="519"/>
                  </a:cubicBezTo>
                  <a:cubicBezTo>
                    <a:pt x="1274" y="547"/>
                    <a:pt x="1316" y="561"/>
                    <a:pt x="1358" y="561"/>
                  </a:cubicBezTo>
                  <a:cubicBezTo>
                    <a:pt x="1410" y="561"/>
                    <a:pt x="1462" y="539"/>
                    <a:pt x="1498" y="495"/>
                  </a:cubicBezTo>
                  <a:cubicBezTo>
                    <a:pt x="1563" y="418"/>
                    <a:pt x="1552" y="301"/>
                    <a:pt x="1476" y="236"/>
                  </a:cubicBezTo>
                  <a:cubicBezTo>
                    <a:pt x="1461" y="224"/>
                    <a:pt x="1190" y="1"/>
                    <a:pt x="8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6" name="Google Shape;3016;p71"/>
          <p:cNvGrpSpPr/>
          <p:nvPr/>
        </p:nvGrpSpPr>
        <p:grpSpPr>
          <a:xfrm>
            <a:off x="960336" y="1996043"/>
            <a:ext cx="394595" cy="449261"/>
            <a:chOff x="742339" y="1436604"/>
            <a:chExt cx="418402" cy="476366"/>
          </a:xfrm>
        </p:grpSpPr>
        <p:sp>
          <p:nvSpPr>
            <p:cNvPr id="3017" name="Google Shape;3017;p71"/>
            <p:cNvSpPr/>
            <p:nvPr/>
          </p:nvSpPr>
          <p:spPr>
            <a:xfrm>
              <a:off x="836180" y="1697442"/>
              <a:ext cx="98615" cy="215528"/>
            </a:xfrm>
            <a:custGeom>
              <a:rect b="b" l="l" r="r" t="t"/>
              <a:pathLst>
                <a:path extrusionOk="0" h="5689" w="2603">
                  <a:moveTo>
                    <a:pt x="205" y="0"/>
                  </a:moveTo>
                  <a:cubicBezTo>
                    <a:pt x="168" y="0"/>
                    <a:pt x="130" y="12"/>
                    <a:pt x="98" y="36"/>
                  </a:cubicBezTo>
                  <a:cubicBezTo>
                    <a:pt x="17" y="96"/>
                    <a:pt x="0" y="209"/>
                    <a:pt x="61" y="290"/>
                  </a:cubicBezTo>
                  <a:lnTo>
                    <a:pt x="931" y="1459"/>
                  </a:lnTo>
                  <a:lnTo>
                    <a:pt x="931" y="4503"/>
                  </a:lnTo>
                  <a:cubicBezTo>
                    <a:pt x="931" y="4560"/>
                    <a:pt x="957" y="4613"/>
                    <a:pt x="1004" y="4649"/>
                  </a:cubicBezTo>
                  <a:lnTo>
                    <a:pt x="2310" y="5650"/>
                  </a:lnTo>
                  <a:cubicBezTo>
                    <a:pt x="2342" y="5675"/>
                    <a:pt x="2382" y="5689"/>
                    <a:pt x="2421" y="5689"/>
                  </a:cubicBezTo>
                  <a:cubicBezTo>
                    <a:pt x="2522" y="5689"/>
                    <a:pt x="2603" y="5607"/>
                    <a:pt x="2603" y="5507"/>
                  </a:cubicBezTo>
                  <a:lnTo>
                    <a:pt x="2603" y="4240"/>
                  </a:lnTo>
                  <a:cubicBezTo>
                    <a:pt x="2602" y="4141"/>
                    <a:pt x="2522" y="4060"/>
                    <a:pt x="2423" y="4060"/>
                  </a:cubicBezTo>
                  <a:cubicBezTo>
                    <a:pt x="2323" y="4060"/>
                    <a:pt x="2241" y="4141"/>
                    <a:pt x="2241" y="4240"/>
                  </a:cubicBezTo>
                  <a:lnTo>
                    <a:pt x="2241" y="5137"/>
                  </a:lnTo>
                  <a:lnTo>
                    <a:pt x="1292" y="4408"/>
                  </a:lnTo>
                  <a:lnTo>
                    <a:pt x="1292" y="1398"/>
                  </a:lnTo>
                  <a:cubicBezTo>
                    <a:pt x="1292" y="1359"/>
                    <a:pt x="1278" y="1322"/>
                    <a:pt x="1256" y="1291"/>
                  </a:cubicBezTo>
                  <a:lnTo>
                    <a:pt x="350" y="73"/>
                  </a:lnTo>
                  <a:cubicBezTo>
                    <a:pt x="314" y="26"/>
                    <a:pt x="260" y="0"/>
                    <a:pt x="2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71"/>
            <p:cNvSpPr/>
            <p:nvPr/>
          </p:nvSpPr>
          <p:spPr>
            <a:xfrm>
              <a:off x="818487" y="1437664"/>
              <a:ext cx="25686" cy="55502"/>
            </a:xfrm>
            <a:custGeom>
              <a:rect b="b" l="l" r="r" t="t"/>
              <a:pathLst>
                <a:path extrusionOk="0" h="1465" w="678">
                  <a:moveTo>
                    <a:pt x="196" y="1"/>
                  </a:moveTo>
                  <a:cubicBezTo>
                    <a:pt x="181" y="1"/>
                    <a:pt x="168" y="6"/>
                    <a:pt x="158" y="16"/>
                  </a:cubicBezTo>
                  <a:cubicBezTo>
                    <a:pt x="0" y="172"/>
                    <a:pt x="109" y="362"/>
                    <a:pt x="261" y="362"/>
                  </a:cubicBezTo>
                  <a:lnTo>
                    <a:pt x="316" y="362"/>
                  </a:lnTo>
                  <a:lnTo>
                    <a:pt x="316" y="1350"/>
                  </a:lnTo>
                  <a:cubicBezTo>
                    <a:pt x="316" y="1363"/>
                    <a:pt x="322" y="1378"/>
                    <a:pt x="332" y="1387"/>
                  </a:cubicBezTo>
                  <a:cubicBezTo>
                    <a:pt x="386" y="1442"/>
                    <a:pt x="444" y="1465"/>
                    <a:pt x="497" y="1465"/>
                  </a:cubicBezTo>
                  <a:cubicBezTo>
                    <a:pt x="597" y="1465"/>
                    <a:pt x="678" y="1384"/>
                    <a:pt x="678" y="1285"/>
                  </a:cubicBezTo>
                  <a:lnTo>
                    <a:pt x="678" y="54"/>
                  </a:lnTo>
                  <a:cubicBezTo>
                    <a:pt x="678" y="26"/>
                    <a:pt x="655" y="1"/>
                    <a:pt x="6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71"/>
            <p:cNvSpPr/>
            <p:nvPr/>
          </p:nvSpPr>
          <p:spPr>
            <a:xfrm>
              <a:off x="875807" y="1510934"/>
              <a:ext cx="22996" cy="55502"/>
            </a:xfrm>
            <a:custGeom>
              <a:rect b="b" l="l" r="r" t="t"/>
              <a:pathLst>
                <a:path extrusionOk="0" h="1465" w="607">
                  <a:moveTo>
                    <a:pt x="198" y="0"/>
                  </a:moveTo>
                  <a:cubicBezTo>
                    <a:pt x="102" y="0"/>
                    <a:pt x="17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246" y="360"/>
                  </a:lnTo>
                  <a:lnTo>
                    <a:pt x="246" y="1283"/>
                  </a:lnTo>
                  <a:cubicBezTo>
                    <a:pt x="246" y="1385"/>
                    <a:pt x="326" y="1464"/>
                    <a:pt x="426" y="1464"/>
                  </a:cubicBezTo>
                  <a:cubicBezTo>
                    <a:pt x="525" y="1464"/>
                    <a:pt x="607" y="1383"/>
                    <a:pt x="607" y="1283"/>
                  </a:cubicBezTo>
                  <a:lnTo>
                    <a:pt x="607" y="183"/>
                  </a:lnTo>
                  <a:cubicBezTo>
                    <a:pt x="607" y="82"/>
                    <a:pt x="524" y="0"/>
                    <a:pt x="4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71"/>
            <p:cNvSpPr/>
            <p:nvPr/>
          </p:nvSpPr>
          <p:spPr>
            <a:xfrm>
              <a:off x="909108" y="1437664"/>
              <a:ext cx="25686" cy="55502"/>
            </a:xfrm>
            <a:custGeom>
              <a:rect b="b" l="l" r="r" t="t"/>
              <a:pathLst>
                <a:path extrusionOk="0" h="1465" w="678">
                  <a:moveTo>
                    <a:pt x="196" y="1"/>
                  </a:moveTo>
                  <a:cubicBezTo>
                    <a:pt x="181" y="1"/>
                    <a:pt x="168" y="6"/>
                    <a:pt x="158" y="16"/>
                  </a:cubicBezTo>
                  <a:cubicBezTo>
                    <a:pt x="0" y="172"/>
                    <a:pt x="108" y="362"/>
                    <a:pt x="260" y="362"/>
                  </a:cubicBezTo>
                  <a:lnTo>
                    <a:pt x="316" y="362"/>
                  </a:lnTo>
                  <a:lnTo>
                    <a:pt x="316" y="1350"/>
                  </a:lnTo>
                  <a:cubicBezTo>
                    <a:pt x="316" y="1363"/>
                    <a:pt x="322" y="1378"/>
                    <a:pt x="332" y="1387"/>
                  </a:cubicBezTo>
                  <a:cubicBezTo>
                    <a:pt x="386" y="1442"/>
                    <a:pt x="444" y="1464"/>
                    <a:pt x="497" y="1464"/>
                  </a:cubicBezTo>
                  <a:cubicBezTo>
                    <a:pt x="597" y="1464"/>
                    <a:pt x="678" y="1384"/>
                    <a:pt x="678" y="1284"/>
                  </a:cubicBezTo>
                  <a:lnTo>
                    <a:pt x="678" y="54"/>
                  </a:lnTo>
                  <a:cubicBezTo>
                    <a:pt x="678" y="25"/>
                    <a:pt x="655" y="1"/>
                    <a:pt x="6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71"/>
            <p:cNvSpPr/>
            <p:nvPr/>
          </p:nvSpPr>
          <p:spPr>
            <a:xfrm>
              <a:off x="772116" y="1436604"/>
              <a:ext cx="38529" cy="58078"/>
            </a:xfrm>
            <a:custGeom>
              <a:rect b="b" l="l" r="r" t="t"/>
              <a:pathLst>
                <a:path extrusionOk="0" h="1533" w="1017">
                  <a:moveTo>
                    <a:pt x="510" y="349"/>
                  </a:moveTo>
                  <a:cubicBezTo>
                    <a:pt x="591" y="349"/>
                    <a:pt x="657" y="415"/>
                    <a:pt x="657" y="496"/>
                  </a:cubicBezTo>
                  <a:lnTo>
                    <a:pt x="657" y="1035"/>
                  </a:lnTo>
                  <a:cubicBezTo>
                    <a:pt x="657" y="1116"/>
                    <a:pt x="592" y="1183"/>
                    <a:pt x="510" y="1183"/>
                  </a:cubicBezTo>
                  <a:cubicBezTo>
                    <a:pt x="493" y="1183"/>
                    <a:pt x="477" y="1180"/>
                    <a:pt x="459" y="1174"/>
                  </a:cubicBezTo>
                  <a:cubicBezTo>
                    <a:pt x="401" y="1155"/>
                    <a:pt x="361" y="1097"/>
                    <a:pt x="361" y="1034"/>
                  </a:cubicBezTo>
                  <a:lnTo>
                    <a:pt x="361" y="498"/>
                  </a:lnTo>
                  <a:cubicBezTo>
                    <a:pt x="361" y="435"/>
                    <a:pt x="399" y="377"/>
                    <a:pt x="459" y="357"/>
                  </a:cubicBezTo>
                  <a:cubicBezTo>
                    <a:pt x="476" y="352"/>
                    <a:pt x="493" y="349"/>
                    <a:pt x="510" y="349"/>
                  </a:cubicBezTo>
                  <a:close/>
                  <a:moveTo>
                    <a:pt x="510" y="1"/>
                  </a:moveTo>
                  <a:cubicBezTo>
                    <a:pt x="502" y="1"/>
                    <a:pt x="494" y="1"/>
                    <a:pt x="486" y="1"/>
                  </a:cubicBezTo>
                  <a:cubicBezTo>
                    <a:pt x="212" y="14"/>
                    <a:pt x="1" y="250"/>
                    <a:pt x="1" y="525"/>
                  </a:cubicBezTo>
                  <a:lnTo>
                    <a:pt x="1" y="1027"/>
                  </a:lnTo>
                  <a:cubicBezTo>
                    <a:pt x="1" y="1305"/>
                    <a:pt x="229" y="1533"/>
                    <a:pt x="509" y="1533"/>
                  </a:cubicBezTo>
                  <a:cubicBezTo>
                    <a:pt x="789" y="1533"/>
                    <a:pt x="1017" y="1305"/>
                    <a:pt x="1017" y="1027"/>
                  </a:cubicBezTo>
                  <a:lnTo>
                    <a:pt x="1017" y="508"/>
                  </a:lnTo>
                  <a:cubicBezTo>
                    <a:pt x="1017" y="228"/>
                    <a:pt x="789" y="1"/>
                    <a:pt x="5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71"/>
            <p:cNvSpPr/>
            <p:nvPr/>
          </p:nvSpPr>
          <p:spPr>
            <a:xfrm>
              <a:off x="772116" y="1510025"/>
              <a:ext cx="38529" cy="58078"/>
            </a:xfrm>
            <a:custGeom>
              <a:rect b="b" l="l" r="r" t="t"/>
              <a:pathLst>
                <a:path extrusionOk="0" h="1533" w="1017">
                  <a:moveTo>
                    <a:pt x="510" y="349"/>
                  </a:moveTo>
                  <a:cubicBezTo>
                    <a:pt x="591" y="349"/>
                    <a:pt x="657" y="415"/>
                    <a:pt x="657" y="495"/>
                  </a:cubicBezTo>
                  <a:lnTo>
                    <a:pt x="657" y="1035"/>
                  </a:lnTo>
                  <a:cubicBezTo>
                    <a:pt x="657" y="1116"/>
                    <a:pt x="590" y="1181"/>
                    <a:pt x="509" y="1181"/>
                  </a:cubicBezTo>
                  <a:cubicBezTo>
                    <a:pt x="428" y="1181"/>
                    <a:pt x="361" y="1116"/>
                    <a:pt x="361" y="1035"/>
                  </a:cubicBezTo>
                  <a:lnTo>
                    <a:pt x="361" y="497"/>
                  </a:lnTo>
                  <a:cubicBezTo>
                    <a:pt x="361" y="435"/>
                    <a:pt x="399" y="377"/>
                    <a:pt x="459" y="357"/>
                  </a:cubicBezTo>
                  <a:cubicBezTo>
                    <a:pt x="476" y="351"/>
                    <a:pt x="493" y="349"/>
                    <a:pt x="510" y="349"/>
                  </a:cubicBezTo>
                  <a:close/>
                  <a:moveTo>
                    <a:pt x="510" y="0"/>
                  </a:moveTo>
                  <a:cubicBezTo>
                    <a:pt x="502" y="0"/>
                    <a:pt x="494" y="1"/>
                    <a:pt x="486" y="1"/>
                  </a:cubicBezTo>
                  <a:cubicBezTo>
                    <a:pt x="212" y="14"/>
                    <a:pt x="1" y="249"/>
                    <a:pt x="1" y="525"/>
                  </a:cubicBezTo>
                  <a:lnTo>
                    <a:pt x="1" y="1026"/>
                  </a:lnTo>
                  <a:cubicBezTo>
                    <a:pt x="1" y="1305"/>
                    <a:pt x="229" y="1532"/>
                    <a:pt x="509" y="1532"/>
                  </a:cubicBezTo>
                  <a:cubicBezTo>
                    <a:pt x="789" y="1532"/>
                    <a:pt x="1017" y="1305"/>
                    <a:pt x="1017" y="1026"/>
                  </a:cubicBezTo>
                  <a:lnTo>
                    <a:pt x="1017" y="508"/>
                  </a:lnTo>
                  <a:cubicBezTo>
                    <a:pt x="1017" y="228"/>
                    <a:pt x="789" y="0"/>
                    <a:pt x="5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71"/>
            <p:cNvSpPr/>
            <p:nvPr/>
          </p:nvSpPr>
          <p:spPr>
            <a:xfrm>
              <a:off x="825496" y="1509987"/>
              <a:ext cx="38491" cy="58078"/>
            </a:xfrm>
            <a:custGeom>
              <a:rect b="b" l="l" r="r" t="t"/>
              <a:pathLst>
                <a:path extrusionOk="0" h="1533" w="1016">
                  <a:moveTo>
                    <a:pt x="509" y="350"/>
                  </a:moveTo>
                  <a:cubicBezTo>
                    <a:pt x="590" y="350"/>
                    <a:pt x="655" y="416"/>
                    <a:pt x="655" y="496"/>
                  </a:cubicBezTo>
                  <a:lnTo>
                    <a:pt x="655" y="1036"/>
                  </a:lnTo>
                  <a:cubicBezTo>
                    <a:pt x="655" y="1117"/>
                    <a:pt x="590" y="1182"/>
                    <a:pt x="507" y="1182"/>
                  </a:cubicBezTo>
                  <a:cubicBezTo>
                    <a:pt x="427" y="1182"/>
                    <a:pt x="360" y="1117"/>
                    <a:pt x="360" y="1036"/>
                  </a:cubicBezTo>
                  <a:lnTo>
                    <a:pt x="360" y="498"/>
                  </a:lnTo>
                  <a:lnTo>
                    <a:pt x="361" y="498"/>
                  </a:lnTo>
                  <a:cubicBezTo>
                    <a:pt x="361" y="436"/>
                    <a:pt x="398" y="378"/>
                    <a:pt x="459" y="358"/>
                  </a:cubicBezTo>
                  <a:cubicBezTo>
                    <a:pt x="476" y="352"/>
                    <a:pt x="493" y="350"/>
                    <a:pt x="509" y="350"/>
                  </a:cubicBezTo>
                  <a:close/>
                  <a:moveTo>
                    <a:pt x="507" y="1"/>
                  </a:moveTo>
                  <a:cubicBezTo>
                    <a:pt x="229" y="1"/>
                    <a:pt x="0" y="228"/>
                    <a:pt x="0" y="507"/>
                  </a:cubicBezTo>
                  <a:lnTo>
                    <a:pt x="0" y="1008"/>
                  </a:lnTo>
                  <a:cubicBezTo>
                    <a:pt x="0" y="1282"/>
                    <a:pt x="210" y="1520"/>
                    <a:pt x="484" y="1532"/>
                  </a:cubicBezTo>
                  <a:cubicBezTo>
                    <a:pt x="492" y="1533"/>
                    <a:pt x="500" y="1533"/>
                    <a:pt x="509" y="1533"/>
                  </a:cubicBezTo>
                  <a:cubicBezTo>
                    <a:pt x="788" y="1533"/>
                    <a:pt x="1015" y="1305"/>
                    <a:pt x="1015" y="1025"/>
                  </a:cubicBezTo>
                  <a:lnTo>
                    <a:pt x="1015" y="507"/>
                  </a:lnTo>
                  <a:cubicBezTo>
                    <a:pt x="1015" y="227"/>
                    <a:pt x="788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71"/>
            <p:cNvSpPr/>
            <p:nvPr/>
          </p:nvSpPr>
          <p:spPr>
            <a:xfrm>
              <a:off x="913655" y="1509987"/>
              <a:ext cx="38529" cy="58078"/>
            </a:xfrm>
            <a:custGeom>
              <a:rect b="b" l="l" r="r" t="t"/>
              <a:pathLst>
                <a:path extrusionOk="0" h="1533" w="1017">
                  <a:moveTo>
                    <a:pt x="506" y="350"/>
                  </a:moveTo>
                  <a:cubicBezTo>
                    <a:pt x="589" y="350"/>
                    <a:pt x="655" y="416"/>
                    <a:pt x="655" y="496"/>
                  </a:cubicBezTo>
                  <a:lnTo>
                    <a:pt x="655" y="1036"/>
                  </a:lnTo>
                  <a:cubicBezTo>
                    <a:pt x="655" y="1117"/>
                    <a:pt x="589" y="1182"/>
                    <a:pt x="506" y="1182"/>
                  </a:cubicBezTo>
                  <a:cubicBezTo>
                    <a:pt x="426" y="1182"/>
                    <a:pt x="359" y="1117"/>
                    <a:pt x="359" y="1036"/>
                  </a:cubicBezTo>
                  <a:lnTo>
                    <a:pt x="359" y="496"/>
                  </a:lnTo>
                  <a:cubicBezTo>
                    <a:pt x="359" y="416"/>
                    <a:pt x="426" y="350"/>
                    <a:pt x="506" y="350"/>
                  </a:cubicBezTo>
                  <a:close/>
                  <a:moveTo>
                    <a:pt x="508" y="0"/>
                  </a:moveTo>
                  <a:cubicBezTo>
                    <a:pt x="228" y="0"/>
                    <a:pt x="1" y="229"/>
                    <a:pt x="1" y="507"/>
                  </a:cubicBezTo>
                  <a:lnTo>
                    <a:pt x="1" y="1025"/>
                  </a:lnTo>
                  <a:cubicBezTo>
                    <a:pt x="1" y="1306"/>
                    <a:pt x="228" y="1532"/>
                    <a:pt x="509" y="1532"/>
                  </a:cubicBezTo>
                  <a:cubicBezTo>
                    <a:pt x="788" y="1532"/>
                    <a:pt x="1017" y="1305"/>
                    <a:pt x="1017" y="1025"/>
                  </a:cubicBezTo>
                  <a:lnTo>
                    <a:pt x="1017" y="525"/>
                  </a:lnTo>
                  <a:cubicBezTo>
                    <a:pt x="1017" y="250"/>
                    <a:pt x="807" y="14"/>
                    <a:pt x="532" y="1"/>
                  </a:cubicBezTo>
                  <a:cubicBezTo>
                    <a:pt x="524" y="1"/>
                    <a:pt x="516" y="0"/>
                    <a:pt x="5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71"/>
            <p:cNvSpPr/>
            <p:nvPr/>
          </p:nvSpPr>
          <p:spPr>
            <a:xfrm>
              <a:off x="860275" y="1436604"/>
              <a:ext cx="38529" cy="58078"/>
            </a:xfrm>
            <a:custGeom>
              <a:rect b="b" l="l" r="r" t="t"/>
              <a:pathLst>
                <a:path extrusionOk="0" h="1533" w="1017">
                  <a:moveTo>
                    <a:pt x="509" y="349"/>
                  </a:moveTo>
                  <a:cubicBezTo>
                    <a:pt x="590" y="349"/>
                    <a:pt x="657" y="415"/>
                    <a:pt x="657" y="496"/>
                  </a:cubicBezTo>
                  <a:lnTo>
                    <a:pt x="657" y="1035"/>
                  </a:lnTo>
                  <a:cubicBezTo>
                    <a:pt x="657" y="1117"/>
                    <a:pt x="591" y="1182"/>
                    <a:pt x="509" y="1182"/>
                  </a:cubicBezTo>
                  <a:cubicBezTo>
                    <a:pt x="427" y="1182"/>
                    <a:pt x="360" y="1117"/>
                    <a:pt x="360" y="1035"/>
                  </a:cubicBezTo>
                  <a:lnTo>
                    <a:pt x="360" y="496"/>
                  </a:lnTo>
                  <a:cubicBezTo>
                    <a:pt x="360" y="415"/>
                    <a:pt x="426" y="349"/>
                    <a:pt x="509" y="349"/>
                  </a:cubicBezTo>
                  <a:close/>
                  <a:moveTo>
                    <a:pt x="509" y="1"/>
                  </a:moveTo>
                  <a:cubicBezTo>
                    <a:pt x="230" y="1"/>
                    <a:pt x="2" y="228"/>
                    <a:pt x="2" y="508"/>
                  </a:cubicBezTo>
                  <a:lnTo>
                    <a:pt x="2" y="1027"/>
                  </a:lnTo>
                  <a:cubicBezTo>
                    <a:pt x="1" y="1305"/>
                    <a:pt x="228" y="1533"/>
                    <a:pt x="509" y="1533"/>
                  </a:cubicBezTo>
                  <a:cubicBezTo>
                    <a:pt x="789" y="1533"/>
                    <a:pt x="1017" y="1305"/>
                    <a:pt x="1017" y="1027"/>
                  </a:cubicBezTo>
                  <a:lnTo>
                    <a:pt x="1017" y="525"/>
                  </a:lnTo>
                  <a:cubicBezTo>
                    <a:pt x="1017" y="252"/>
                    <a:pt x="807" y="14"/>
                    <a:pt x="533" y="1"/>
                  </a:cubicBezTo>
                  <a:cubicBezTo>
                    <a:pt x="525" y="1"/>
                    <a:pt x="517" y="1"/>
                    <a:pt x="5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71"/>
            <p:cNvSpPr/>
            <p:nvPr/>
          </p:nvSpPr>
          <p:spPr>
            <a:xfrm>
              <a:off x="954608" y="1436604"/>
              <a:ext cx="38529" cy="58078"/>
            </a:xfrm>
            <a:custGeom>
              <a:rect b="b" l="l" r="r" t="t"/>
              <a:pathLst>
                <a:path extrusionOk="0" h="1533" w="1017">
                  <a:moveTo>
                    <a:pt x="508" y="349"/>
                  </a:moveTo>
                  <a:cubicBezTo>
                    <a:pt x="590" y="349"/>
                    <a:pt x="656" y="415"/>
                    <a:pt x="656" y="496"/>
                  </a:cubicBezTo>
                  <a:lnTo>
                    <a:pt x="656" y="1035"/>
                  </a:lnTo>
                  <a:cubicBezTo>
                    <a:pt x="656" y="1117"/>
                    <a:pt x="591" y="1182"/>
                    <a:pt x="508" y="1182"/>
                  </a:cubicBezTo>
                  <a:cubicBezTo>
                    <a:pt x="427" y="1182"/>
                    <a:pt x="361" y="1117"/>
                    <a:pt x="361" y="1035"/>
                  </a:cubicBezTo>
                  <a:lnTo>
                    <a:pt x="361" y="496"/>
                  </a:lnTo>
                  <a:cubicBezTo>
                    <a:pt x="361" y="415"/>
                    <a:pt x="426" y="349"/>
                    <a:pt x="508" y="349"/>
                  </a:cubicBezTo>
                  <a:close/>
                  <a:moveTo>
                    <a:pt x="509" y="1"/>
                  </a:moveTo>
                  <a:cubicBezTo>
                    <a:pt x="229" y="1"/>
                    <a:pt x="2" y="228"/>
                    <a:pt x="2" y="508"/>
                  </a:cubicBezTo>
                  <a:lnTo>
                    <a:pt x="2" y="1027"/>
                  </a:lnTo>
                  <a:cubicBezTo>
                    <a:pt x="0" y="1305"/>
                    <a:pt x="229" y="1533"/>
                    <a:pt x="508" y="1533"/>
                  </a:cubicBezTo>
                  <a:cubicBezTo>
                    <a:pt x="789" y="1533"/>
                    <a:pt x="1016" y="1305"/>
                    <a:pt x="1016" y="1027"/>
                  </a:cubicBezTo>
                  <a:lnTo>
                    <a:pt x="1016" y="525"/>
                  </a:lnTo>
                  <a:cubicBezTo>
                    <a:pt x="1016" y="252"/>
                    <a:pt x="807" y="14"/>
                    <a:pt x="534" y="1"/>
                  </a:cubicBezTo>
                  <a:cubicBezTo>
                    <a:pt x="525" y="1"/>
                    <a:pt x="517" y="1"/>
                    <a:pt x="5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71"/>
            <p:cNvSpPr/>
            <p:nvPr/>
          </p:nvSpPr>
          <p:spPr>
            <a:xfrm>
              <a:off x="742339" y="1479944"/>
              <a:ext cx="418402" cy="352937"/>
            </a:xfrm>
            <a:custGeom>
              <a:rect b="b" l="l" r="r" t="t"/>
              <a:pathLst>
                <a:path extrusionOk="0" h="9316" w="11044">
                  <a:moveTo>
                    <a:pt x="5751" y="2983"/>
                  </a:moveTo>
                  <a:cubicBezTo>
                    <a:pt x="5763" y="3147"/>
                    <a:pt x="5901" y="3277"/>
                    <a:pt x="6070" y="3277"/>
                  </a:cubicBezTo>
                  <a:lnTo>
                    <a:pt x="6428" y="3277"/>
                  </a:lnTo>
                  <a:cubicBezTo>
                    <a:pt x="6470" y="3414"/>
                    <a:pt x="6525" y="3548"/>
                    <a:pt x="6593" y="3675"/>
                  </a:cubicBezTo>
                  <a:lnTo>
                    <a:pt x="6531" y="3735"/>
                  </a:lnTo>
                  <a:lnTo>
                    <a:pt x="729" y="3735"/>
                  </a:lnTo>
                  <a:cubicBezTo>
                    <a:pt x="527" y="3735"/>
                    <a:pt x="362" y="3570"/>
                    <a:pt x="362" y="3367"/>
                  </a:cubicBezTo>
                  <a:lnTo>
                    <a:pt x="362" y="3116"/>
                  </a:lnTo>
                  <a:cubicBezTo>
                    <a:pt x="362" y="3043"/>
                    <a:pt x="422" y="2983"/>
                    <a:pt x="496" y="2983"/>
                  </a:cubicBezTo>
                  <a:close/>
                  <a:moveTo>
                    <a:pt x="8620" y="360"/>
                  </a:moveTo>
                  <a:lnTo>
                    <a:pt x="8620" y="869"/>
                  </a:lnTo>
                  <a:cubicBezTo>
                    <a:pt x="8620" y="955"/>
                    <a:pt x="8681" y="1031"/>
                    <a:pt x="8764" y="1048"/>
                  </a:cubicBezTo>
                  <a:cubicBezTo>
                    <a:pt x="8956" y="1090"/>
                    <a:pt x="9139" y="1165"/>
                    <a:pt x="9307" y="1267"/>
                  </a:cubicBezTo>
                  <a:cubicBezTo>
                    <a:pt x="9337" y="1286"/>
                    <a:pt x="9370" y="1294"/>
                    <a:pt x="9404" y="1294"/>
                  </a:cubicBezTo>
                  <a:cubicBezTo>
                    <a:pt x="9451" y="1294"/>
                    <a:pt x="9499" y="1277"/>
                    <a:pt x="9534" y="1242"/>
                  </a:cubicBezTo>
                  <a:lnTo>
                    <a:pt x="9843" y="942"/>
                  </a:lnTo>
                  <a:lnTo>
                    <a:pt x="10176" y="1266"/>
                  </a:lnTo>
                  <a:lnTo>
                    <a:pt x="9867" y="1567"/>
                  </a:lnTo>
                  <a:cubicBezTo>
                    <a:pt x="9808" y="1626"/>
                    <a:pt x="9797" y="1718"/>
                    <a:pt x="9843" y="1788"/>
                  </a:cubicBezTo>
                  <a:cubicBezTo>
                    <a:pt x="9949" y="1952"/>
                    <a:pt x="10024" y="2130"/>
                    <a:pt x="10069" y="2319"/>
                  </a:cubicBezTo>
                  <a:cubicBezTo>
                    <a:pt x="10087" y="2400"/>
                    <a:pt x="10163" y="2457"/>
                    <a:pt x="10247" y="2457"/>
                  </a:cubicBezTo>
                  <a:lnTo>
                    <a:pt x="10684" y="2457"/>
                  </a:lnTo>
                  <a:lnTo>
                    <a:pt x="10682" y="2916"/>
                  </a:lnTo>
                  <a:lnTo>
                    <a:pt x="10200" y="2916"/>
                  </a:lnTo>
                  <a:cubicBezTo>
                    <a:pt x="10116" y="2916"/>
                    <a:pt x="10044" y="2975"/>
                    <a:pt x="10027" y="3058"/>
                  </a:cubicBezTo>
                  <a:cubicBezTo>
                    <a:pt x="9986" y="3252"/>
                    <a:pt x="9911" y="3435"/>
                    <a:pt x="9808" y="3603"/>
                  </a:cubicBezTo>
                  <a:cubicBezTo>
                    <a:pt x="9762" y="3675"/>
                    <a:pt x="9773" y="3769"/>
                    <a:pt x="9833" y="3829"/>
                  </a:cubicBezTo>
                  <a:lnTo>
                    <a:pt x="10133" y="4138"/>
                  </a:lnTo>
                  <a:lnTo>
                    <a:pt x="9809" y="4472"/>
                  </a:lnTo>
                  <a:lnTo>
                    <a:pt x="9513" y="4169"/>
                  </a:lnTo>
                  <a:cubicBezTo>
                    <a:pt x="9477" y="4132"/>
                    <a:pt x="9430" y="4113"/>
                    <a:pt x="9382" y="4113"/>
                  </a:cubicBezTo>
                  <a:cubicBezTo>
                    <a:pt x="9347" y="4113"/>
                    <a:pt x="9312" y="4123"/>
                    <a:pt x="9281" y="4142"/>
                  </a:cubicBezTo>
                  <a:cubicBezTo>
                    <a:pt x="9120" y="4246"/>
                    <a:pt x="8945" y="4320"/>
                    <a:pt x="8760" y="4363"/>
                  </a:cubicBezTo>
                  <a:cubicBezTo>
                    <a:pt x="8677" y="4383"/>
                    <a:pt x="8619" y="4458"/>
                    <a:pt x="8619" y="4543"/>
                  </a:cubicBezTo>
                  <a:lnTo>
                    <a:pt x="8619" y="4980"/>
                  </a:lnTo>
                  <a:lnTo>
                    <a:pt x="8160" y="4980"/>
                  </a:lnTo>
                  <a:lnTo>
                    <a:pt x="8160" y="4606"/>
                  </a:lnTo>
                  <a:cubicBezTo>
                    <a:pt x="8160" y="4520"/>
                    <a:pt x="8101" y="4446"/>
                    <a:pt x="8019" y="4426"/>
                  </a:cubicBezTo>
                  <a:cubicBezTo>
                    <a:pt x="7822" y="4382"/>
                    <a:pt x="7634" y="4303"/>
                    <a:pt x="7463" y="4191"/>
                  </a:cubicBezTo>
                  <a:cubicBezTo>
                    <a:pt x="7432" y="4170"/>
                    <a:pt x="7398" y="4161"/>
                    <a:pt x="7364" y="4161"/>
                  </a:cubicBezTo>
                  <a:cubicBezTo>
                    <a:pt x="7316" y="4161"/>
                    <a:pt x="7268" y="4180"/>
                    <a:pt x="7232" y="4217"/>
                  </a:cubicBezTo>
                  <a:lnTo>
                    <a:pt x="6918" y="4539"/>
                  </a:lnTo>
                  <a:lnTo>
                    <a:pt x="6579" y="4191"/>
                  </a:lnTo>
                  <a:lnTo>
                    <a:pt x="6893" y="3869"/>
                  </a:lnTo>
                  <a:cubicBezTo>
                    <a:pt x="6955" y="3806"/>
                    <a:pt x="6965" y="3708"/>
                    <a:pt x="6918" y="3631"/>
                  </a:cubicBezTo>
                  <a:cubicBezTo>
                    <a:pt x="6809" y="3456"/>
                    <a:pt x="6733" y="3267"/>
                    <a:pt x="6689" y="3064"/>
                  </a:cubicBezTo>
                  <a:cubicBezTo>
                    <a:pt x="6670" y="2977"/>
                    <a:pt x="6594" y="2915"/>
                    <a:pt x="6508" y="2915"/>
                  </a:cubicBezTo>
                  <a:lnTo>
                    <a:pt x="6064" y="2915"/>
                  </a:lnTo>
                  <a:lnTo>
                    <a:pt x="6064" y="2424"/>
                  </a:lnTo>
                  <a:lnTo>
                    <a:pt x="6579" y="2424"/>
                  </a:lnTo>
                  <a:cubicBezTo>
                    <a:pt x="6662" y="2424"/>
                    <a:pt x="6735" y="2365"/>
                    <a:pt x="6751" y="2281"/>
                  </a:cubicBezTo>
                  <a:cubicBezTo>
                    <a:pt x="6793" y="2087"/>
                    <a:pt x="6869" y="1904"/>
                    <a:pt x="6971" y="1737"/>
                  </a:cubicBezTo>
                  <a:cubicBezTo>
                    <a:pt x="7016" y="1664"/>
                    <a:pt x="7006" y="1570"/>
                    <a:pt x="6947" y="1509"/>
                  </a:cubicBezTo>
                  <a:lnTo>
                    <a:pt x="6646" y="1200"/>
                  </a:lnTo>
                  <a:lnTo>
                    <a:pt x="6970" y="866"/>
                  </a:lnTo>
                  <a:lnTo>
                    <a:pt x="7272" y="1176"/>
                  </a:lnTo>
                  <a:cubicBezTo>
                    <a:pt x="7306" y="1211"/>
                    <a:pt x="7351" y="1229"/>
                    <a:pt x="7397" y="1229"/>
                  </a:cubicBezTo>
                  <a:cubicBezTo>
                    <a:pt x="7430" y="1229"/>
                    <a:pt x="7463" y="1220"/>
                    <a:pt x="7493" y="1200"/>
                  </a:cubicBezTo>
                  <a:cubicBezTo>
                    <a:pt x="7656" y="1095"/>
                    <a:pt x="7834" y="1019"/>
                    <a:pt x="8023" y="975"/>
                  </a:cubicBezTo>
                  <a:cubicBezTo>
                    <a:pt x="8105" y="957"/>
                    <a:pt x="8162" y="882"/>
                    <a:pt x="8162" y="797"/>
                  </a:cubicBezTo>
                  <a:lnTo>
                    <a:pt x="8162" y="360"/>
                  </a:lnTo>
                  <a:close/>
                  <a:moveTo>
                    <a:pt x="8080" y="0"/>
                  </a:moveTo>
                  <a:cubicBezTo>
                    <a:pt x="7907" y="0"/>
                    <a:pt x="7765" y="141"/>
                    <a:pt x="7765" y="315"/>
                  </a:cubicBezTo>
                  <a:lnTo>
                    <a:pt x="7765" y="663"/>
                  </a:lnTo>
                  <a:cubicBezTo>
                    <a:pt x="7630" y="703"/>
                    <a:pt x="7499" y="757"/>
                    <a:pt x="7375" y="825"/>
                  </a:cubicBezTo>
                  <a:lnTo>
                    <a:pt x="7133" y="582"/>
                  </a:lnTo>
                  <a:cubicBezTo>
                    <a:pt x="7091" y="540"/>
                    <a:pt x="7039" y="508"/>
                    <a:pt x="6982" y="495"/>
                  </a:cubicBezTo>
                  <a:cubicBezTo>
                    <a:pt x="6956" y="489"/>
                    <a:pt x="6931" y="486"/>
                    <a:pt x="6906" y="486"/>
                  </a:cubicBezTo>
                  <a:cubicBezTo>
                    <a:pt x="6823" y="486"/>
                    <a:pt x="6744" y="519"/>
                    <a:pt x="6685" y="577"/>
                  </a:cubicBezTo>
                  <a:lnTo>
                    <a:pt x="6278" y="985"/>
                  </a:lnTo>
                  <a:cubicBezTo>
                    <a:pt x="6219" y="1043"/>
                    <a:pt x="6186" y="1122"/>
                    <a:pt x="6186" y="1206"/>
                  </a:cubicBezTo>
                  <a:cubicBezTo>
                    <a:pt x="6186" y="1289"/>
                    <a:pt x="6219" y="1368"/>
                    <a:pt x="6278" y="1428"/>
                  </a:cubicBezTo>
                  <a:lnTo>
                    <a:pt x="6524" y="1674"/>
                  </a:lnTo>
                  <a:cubicBezTo>
                    <a:pt x="6457" y="1797"/>
                    <a:pt x="6403" y="1928"/>
                    <a:pt x="6362" y="2063"/>
                  </a:cubicBezTo>
                  <a:lnTo>
                    <a:pt x="6016" y="2063"/>
                  </a:lnTo>
                  <a:cubicBezTo>
                    <a:pt x="5842" y="2063"/>
                    <a:pt x="5701" y="2205"/>
                    <a:pt x="5701" y="2379"/>
                  </a:cubicBezTo>
                  <a:lnTo>
                    <a:pt x="5701" y="2622"/>
                  </a:lnTo>
                  <a:lnTo>
                    <a:pt x="502" y="2622"/>
                  </a:lnTo>
                  <a:cubicBezTo>
                    <a:pt x="225" y="2622"/>
                    <a:pt x="0" y="2845"/>
                    <a:pt x="0" y="3122"/>
                  </a:cubicBezTo>
                  <a:lnTo>
                    <a:pt x="0" y="3360"/>
                  </a:lnTo>
                  <a:cubicBezTo>
                    <a:pt x="0" y="3766"/>
                    <a:pt x="330" y="4095"/>
                    <a:pt x="736" y="4095"/>
                  </a:cubicBezTo>
                  <a:lnTo>
                    <a:pt x="1106" y="4095"/>
                  </a:lnTo>
                  <a:lnTo>
                    <a:pt x="2019" y="5335"/>
                  </a:lnTo>
                  <a:cubicBezTo>
                    <a:pt x="2055" y="5383"/>
                    <a:pt x="2111" y="5409"/>
                    <a:pt x="2167" y="5409"/>
                  </a:cubicBezTo>
                  <a:cubicBezTo>
                    <a:pt x="2205" y="5409"/>
                    <a:pt x="2244" y="5397"/>
                    <a:pt x="2277" y="5373"/>
                  </a:cubicBezTo>
                  <a:cubicBezTo>
                    <a:pt x="2358" y="5313"/>
                    <a:pt x="2376" y="5198"/>
                    <a:pt x="2315" y="5116"/>
                  </a:cubicBezTo>
                  <a:lnTo>
                    <a:pt x="1566" y="4096"/>
                  </a:lnTo>
                  <a:lnTo>
                    <a:pt x="6183" y="4096"/>
                  </a:lnTo>
                  <a:cubicBezTo>
                    <a:pt x="6169" y="4205"/>
                    <a:pt x="6199" y="4304"/>
                    <a:pt x="6272" y="4377"/>
                  </a:cubicBezTo>
                  <a:lnTo>
                    <a:pt x="6549" y="4654"/>
                  </a:lnTo>
                  <a:lnTo>
                    <a:pt x="4769" y="7047"/>
                  </a:lnTo>
                  <a:cubicBezTo>
                    <a:pt x="4745" y="7078"/>
                    <a:pt x="4732" y="7117"/>
                    <a:pt x="4751" y="7157"/>
                  </a:cubicBezTo>
                  <a:lnTo>
                    <a:pt x="4751" y="9132"/>
                  </a:lnTo>
                  <a:cubicBezTo>
                    <a:pt x="4733" y="9234"/>
                    <a:pt x="4814" y="9315"/>
                    <a:pt x="4916" y="9315"/>
                  </a:cubicBezTo>
                  <a:cubicBezTo>
                    <a:pt x="5018" y="9315"/>
                    <a:pt x="5111" y="9132"/>
                    <a:pt x="5111" y="9132"/>
                  </a:cubicBezTo>
                  <a:lnTo>
                    <a:pt x="5111" y="7225"/>
                  </a:lnTo>
                  <a:lnTo>
                    <a:pt x="6846" y="4881"/>
                  </a:lnTo>
                  <a:cubicBezTo>
                    <a:pt x="6866" y="4885"/>
                    <a:pt x="6886" y="4887"/>
                    <a:pt x="6906" y="4887"/>
                  </a:cubicBezTo>
                  <a:cubicBezTo>
                    <a:pt x="6986" y="4887"/>
                    <a:pt x="7067" y="4856"/>
                    <a:pt x="7127" y="4794"/>
                  </a:cubicBezTo>
                  <a:lnTo>
                    <a:pt x="7373" y="4547"/>
                  </a:lnTo>
                  <a:cubicBezTo>
                    <a:pt x="7498" y="4615"/>
                    <a:pt x="7629" y="4669"/>
                    <a:pt x="7765" y="4709"/>
                  </a:cubicBezTo>
                  <a:lnTo>
                    <a:pt x="7765" y="5060"/>
                  </a:lnTo>
                  <a:cubicBezTo>
                    <a:pt x="7765" y="5235"/>
                    <a:pt x="7907" y="5376"/>
                    <a:pt x="8080" y="5376"/>
                  </a:cubicBezTo>
                  <a:lnTo>
                    <a:pt x="8662" y="5376"/>
                  </a:lnTo>
                  <a:cubicBezTo>
                    <a:pt x="8836" y="5376"/>
                    <a:pt x="8977" y="5235"/>
                    <a:pt x="8977" y="5060"/>
                  </a:cubicBezTo>
                  <a:lnTo>
                    <a:pt x="8977" y="4714"/>
                  </a:lnTo>
                  <a:cubicBezTo>
                    <a:pt x="9112" y="4673"/>
                    <a:pt x="9243" y="4620"/>
                    <a:pt x="9368" y="4552"/>
                  </a:cubicBezTo>
                  <a:lnTo>
                    <a:pt x="9613" y="4797"/>
                  </a:lnTo>
                  <a:cubicBezTo>
                    <a:pt x="9674" y="4859"/>
                    <a:pt x="9754" y="4890"/>
                    <a:pt x="9835" y="4890"/>
                  </a:cubicBezTo>
                  <a:cubicBezTo>
                    <a:pt x="9916" y="4890"/>
                    <a:pt x="9997" y="4859"/>
                    <a:pt x="10059" y="4797"/>
                  </a:cubicBezTo>
                  <a:lnTo>
                    <a:pt x="10464" y="4392"/>
                  </a:lnTo>
                  <a:cubicBezTo>
                    <a:pt x="10586" y="4269"/>
                    <a:pt x="10586" y="4070"/>
                    <a:pt x="10464" y="3949"/>
                  </a:cubicBezTo>
                  <a:lnTo>
                    <a:pt x="10218" y="3702"/>
                  </a:lnTo>
                  <a:cubicBezTo>
                    <a:pt x="10285" y="3578"/>
                    <a:pt x="10340" y="3447"/>
                    <a:pt x="10380" y="3312"/>
                  </a:cubicBezTo>
                  <a:lnTo>
                    <a:pt x="10728" y="3312"/>
                  </a:lnTo>
                  <a:cubicBezTo>
                    <a:pt x="10902" y="3312"/>
                    <a:pt x="11043" y="3170"/>
                    <a:pt x="11043" y="2997"/>
                  </a:cubicBezTo>
                  <a:lnTo>
                    <a:pt x="11043" y="2380"/>
                  </a:lnTo>
                  <a:cubicBezTo>
                    <a:pt x="11042" y="2204"/>
                    <a:pt x="10902" y="2063"/>
                    <a:pt x="10729" y="2063"/>
                  </a:cubicBezTo>
                  <a:lnTo>
                    <a:pt x="10380" y="2063"/>
                  </a:lnTo>
                  <a:cubicBezTo>
                    <a:pt x="10341" y="1928"/>
                    <a:pt x="10286" y="1797"/>
                    <a:pt x="10218" y="1674"/>
                  </a:cubicBezTo>
                  <a:lnTo>
                    <a:pt x="10464" y="1427"/>
                  </a:lnTo>
                  <a:cubicBezTo>
                    <a:pt x="10523" y="1368"/>
                    <a:pt x="10556" y="1289"/>
                    <a:pt x="10556" y="1206"/>
                  </a:cubicBezTo>
                  <a:cubicBezTo>
                    <a:pt x="10556" y="1122"/>
                    <a:pt x="10523" y="1043"/>
                    <a:pt x="10464" y="985"/>
                  </a:cubicBezTo>
                  <a:lnTo>
                    <a:pt x="10059" y="579"/>
                  </a:lnTo>
                  <a:cubicBezTo>
                    <a:pt x="9997" y="517"/>
                    <a:pt x="9916" y="487"/>
                    <a:pt x="9836" y="487"/>
                  </a:cubicBezTo>
                  <a:cubicBezTo>
                    <a:pt x="9755" y="487"/>
                    <a:pt x="9675" y="517"/>
                    <a:pt x="9613" y="579"/>
                  </a:cubicBezTo>
                  <a:lnTo>
                    <a:pt x="9368" y="823"/>
                  </a:lnTo>
                  <a:cubicBezTo>
                    <a:pt x="9243" y="757"/>
                    <a:pt x="9112" y="702"/>
                    <a:pt x="8977" y="661"/>
                  </a:cubicBezTo>
                  <a:lnTo>
                    <a:pt x="8977" y="315"/>
                  </a:lnTo>
                  <a:cubicBezTo>
                    <a:pt x="8977" y="141"/>
                    <a:pt x="8836" y="0"/>
                    <a:pt x="86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71"/>
            <p:cNvSpPr/>
            <p:nvPr/>
          </p:nvSpPr>
          <p:spPr>
            <a:xfrm>
              <a:off x="1008367" y="1531051"/>
              <a:ext cx="105169" cy="101039"/>
            </a:xfrm>
            <a:custGeom>
              <a:rect b="b" l="l" r="r" t="t"/>
              <a:pathLst>
                <a:path extrusionOk="0" h="2667" w="2776">
                  <a:moveTo>
                    <a:pt x="1005" y="1631"/>
                  </a:moveTo>
                  <a:cubicBezTo>
                    <a:pt x="1078" y="1631"/>
                    <a:pt x="1138" y="1692"/>
                    <a:pt x="1138" y="1765"/>
                  </a:cubicBezTo>
                  <a:lnTo>
                    <a:pt x="1138" y="2008"/>
                  </a:lnTo>
                  <a:lnTo>
                    <a:pt x="1137" y="2008"/>
                  </a:lnTo>
                  <a:cubicBezTo>
                    <a:pt x="1137" y="2095"/>
                    <a:pt x="1107" y="2174"/>
                    <a:pt x="1056" y="2237"/>
                  </a:cubicBezTo>
                  <a:cubicBezTo>
                    <a:pt x="913" y="2191"/>
                    <a:pt x="782" y="2111"/>
                    <a:pt x="672" y="2000"/>
                  </a:cubicBezTo>
                  <a:cubicBezTo>
                    <a:pt x="566" y="1894"/>
                    <a:pt x="488" y="1768"/>
                    <a:pt x="442" y="1631"/>
                  </a:cubicBezTo>
                  <a:close/>
                  <a:moveTo>
                    <a:pt x="1344" y="361"/>
                  </a:moveTo>
                  <a:cubicBezTo>
                    <a:pt x="1605" y="361"/>
                    <a:pt x="1865" y="471"/>
                    <a:pt x="2044" y="660"/>
                  </a:cubicBezTo>
                  <a:cubicBezTo>
                    <a:pt x="2305" y="930"/>
                    <a:pt x="2375" y="1322"/>
                    <a:pt x="2233" y="1682"/>
                  </a:cubicBezTo>
                  <a:cubicBezTo>
                    <a:pt x="2096" y="2024"/>
                    <a:pt x="1798" y="2252"/>
                    <a:pt x="1446" y="2286"/>
                  </a:cubicBezTo>
                  <a:cubicBezTo>
                    <a:pt x="1478" y="2203"/>
                    <a:pt x="1497" y="2111"/>
                    <a:pt x="1497" y="2016"/>
                  </a:cubicBezTo>
                  <a:lnTo>
                    <a:pt x="1497" y="1773"/>
                  </a:lnTo>
                  <a:cubicBezTo>
                    <a:pt x="1497" y="1498"/>
                    <a:pt x="1273" y="1273"/>
                    <a:pt x="996" y="1273"/>
                  </a:cubicBezTo>
                  <a:lnTo>
                    <a:pt x="383" y="1273"/>
                  </a:lnTo>
                  <a:cubicBezTo>
                    <a:pt x="409" y="787"/>
                    <a:pt x="810" y="388"/>
                    <a:pt x="1295" y="362"/>
                  </a:cubicBezTo>
                  <a:cubicBezTo>
                    <a:pt x="1311" y="362"/>
                    <a:pt x="1328" y="361"/>
                    <a:pt x="1344" y="361"/>
                  </a:cubicBezTo>
                  <a:close/>
                  <a:moveTo>
                    <a:pt x="1350" y="0"/>
                  </a:moveTo>
                  <a:cubicBezTo>
                    <a:pt x="1327" y="0"/>
                    <a:pt x="1304" y="1"/>
                    <a:pt x="1282" y="2"/>
                  </a:cubicBezTo>
                  <a:cubicBezTo>
                    <a:pt x="607" y="37"/>
                    <a:pt x="53" y="592"/>
                    <a:pt x="19" y="1265"/>
                  </a:cubicBezTo>
                  <a:cubicBezTo>
                    <a:pt x="1" y="1642"/>
                    <a:pt x="142" y="2011"/>
                    <a:pt x="408" y="2276"/>
                  </a:cubicBezTo>
                  <a:cubicBezTo>
                    <a:pt x="658" y="2526"/>
                    <a:pt x="1000" y="2667"/>
                    <a:pt x="1353" y="2667"/>
                  </a:cubicBezTo>
                  <a:cubicBezTo>
                    <a:pt x="1895" y="2667"/>
                    <a:pt x="2378" y="2326"/>
                    <a:pt x="2577" y="1825"/>
                  </a:cubicBezTo>
                  <a:cubicBezTo>
                    <a:pt x="2775" y="1330"/>
                    <a:pt x="2675" y="788"/>
                    <a:pt x="2315" y="412"/>
                  </a:cubicBezTo>
                  <a:cubicBezTo>
                    <a:pt x="2063" y="149"/>
                    <a:pt x="1714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9" name="Google Shape;3029;p71"/>
          <p:cNvGrpSpPr/>
          <p:nvPr/>
        </p:nvGrpSpPr>
        <p:grpSpPr>
          <a:xfrm>
            <a:off x="7760469" y="1347806"/>
            <a:ext cx="449582" cy="381589"/>
            <a:chOff x="7952725" y="749256"/>
            <a:chExt cx="476707" cy="404612"/>
          </a:xfrm>
        </p:grpSpPr>
        <p:sp>
          <p:nvSpPr>
            <p:cNvPr id="3030" name="Google Shape;3030;p71"/>
            <p:cNvSpPr/>
            <p:nvPr/>
          </p:nvSpPr>
          <p:spPr>
            <a:xfrm>
              <a:off x="8164957" y="779147"/>
              <a:ext cx="52243" cy="21367"/>
            </a:xfrm>
            <a:custGeom>
              <a:rect b="b" l="l" r="r" t="t"/>
              <a:pathLst>
                <a:path extrusionOk="0" h="564" w="1379">
                  <a:moveTo>
                    <a:pt x="684" y="1"/>
                  </a:moveTo>
                  <a:cubicBezTo>
                    <a:pt x="461" y="1"/>
                    <a:pt x="248" y="81"/>
                    <a:pt x="82" y="229"/>
                  </a:cubicBezTo>
                  <a:cubicBezTo>
                    <a:pt x="7" y="297"/>
                    <a:pt x="0" y="414"/>
                    <a:pt x="68" y="490"/>
                  </a:cubicBezTo>
                  <a:cubicBezTo>
                    <a:pt x="105" y="531"/>
                    <a:pt x="155" y="552"/>
                    <a:pt x="206" y="552"/>
                  </a:cubicBezTo>
                  <a:cubicBezTo>
                    <a:pt x="249" y="552"/>
                    <a:pt x="293" y="536"/>
                    <a:pt x="328" y="505"/>
                  </a:cubicBezTo>
                  <a:cubicBezTo>
                    <a:pt x="427" y="417"/>
                    <a:pt x="552" y="369"/>
                    <a:pt x="683" y="369"/>
                  </a:cubicBezTo>
                  <a:cubicBezTo>
                    <a:pt x="819" y="369"/>
                    <a:pt x="949" y="421"/>
                    <a:pt x="1049" y="514"/>
                  </a:cubicBezTo>
                  <a:cubicBezTo>
                    <a:pt x="1084" y="547"/>
                    <a:pt x="1129" y="563"/>
                    <a:pt x="1174" y="563"/>
                  </a:cubicBezTo>
                  <a:cubicBezTo>
                    <a:pt x="1223" y="563"/>
                    <a:pt x="1273" y="543"/>
                    <a:pt x="1310" y="506"/>
                  </a:cubicBezTo>
                  <a:cubicBezTo>
                    <a:pt x="1379" y="431"/>
                    <a:pt x="1374" y="315"/>
                    <a:pt x="1301" y="246"/>
                  </a:cubicBezTo>
                  <a:cubicBezTo>
                    <a:pt x="1134" y="89"/>
                    <a:pt x="915" y="1"/>
                    <a:pt x="6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71"/>
            <p:cNvSpPr/>
            <p:nvPr/>
          </p:nvSpPr>
          <p:spPr>
            <a:xfrm>
              <a:off x="8144386" y="749256"/>
              <a:ext cx="93424" cy="29588"/>
            </a:xfrm>
            <a:custGeom>
              <a:rect b="b" l="l" r="r" t="t"/>
              <a:pathLst>
                <a:path extrusionOk="0" h="781" w="2466">
                  <a:moveTo>
                    <a:pt x="1220" y="0"/>
                  </a:moveTo>
                  <a:cubicBezTo>
                    <a:pt x="800" y="0"/>
                    <a:pt x="397" y="155"/>
                    <a:pt x="84" y="434"/>
                  </a:cubicBezTo>
                  <a:cubicBezTo>
                    <a:pt x="7" y="502"/>
                    <a:pt x="1" y="618"/>
                    <a:pt x="69" y="694"/>
                  </a:cubicBezTo>
                  <a:cubicBezTo>
                    <a:pt x="104" y="734"/>
                    <a:pt x="154" y="755"/>
                    <a:pt x="204" y="755"/>
                  </a:cubicBezTo>
                  <a:cubicBezTo>
                    <a:pt x="248" y="755"/>
                    <a:pt x="291" y="739"/>
                    <a:pt x="327" y="708"/>
                  </a:cubicBezTo>
                  <a:cubicBezTo>
                    <a:pt x="572" y="490"/>
                    <a:pt x="889" y="368"/>
                    <a:pt x="1219" y="368"/>
                  </a:cubicBezTo>
                  <a:cubicBezTo>
                    <a:pt x="1560" y="368"/>
                    <a:pt x="1885" y="497"/>
                    <a:pt x="2135" y="730"/>
                  </a:cubicBezTo>
                  <a:cubicBezTo>
                    <a:pt x="2170" y="765"/>
                    <a:pt x="2216" y="780"/>
                    <a:pt x="2261" y="780"/>
                  </a:cubicBezTo>
                  <a:cubicBezTo>
                    <a:pt x="2310" y="780"/>
                    <a:pt x="2358" y="760"/>
                    <a:pt x="2395" y="723"/>
                  </a:cubicBezTo>
                  <a:cubicBezTo>
                    <a:pt x="2465" y="648"/>
                    <a:pt x="2461" y="532"/>
                    <a:pt x="2388" y="462"/>
                  </a:cubicBezTo>
                  <a:cubicBezTo>
                    <a:pt x="2069" y="163"/>
                    <a:pt x="1655" y="0"/>
                    <a:pt x="12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71"/>
            <p:cNvSpPr/>
            <p:nvPr/>
          </p:nvSpPr>
          <p:spPr>
            <a:xfrm>
              <a:off x="8006333" y="846052"/>
              <a:ext cx="368659" cy="229659"/>
            </a:xfrm>
            <a:custGeom>
              <a:rect b="b" l="l" r="r" t="t"/>
              <a:pathLst>
                <a:path extrusionOk="0" h="6062" w="9731">
                  <a:moveTo>
                    <a:pt x="9257" y="363"/>
                  </a:moveTo>
                  <a:cubicBezTo>
                    <a:pt x="9319" y="363"/>
                    <a:pt x="9372" y="414"/>
                    <a:pt x="9372" y="478"/>
                  </a:cubicBezTo>
                  <a:lnTo>
                    <a:pt x="9372" y="5555"/>
                  </a:lnTo>
                  <a:cubicBezTo>
                    <a:pt x="9370" y="5618"/>
                    <a:pt x="9319" y="5670"/>
                    <a:pt x="9257" y="5670"/>
                  </a:cubicBezTo>
                  <a:lnTo>
                    <a:pt x="476" y="5670"/>
                  </a:lnTo>
                  <a:cubicBezTo>
                    <a:pt x="413" y="5670"/>
                    <a:pt x="361" y="5619"/>
                    <a:pt x="361" y="5556"/>
                  </a:cubicBezTo>
                  <a:lnTo>
                    <a:pt x="361" y="477"/>
                  </a:lnTo>
                  <a:cubicBezTo>
                    <a:pt x="361" y="414"/>
                    <a:pt x="413" y="363"/>
                    <a:pt x="476" y="363"/>
                  </a:cubicBezTo>
                  <a:close/>
                  <a:moveTo>
                    <a:pt x="483" y="1"/>
                  </a:moveTo>
                  <a:cubicBezTo>
                    <a:pt x="216" y="1"/>
                    <a:pt x="0" y="216"/>
                    <a:pt x="0" y="483"/>
                  </a:cubicBezTo>
                  <a:lnTo>
                    <a:pt x="0" y="5579"/>
                  </a:lnTo>
                  <a:cubicBezTo>
                    <a:pt x="0" y="5846"/>
                    <a:pt x="216" y="6062"/>
                    <a:pt x="483" y="6062"/>
                  </a:cubicBezTo>
                  <a:lnTo>
                    <a:pt x="9248" y="6062"/>
                  </a:lnTo>
                  <a:cubicBezTo>
                    <a:pt x="9515" y="6062"/>
                    <a:pt x="9731" y="5846"/>
                    <a:pt x="9731" y="5579"/>
                  </a:cubicBezTo>
                  <a:lnTo>
                    <a:pt x="9731" y="484"/>
                  </a:lnTo>
                  <a:cubicBezTo>
                    <a:pt x="9730" y="217"/>
                    <a:pt x="9514" y="1"/>
                    <a:pt x="9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71"/>
            <p:cNvSpPr/>
            <p:nvPr/>
          </p:nvSpPr>
          <p:spPr>
            <a:xfrm>
              <a:off x="7952725" y="812524"/>
              <a:ext cx="476707" cy="341344"/>
            </a:xfrm>
            <a:custGeom>
              <a:rect b="b" l="l" r="r" t="t"/>
              <a:pathLst>
                <a:path extrusionOk="0" h="9010" w="12583">
                  <a:moveTo>
                    <a:pt x="7411" y="7799"/>
                  </a:moveTo>
                  <a:lnTo>
                    <a:pt x="7411" y="7846"/>
                  </a:lnTo>
                  <a:cubicBezTo>
                    <a:pt x="7411" y="7948"/>
                    <a:pt x="7330" y="8029"/>
                    <a:pt x="7229" y="8029"/>
                  </a:cubicBezTo>
                  <a:lnTo>
                    <a:pt x="5364" y="8029"/>
                  </a:lnTo>
                  <a:cubicBezTo>
                    <a:pt x="5263" y="8029"/>
                    <a:pt x="5181" y="7948"/>
                    <a:pt x="5181" y="7846"/>
                  </a:cubicBezTo>
                  <a:lnTo>
                    <a:pt x="5181" y="7799"/>
                  </a:lnTo>
                  <a:close/>
                  <a:moveTo>
                    <a:pt x="12062" y="7798"/>
                  </a:moveTo>
                  <a:cubicBezTo>
                    <a:pt x="12128" y="7798"/>
                    <a:pt x="12182" y="7852"/>
                    <a:pt x="12182" y="7918"/>
                  </a:cubicBezTo>
                  <a:cubicBezTo>
                    <a:pt x="12185" y="8304"/>
                    <a:pt x="11871" y="8618"/>
                    <a:pt x="11484" y="8618"/>
                  </a:cubicBezTo>
                  <a:lnTo>
                    <a:pt x="1120" y="8618"/>
                  </a:lnTo>
                  <a:cubicBezTo>
                    <a:pt x="733" y="8618"/>
                    <a:pt x="419" y="8304"/>
                    <a:pt x="419" y="7918"/>
                  </a:cubicBezTo>
                  <a:cubicBezTo>
                    <a:pt x="419" y="7852"/>
                    <a:pt x="472" y="7798"/>
                    <a:pt x="538" y="7798"/>
                  </a:cubicBezTo>
                  <a:lnTo>
                    <a:pt x="4820" y="7798"/>
                  </a:lnTo>
                  <a:lnTo>
                    <a:pt x="4820" y="7837"/>
                  </a:lnTo>
                  <a:cubicBezTo>
                    <a:pt x="4820" y="8141"/>
                    <a:pt x="5066" y="8387"/>
                    <a:pt x="5370" y="8387"/>
                  </a:cubicBezTo>
                  <a:lnTo>
                    <a:pt x="7218" y="8387"/>
                  </a:lnTo>
                  <a:cubicBezTo>
                    <a:pt x="7522" y="8387"/>
                    <a:pt x="7768" y="8141"/>
                    <a:pt x="7768" y="7837"/>
                  </a:cubicBezTo>
                  <a:lnTo>
                    <a:pt x="7768" y="7798"/>
                  </a:lnTo>
                  <a:close/>
                  <a:moveTo>
                    <a:pt x="1466" y="1"/>
                  </a:moveTo>
                  <a:cubicBezTo>
                    <a:pt x="1004" y="1"/>
                    <a:pt x="628" y="374"/>
                    <a:pt x="628" y="838"/>
                  </a:cubicBezTo>
                  <a:lnTo>
                    <a:pt x="628" y="6968"/>
                  </a:lnTo>
                  <a:cubicBezTo>
                    <a:pt x="628" y="7142"/>
                    <a:pt x="682" y="7303"/>
                    <a:pt x="772" y="7438"/>
                  </a:cubicBezTo>
                  <a:lnTo>
                    <a:pt x="488" y="7438"/>
                  </a:lnTo>
                  <a:cubicBezTo>
                    <a:pt x="488" y="7438"/>
                    <a:pt x="0" y="7654"/>
                    <a:pt x="0" y="7923"/>
                  </a:cubicBezTo>
                  <a:cubicBezTo>
                    <a:pt x="0" y="8515"/>
                    <a:pt x="482" y="8996"/>
                    <a:pt x="1074" y="9010"/>
                  </a:cubicBezTo>
                  <a:lnTo>
                    <a:pt x="11509" y="9010"/>
                  </a:lnTo>
                  <a:cubicBezTo>
                    <a:pt x="12101" y="8996"/>
                    <a:pt x="12583" y="8515"/>
                    <a:pt x="12583" y="7923"/>
                  </a:cubicBezTo>
                  <a:cubicBezTo>
                    <a:pt x="12583" y="7653"/>
                    <a:pt x="12364" y="7434"/>
                    <a:pt x="12094" y="7434"/>
                  </a:cubicBezTo>
                  <a:lnTo>
                    <a:pt x="12094" y="7438"/>
                  </a:lnTo>
                  <a:lnTo>
                    <a:pt x="11803" y="7438"/>
                  </a:lnTo>
                  <a:cubicBezTo>
                    <a:pt x="11893" y="7301"/>
                    <a:pt x="11946" y="7139"/>
                    <a:pt x="11934" y="6965"/>
                  </a:cubicBezTo>
                  <a:lnTo>
                    <a:pt x="11934" y="6067"/>
                  </a:lnTo>
                  <a:cubicBezTo>
                    <a:pt x="11947" y="5965"/>
                    <a:pt x="11865" y="5883"/>
                    <a:pt x="11763" y="5883"/>
                  </a:cubicBezTo>
                  <a:cubicBezTo>
                    <a:pt x="11661" y="5883"/>
                    <a:pt x="11573" y="6067"/>
                    <a:pt x="11573" y="6067"/>
                  </a:cubicBezTo>
                  <a:lnTo>
                    <a:pt x="11573" y="6970"/>
                  </a:lnTo>
                  <a:cubicBezTo>
                    <a:pt x="11573" y="7228"/>
                    <a:pt x="11364" y="7438"/>
                    <a:pt x="11104" y="7438"/>
                  </a:cubicBezTo>
                  <a:lnTo>
                    <a:pt x="1460" y="7438"/>
                  </a:lnTo>
                  <a:cubicBezTo>
                    <a:pt x="1200" y="7438"/>
                    <a:pt x="991" y="7228"/>
                    <a:pt x="991" y="6970"/>
                  </a:cubicBezTo>
                  <a:lnTo>
                    <a:pt x="991" y="864"/>
                  </a:lnTo>
                  <a:cubicBezTo>
                    <a:pt x="991" y="604"/>
                    <a:pt x="1200" y="394"/>
                    <a:pt x="1460" y="394"/>
                  </a:cubicBezTo>
                  <a:lnTo>
                    <a:pt x="11382" y="394"/>
                  </a:lnTo>
                  <a:cubicBezTo>
                    <a:pt x="11488" y="394"/>
                    <a:pt x="11573" y="479"/>
                    <a:pt x="11573" y="586"/>
                  </a:cubicBezTo>
                  <a:lnTo>
                    <a:pt x="11573" y="5281"/>
                  </a:lnTo>
                  <a:cubicBezTo>
                    <a:pt x="11573" y="5304"/>
                    <a:pt x="11583" y="5325"/>
                    <a:pt x="11598" y="5339"/>
                  </a:cubicBezTo>
                  <a:cubicBezTo>
                    <a:pt x="11650" y="5388"/>
                    <a:pt x="11704" y="5408"/>
                    <a:pt x="11754" y="5408"/>
                  </a:cubicBezTo>
                  <a:cubicBezTo>
                    <a:pt x="11853" y="5408"/>
                    <a:pt x="11934" y="5326"/>
                    <a:pt x="11934" y="5224"/>
                  </a:cubicBezTo>
                  <a:lnTo>
                    <a:pt x="11934" y="838"/>
                  </a:lnTo>
                  <a:cubicBezTo>
                    <a:pt x="11934" y="377"/>
                    <a:pt x="11559" y="1"/>
                    <a:pt x="1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71"/>
            <p:cNvSpPr/>
            <p:nvPr/>
          </p:nvSpPr>
          <p:spPr>
            <a:xfrm>
              <a:off x="8039747" y="885756"/>
              <a:ext cx="301716" cy="144266"/>
            </a:xfrm>
            <a:custGeom>
              <a:rect b="b" l="l" r="r" t="t"/>
              <a:pathLst>
                <a:path extrusionOk="0" h="3808" w="7964">
                  <a:moveTo>
                    <a:pt x="7603" y="1410"/>
                  </a:moveTo>
                  <a:lnTo>
                    <a:pt x="7603" y="2721"/>
                  </a:lnTo>
                  <a:lnTo>
                    <a:pt x="6998" y="2721"/>
                  </a:lnTo>
                  <a:cubicBezTo>
                    <a:pt x="6825" y="2721"/>
                    <a:pt x="6685" y="2860"/>
                    <a:pt x="6685" y="3033"/>
                  </a:cubicBezTo>
                  <a:lnTo>
                    <a:pt x="6685" y="3397"/>
                  </a:lnTo>
                  <a:lnTo>
                    <a:pt x="5885" y="2785"/>
                  </a:lnTo>
                  <a:cubicBezTo>
                    <a:pt x="5832" y="2743"/>
                    <a:pt x="5763" y="2721"/>
                    <a:pt x="5695" y="2721"/>
                  </a:cubicBezTo>
                  <a:lnTo>
                    <a:pt x="2917" y="2721"/>
                  </a:lnTo>
                  <a:lnTo>
                    <a:pt x="2917" y="1410"/>
                  </a:lnTo>
                  <a:close/>
                  <a:moveTo>
                    <a:pt x="313" y="1"/>
                  </a:moveTo>
                  <a:cubicBezTo>
                    <a:pt x="140" y="1"/>
                    <a:pt x="1" y="141"/>
                    <a:pt x="1" y="314"/>
                  </a:cubicBezTo>
                  <a:lnTo>
                    <a:pt x="1" y="1720"/>
                  </a:lnTo>
                  <a:cubicBezTo>
                    <a:pt x="1" y="1893"/>
                    <a:pt x="140" y="2033"/>
                    <a:pt x="313" y="2033"/>
                  </a:cubicBezTo>
                  <a:lnTo>
                    <a:pt x="918" y="2033"/>
                  </a:lnTo>
                  <a:lnTo>
                    <a:pt x="918" y="2436"/>
                  </a:lnTo>
                  <a:cubicBezTo>
                    <a:pt x="918" y="2552"/>
                    <a:pt x="977" y="2665"/>
                    <a:pt x="1080" y="2720"/>
                  </a:cubicBezTo>
                  <a:cubicBezTo>
                    <a:pt x="1128" y="2746"/>
                    <a:pt x="1181" y="2760"/>
                    <a:pt x="1234" y="2760"/>
                  </a:cubicBezTo>
                  <a:cubicBezTo>
                    <a:pt x="1302" y="2760"/>
                    <a:pt x="1369" y="2738"/>
                    <a:pt x="1424" y="2696"/>
                  </a:cubicBezTo>
                  <a:lnTo>
                    <a:pt x="2305" y="2032"/>
                  </a:lnTo>
                  <a:lnTo>
                    <a:pt x="2556" y="2032"/>
                  </a:lnTo>
                  <a:lnTo>
                    <a:pt x="2556" y="2767"/>
                  </a:lnTo>
                  <a:cubicBezTo>
                    <a:pt x="2556" y="2940"/>
                    <a:pt x="2696" y="3080"/>
                    <a:pt x="2869" y="3080"/>
                  </a:cubicBezTo>
                  <a:lnTo>
                    <a:pt x="5702" y="3080"/>
                  </a:lnTo>
                  <a:lnTo>
                    <a:pt x="6575" y="3743"/>
                  </a:lnTo>
                  <a:cubicBezTo>
                    <a:pt x="6632" y="3785"/>
                    <a:pt x="6697" y="3807"/>
                    <a:pt x="6765" y="3807"/>
                  </a:cubicBezTo>
                  <a:cubicBezTo>
                    <a:pt x="6817" y="3807"/>
                    <a:pt x="6872" y="3793"/>
                    <a:pt x="6920" y="3766"/>
                  </a:cubicBezTo>
                  <a:cubicBezTo>
                    <a:pt x="7020" y="3710"/>
                    <a:pt x="7078" y="3600"/>
                    <a:pt x="7078" y="3483"/>
                  </a:cubicBezTo>
                  <a:lnTo>
                    <a:pt x="7078" y="3080"/>
                  </a:lnTo>
                  <a:lnTo>
                    <a:pt x="7650" y="3080"/>
                  </a:lnTo>
                  <a:cubicBezTo>
                    <a:pt x="7823" y="3080"/>
                    <a:pt x="7963" y="2940"/>
                    <a:pt x="7963" y="2767"/>
                  </a:cubicBezTo>
                  <a:lnTo>
                    <a:pt x="7963" y="1360"/>
                  </a:lnTo>
                  <a:cubicBezTo>
                    <a:pt x="7964" y="1189"/>
                    <a:pt x="7825" y="1050"/>
                    <a:pt x="7653" y="1050"/>
                  </a:cubicBezTo>
                  <a:lnTo>
                    <a:pt x="5442" y="1050"/>
                  </a:lnTo>
                  <a:lnTo>
                    <a:pt x="5442" y="193"/>
                  </a:lnTo>
                  <a:cubicBezTo>
                    <a:pt x="5442" y="88"/>
                    <a:pt x="5356" y="1"/>
                    <a:pt x="5250" y="1"/>
                  </a:cubicBezTo>
                  <a:lnTo>
                    <a:pt x="2177" y="1"/>
                  </a:lnTo>
                  <a:cubicBezTo>
                    <a:pt x="2142" y="1"/>
                    <a:pt x="2107" y="17"/>
                    <a:pt x="2084" y="46"/>
                  </a:cubicBezTo>
                  <a:cubicBezTo>
                    <a:pt x="1968" y="196"/>
                    <a:pt x="2072" y="361"/>
                    <a:pt x="2214" y="361"/>
                  </a:cubicBezTo>
                  <a:lnTo>
                    <a:pt x="5080" y="361"/>
                  </a:lnTo>
                  <a:lnTo>
                    <a:pt x="5080" y="1050"/>
                  </a:lnTo>
                  <a:lnTo>
                    <a:pt x="2871" y="1050"/>
                  </a:lnTo>
                  <a:cubicBezTo>
                    <a:pt x="2698" y="1050"/>
                    <a:pt x="2558" y="1190"/>
                    <a:pt x="2558" y="1363"/>
                  </a:cubicBezTo>
                  <a:lnTo>
                    <a:pt x="2558" y="1672"/>
                  </a:lnTo>
                  <a:lnTo>
                    <a:pt x="2276" y="1672"/>
                  </a:lnTo>
                  <a:cubicBezTo>
                    <a:pt x="2208" y="1672"/>
                    <a:pt x="2140" y="1695"/>
                    <a:pt x="2085" y="1735"/>
                  </a:cubicBezTo>
                  <a:lnTo>
                    <a:pt x="1280" y="2347"/>
                  </a:lnTo>
                  <a:lnTo>
                    <a:pt x="1280" y="1985"/>
                  </a:lnTo>
                  <a:cubicBezTo>
                    <a:pt x="1280" y="1812"/>
                    <a:pt x="1139" y="1672"/>
                    <a:pt x="967" y="1672"/>
                  </a:cubicBezTo>
                  <a:lnTo>
                    <a:pt x="362" y="1672"/>
                  </a:lnTo>
                  <a:lnTo>
                    <a:pt x="362" y="361"/>
                  </a:lnTo>
                  <a:lnTo>
                    <a:pt x="1258" y="361"/>
                  </a:lnTo>
                  <a:cubicBezTo>
                    <a:pt x="1353" y="361"/>
                    <a:pt x="1438" y="292"/>
                    <a:pt x="1446" y="198"/>
                  </a:cubicBezTo>
                  <a:cubicBezTo>
                    <a:pt x="1455" y="90"/>
                    <a:pt x="1371" y="1"/>
                    <a:pt x="12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35" name="Google Shape;3035;p71"/>
          <p:cNvGrpSpPr/>
          <p:nvPr/>
        </p:nvGrpSpPr>
        <p:grpSpPr>
          <a:xfrm>
            <a:off x="7015727" y="1322652"/>
            <a:ext cx="449761" cy="431968"/>
            <a:chOff x="7163051" y="722585"/>
            <a:chExt cx="476896" cy="458030"/>
          </a:xfrm>
        </p:grpSpPr>
        <p:sp>
          <p:nvSpPr>
            <p:cNvPr id="3036" name="Google Shape;3036;p71"/>
            <p:cNvSpPr/>
            <p:nvPr/>
          </p:nvSpPr>
          <p:spPr>
            <a:xfrm>
              <a:off x="7163051" y="722585"/>
              <a:ext cx="476896" cy="458030"/>
            </a:xfrm>
            <a:custGeom>
              <a:rect b="b" l="l" r="r" t="t"/>
              <a:pathLst>
                <a:path extrusionOk="0" h="12090" w="12588">
                  <a:moveTo>
                    <a:pt x="10624" y="359"/>
                  </a:moveTo>
                  <a:cubicBezTo>
                    <a:pt x="10640" y="359"/>
                    <a:pt x="10653" y="373"/>
                    <a:pt x="10653" y="389"/>
                  </a:cubicBezTo>
                  <a:lnTo>
                    <a:pt x="10653" y="1014"/>
                  </a:lnTo>
                  <a:lnTo>
                    <a:pt x="1938" y="1014"/>
                  </a:lnTo>
                  <a:lnTo>
                    <a:pt x="1938" y="389"/>
                  </a:lnTo>
                  <a:cubicBezTo>
                    <a:pt x="1938" y="374"/>
                    <a:pt x="1952" y="359"/>
                    <a:pt x="1968" y="359"/>
                  </a:cubicBezTo>
                  <a:close/>
                  <a:moveTo>
                    <a:pt x="1577" y="2850"/>
                  </a:moveTo>
                  <a:lnTo>
                    <a:pt x="1577" y="8748"/>
                  </a:lnTo>
                  <a:lnTo>
                    <a:pt x="1217" y="8748"/>
                  </a:lnTo>
                  <a:lnTo>
                    <a:pt x="1217" y="2914"/>
                  </a:lnTo>
                  <a:cubicBezTo>
                    <a:pt x="1217" y="2878"/>
                    <a:pt x="1245" y="2850"/>
                    <a:pt x="1281" y="2850"/>
                  </a:cubicBezTo>
                  <a:close/>
                  <a:moveTo>
                    <a:pt x="10653" y="1408"/>
                  </a:moveTo>
                  <a:lnTo>
                    <a:pt x="10653" y="8748"/>
                  </a:lnTo>
                  <a:lnTo>
                    <a:pt x="1938" y="8748"/>
                  </a:lnTo>
                  <a:lnTo>
                    <a:pt x="1938" y="1408"/>
                  </a:lnTo>
                  <a:close/>
                  <a:moveTo>
                    <a:pt x="11942" y="1998"/>
                  </a:moveTo>
                  <a:cubicBezTo>
                    <a:pt x="12100" y="1998"/>
                    <a:pt x="12229" y="2126"/>
                    <a:pt x="12229" y="2285"/>
                  </a:cubicBezTo>
                  <a:lnTo>
                    <a:pt x="12229" y="8748"/>
                  </a:lnTo>
                  <a:lnTo>
                    <a:pt x="11734" y="8748"/>
                  </a:lnTo>
                  <a:lnTo>
                    <a:pt x="11734" y="4156"/>
                  </a:lnTo>
                  <a:cubicBezTo>
                    <a:pt x="11734" y="4069"/>
                    <a:pt x="11677" y="3988"/>
                    <a:pt x="11591" y="3971"/>
                  </a:cubicBezTo>
                  <a:cubicBezTo>
                    <a:pt x="11578" y="3968"/>
                    <a:pt x="11566" y="3967"/>
                    <a:pt x="11554" y="3967"/>
                  </a:cubicBezTo>
                  <a:cubicBezTo>
                    <a:pt x="11455" y="3967"/>
                    <a:pt x="11375" y="4050"/>
                    <a:pt x="11375" y="4151"/>
                  </a:cubicBezTo>
                  <a:lnTo>
                    <a:pt x="11375" y="8747"/>
                  </a:lnTo>
                  <a:lnTo>
                    <a:pt x="11015" y="8747"/>
                  </a:lnTo>
                  <a:lnTo>
                    <a:pt x="11015" y="2849"/>
                  </a:lnTo>
                  <a:lnTo>
                    <a:pt x="11312" y="2849"/>
                  </a:lnTo>
                  <a:cubicBezTo>
                    <a:pt x="11347" y="2849"/>
                    <a:pt x="11376" y="2877"/>
                    <a:pt x="11376" y="2913"/>
                  </a:cubicBezTo>
                  <a:lnTo>
                    <a:pt x="11376" y="3278"/>
                  </a:lnTo>
                  <a:cubicBezTo>
                    <a:pt x="11376" y="3365"/>
                    <a:pt x="11434" y="3446"/>
                    <a:pt x="11520" y="3464"/>
                  </a:cubicBezTo>
                  <a:cubicBezTo>
                    <a:pt x="11532" y="3466"/>
                    <a:pt x="11545" y="3468"/>
                    <a:pt x="11557" y="3468"/>
                  </a:cubicBezTo>
                  <a:cubicBezTo>
                    <a:pt x="11656" y="3468"/>
                    <a:pt x="11737" y="3384"/>
                    <a:pt x="11737" y="3283"/>
                  </a:cubicBezTo>
                  <a:lnTo>
                    <a:pt x="11737" y="2922"/>
                  </a:lnTo>
                  <a:cubicBezTo>
                    <a:pt x="11737" y="2683"/>
                    <a:pt x="11544" y="2489"/>
                    <a:pt x="11304" y="2489"/>
                  </a:cubicBezTo>
                  <a:lnTo>
                    <a:pt x="11016" y="2489"/>
                  </a:lnTo>
                  <a:lnTo>
                    <a:pt x="11016" y="1998"/>
                  </a:lnTo>
                  <a:close/>
                  <a:moveTo>
                    <a:pt x="12225" y="9108"/>
                  </a:moveTo>
                  <a:lnTo>
                    <a:pt x="12225" y="9674"/>
                  </a:lnTo>
                  <a:cubicBezTo>
                    <a:pt x="12225" y="9832"/>
                    <a:pt x="12098" y="9961"/>
                    <a:pt x="11941" y="9961"/>
                  </a:cubicBezTo>
                  <a:lnTo>
                    <a:pt x="651" y="9961"/>
                  </a:lnTo>
                  <a:cubicBezTo>
                    <a:pt x="493" y="9961"/>
                    <a:pt x="364" y="9832"/>
                    <a:pt x="364" y="9674"/>
                  </a:cubicBezTo>
                  <a:lnTo>
                    <a:pt x="364" y="9108"/>
                  </a:lnTo>
                  <a:close/>
                  <a:moveTo>
                    <a:pt x="7026" y="10320"/>
                  </a:moveTo>
                  <a:cubicBezTo>
                    <a:pt x="7076" y="10611"/>
                    <a:pt x="7197" y="11239"/>
                    <a:pt x="7409" y="11728"/>
                  </a:cubicBezTo>
                  <a:lnTo>
                    <a:pt x="5172" y="11728"/>
                  </a:lnTo>
                  <a:cubicBezTo>
                    <a:pt x="5382" y="11239"/>
                    <a:pt x="5505" y="10611"/>
                    <a:pt x="5553" y="10320"/>
                  </a:cubicBezTo>
                  <a:close/>
                  <a:moveTo>
                    <a:pt x="1976" y="0"/>
                  </a:moveTo>
                  <a:cubicBezTo>
                    <a:pt x="1817" y="0"/>
                    <a:pt x="1680" y="95"/>
                    <a:pt x="1617" y="229"/>
                  </a:cubicBezTo>
                  <a:cubicBezTo>
                    <a:pt x="1593" y="280"/>
                    <a:pt x="1579" y="337"/>
                    <a:pt x="1579" y="399"/>
                  </a:cubicBezTo>
                  <a:lnTo>
                    <a:pt x="1579" y="1639"/>
                  </a:lnTo>
                  <a:lnTo>
                    <a:pt x="198" y="1639"/>
                  </a:lnTo>
                  <a:cubicBezTo>
                    <a:pt x="92" y="1639"/>
                    <a:pt x="7" y="1725"/>
                    <a:pt x="7" y="1830"/>
                  </a:cubicBezTo>
                  <a:lnTo>
                    <a:pt x="7" y="7457"/>
                  </a:lnTo>
                  <a:cubicBezTo>
                    <a:pt x="7" y="7471"/>
                    <a:pt x="12" y="7485"/>
                    <a:pt x="22" y="7495"/>
                  </a:cubicBezTo>
                  <a:cubicBezTo>
                    <a:pt x="76" y="7551"/>
                    <a:pt x="134" y="7575"/>
                    <a:pt x="187" y="7575"/>
                  </a:cubicBezTo>
                  <a:cubicBezTo>
                    <a:pt x="286" y="7575"/>
                    <a:pt x="367" y="7492"/>
                    <a:pt x="367" y="7390"/>
                  </a:cubicBezTo>
                  <a:lnTo>
                    <a:pt x="367" y="2285"/>
                  </a:lnTo>
                  <a:cubicBezTo>
                    <a:pt x="367" y="2126"/>
                    <a:pt x="495" y="1998"/>
                    <a:pt x="653" y="1998"/>
                  </a:cubicBezTo>
                  <a:lnTo>
                    <a:pt x="1579" y="1998"/>
                  </a:lnTo>
                  <a:lnTo>
                    <a:pt x="1579" y="2489"/>
                  </a:lnTo>
                  <a:lnTo>
                    <a:pt x="1259" y="2489"/>
                  </a:lnTo>
                  <a:cubicBezTo>
                    <a:pt x="1019" y="2489"/>
                    <a:pt x="825" y="2683"/>
                    <a:pt x="825" y="2922"/>
                  </a:cubicBezTo>
                  <a:lnTo>
                    <a:pt x="825" y="8748"/>
                  </a:lnTo>
                  <a:lnTo>
                    <a:pt x="367" y="8748"/>
                  </a:lnTo>
                  <a:lnTo>
                    <a:pt x="367" y="8246"/>
                  </a:lnTo>
                  <a:cubicBezTo>
                    <a:pt x="367" y="8246"/>
                    <a:pt x="287" y="8062"/>
                    <a:pt x="185" y="8062"/>
                  </a:cubicBezTo>
                  <a:cubicBezTo>
                    <a:pt x="83" y="8062"/>
                    <a:pt x="1" y="8144"/>
                    <a:pt x="5" y="8246"/>
                  </a:cubicBezTo>
                  <a:lnTo>
                    <a:pt x="5" y="9674"/>
                  </a:lnTo>
                  <a:cubicBezTo>
                    <a:pt x="1" y="10030"/>
                    <a:pt x="285" y="10320"/>
                    <a:pt x="640" y="10320"/>
                  </a:cubicBezTo>
                  <a:cubicBezTo>
                    <a:pt x="645" y="10320"/>
                    <a:pt x="650" y="10320"/>
                    <a:pt x="655" y="10320"/>
                  </a:cubicBezTo>
                  <a:lnTo>
                    <a:pt x="5180" y="10320"/>
                  </a:lnTo>
                  <a:cubicBezTo>
                    <a:pt x="5120" y="10660"/>
                    <a:pt x="4764" y="11728"/>
                    <a:pt x="4764" y="11728"/>
                  </a:cubicBezTo>
                  <a:lnTo>
                    <a:pt x="3745" y="11728"/>
                  </a:lnTo>
                  <a:cubicBezTo>
                    <a:pt x="3657" y="11728"/>
                    <a:pt x="3575" y="11786"/>
                    <a:pt x="3559" y="11873"/>
                  </a:cubicBezTo>
                  <a:cubicBezTo>
                    <a:pt x="3536" y="11988"/>
                    <a:pt x="3626" y="12090"/>
                    <a:pt x="3739" y="12090"/>
                  </a:cubicBezTo>
                  <a:lnTo>
                    <a:pt x="8836" y="12090"/>
                  </a:lnTo>
                  <a:cubicBezTo>
                    <a:pt x="8932" y="12090"/>
                    <a:pt x="9016" y="12021"/>
                    <a:pt x="9026" y="11926"/>
                  </a:cubicBezTo>
                  <a:cubicBezTo>
                    <a:pt x="9035" y="11820"/>
                    <a:pt x="8949" y="11731"/>
                    <a:pt x="8843" y="11731"/>
                  </a:cubicBezTo>
                  <a:lnTo>
                    <a:pt x="7818" y="11731"/>
                  </a:lnTo>
                  <a:cubicBezTo>
                    <a:pt x="7598" y="11307"/>
                    <a:pt x="7462" y="10654"/>
                    <a:pt x="7405" y="10322"/>
                  </a:cubicBezTo>
                  <a:lnTo>
                    <a:pt x="11933" y="10322"/>
                  </a:lnTo>
                  <a:cubicBezTo>
                    <a:pt x="12295" y="10322"/>
                    <a:pt x="12588" y="10029"/>
                    <a:pt x="12588" y="9667"/>
                  </a:cubicBezTo>
                  <a:lnTo>
                    <a:pt x="12588" y="2294"/>
                  </a:lnTo>
                  <a:cubicBezTo>
                    <a:pt x="12586" y="1931"/>
                    <a:pt x="12292" y="1637"/>
                    <a:pt x="11932" y="1637"/>
                  </a:cubicBezTo>
                  <a:lnTo>
                    <a:pt x="11014" y="1637"/>
                  </a:lnTo>
                  <a:lnTo>
                    <a:pt x="11014" y="398"/>
                  </a:lnTo>
                  <a:cubicBezTo>
                    <a:pt x="11014" y="324"/>
                    <a:pt x="10993" y="255"/>
                    <a:pt x="10958" y="196"/>
                  </a:cubicBezTo>
                  <a:cubicBezTo>
                    <a:pt x="10889" y="79"/>
                    <a:pt x="10762" y="0"/>
                    <a:pt x="106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71"/>
            <p:cNvSpPr/>
            <p:nvPr/>
          </p:nvSpPr>
          <p:spPr>
            <a:xfrm>
              <a:off x="7293678" y="846961"/>
              <a:ext cx="119451" cy="135439"/>
            </a:xfrm>
            <a:custGeom>
              <a:rect b="b" l="l" r="r" t="t"/>
              <a:pathLst>
                <a:path extrusionOk="0" h="3575" w="3153">
                  <a:moveTo>
                    <a:pt x="1786" y="367"/>
                  </a:moveTo>
                  <a:cubicBezTo>
                    <a:pt x="2070" y="367"/>
                    <a:pt x="2346" y="451"/>
                    <a:pt x="2580" y="609"/>
                  </a:cubicBezTo>
                  <a:cubicBezTo>
                    <a:pt x="2636" y="647"/>
                    <a:pt x="2649" y="716"/>
                    <a:pt x="2612" y="773"/>
                  </a:cubicBezTo>
                  <a:cubicBezTo>
                    <a:pt x="2589" y="806"/>
                    <a:pt x="2552" y="824"/>
                    <a:pt x="2513" y="824"/>
                  </a:cubicBezTo>
                  <a:cubicBezTo>
                    <a:pt x="2491" y="824"/>
                    <a:pt x="2468" y="818"/>
                    <a:pt x="2447" y="804"/>
                  </a:cubicBezTo>
                  <a:cubicBezTo>
                    <a:pt x="2252" y="672"/>
                    <a:pt x="2023" y="603"/>
                    <a:pt x="1786" y="603"/>
                  </a:cubicBezTo>
                  <a:cubicBezTo>
                    <a:pt x="1135" y="603"/>
                    <a:pt x="603" y="1134"/>
                    <a:pt x="603" y="1786"/>
                  </a:cubicBezTo>
                  <a:cubicBezTo>
                    <a:pt x="603" y="2438"/>
                    <a:pt x="1135" y="2970"/>
                    <a:pt x="1786" y="2970"/>
                  </a:cubicBezTo>
                  <a:cubicBezTo>
                    <a:pt x="2038" y="2970"/>
                    <a:pt x="2252" y="2892"/>
                    <a:pt x="2423" y="2741"/>
                  </a:cubicBezTo>
                  <a:cubicBezTo>
                    <a:pt x="2472" y="2696"/>
                    <a:pt x="2525" y="2609"/>
                    <a:pt x="2597" y="2601"/>
                  </a:cubicBezTo>
                  <a:cubicBezTo>
                    <a:pt x="2600" y="2601"/>
                    <a:pt x="2603" y="2601"/>
                    <a:pt x="2606" y="2601"/>
                  </a:cubicBezTo>
                  <a:cubicBezTo>
                    <a:pt x="2634" y="2601"/>
                    <a:pt x="2661" y="2610"/>
                    <a:pt x="2683" y="2630"/>
                  </a:cubicBezTo>
                  <a:cubicBezTo>
                    <a:pt x="2732" y="2671"/>
                    <a:pt x="2738" y="2746"/>
                    <a:pt x="2697" y="2795"/>
                  </a:cubicBezTo>
                  <a:cubicBezTo>
                    <a:pt x="2660" y="2839"/>
                    <a:pt x="2620" y="2879"/>
                    <a:pt x="2578" y="2918"/>
                  </a:cubicBezTo>
                  <a:cubicBezTo>
                    <a:pt x="2367" y="3106"/>
                    <a:pt x="2093" y="3206"/>
                    <a:pt x="1786" y="3206"/>
                  </a:cubicBezTo>
                  <a:cubicBezTo>
                    <a:pt x="1004" y="3206"/>
                    <a:pt x="367" y="2569"/>
                    <a:pt x="367" y="1786"/>
                  </a:cubicBezTo>
                  <a:cubicBezTo>
                    <a:pt x="367" y="1003"/>
                    <a:pt x="1004" y="367"/>
                    <a:pt x="1786" y="367"/>
                  </a:cubicBezTo>
                  <a:close/>
                  <a:moveTo>
                    <a:pt x="1787" y="1"/>
                  </a:moveTo>
                  <a:cubicBezTo>
                    <a:pt x="802" y="1"/>
                    <a:pt x="1" y="802"/>
                    <a:pt x="1" y="1787"/>
                  </a:cubicBezTo>
                  <a:cubicBezTo>
                    <a:pt x="1" y="2773"/>
                    <a:pt x="803" y="3574"/>
                    <a:pt x="1787" y="3574"/>
                  </a:cubicBezTo>
                  <a:cubicBezTo>
                    <a:pt x="2185" y="3574"/>
                    <a:pt x="2545" y="3442"/>
                    <a:pt x="2826" y="3193"/>
                  </a:cubicBezTo>
                  <a:cubicBezTo>
                    <a:pt x="2881" y="3145"/>
                    <a:pt x="2933" y="3091"/>
                    <a:pt x="2980" y="3034"/>
                  </a:cubicBezTo>
                  <a:cubicBezTo>
                    <a:pt x="3152" y="2826"/>
                    <a:pt x="3125" y="2520"/>
                    <a:pt x="2919" y="2348"/>
                  </a:cubicBezTo>
                  <a:cubicBezTo>
                    <a:pt x="2830" y="2273"/>
                    <a:pt x="2722" y="2234"/>
                    <a:pt x="2608" y="2234"/>
                  </a:cubicBezTo>
                  <a:cubicBezTo>
                    <a:pt x="2594" y="2234"/>
                    <a:pt x="2579" y="2234"/>
                    <a:pt x="2565" y="2236"/>
                  </a:cubicBezTo>
                  <a:cubicBezTo>
                    <a:pt x="2435" y="2248"/>
                    <a:pt x="2318" y="2308"/>
                    <a:pt x="2235" y="2408"/>
                  </a:cubicBezTo>
                  <a:cubicBezTo>
                    <a:pt x="2217" y="2428"/>
                    <a:pt x="2198" y="2448"/>
                    <a:pt x="2178" y="2467"/>
                  </a:cubicBezTo>
                  <a:cubicBezTo>
                    <a:pt x="2075" y="2557"/>
                    <a:pt x="1948" y="2601"/>
                    <a:pt x="1787" y="2601"/>
                  </a:cubicBezTo>
                  <a:cubicBezTo>
                    <a:pt x="1339" y="2601"/>
                    <a:pt x="974" y="2237"/>
                    <a:pt x="974" y="1787"/>
                  </a:cubicBezTo>
                  <a:cubicBezTo>
                    <a:pt x="974" y="1338"/>
                    <a:pt x="1339" y="973"/>
                    <a:pt x="1787" y="973"/>
                  </a:cubicBezTo>
                  <a:cubicBezTo>
                    <a:pt x="1952" y="973"/>
                    <a:pt x="2109" y="1022"/>
                    <a:pt x="2243" y="1112"/>
                  </a:cubicBezTo>
                  <a:cubicBezTo>
                    <a:pt x="2327" y="1168"/>
                    <a:pt x="2421" y="1195"/>
                    <a:pt x="2515" y="1195"/>
                  </a:cubicBezTo>
                  <a:cubicBezTo>
                    <a:pt x="2671" y="1195"/>
                    <a:pt x="2825" y="1120"/>
                    <a:pt x="2919" y="981"/>
                  </a:cubicBezTo>
                  <a:cubicBezTo>
                    <a:pt x="2992" y="873"/>
                    <a:pt x="3018" y="744"/>
                    <a:pt x="2994" y="615"/>
                  </a:cubicBezTo>
                  <a:cubicBezTo>
                    <a:pt x="2969" y="489"/>
                    <a:pt x="2897" y="378"/>
                    <a:pt x="2788" y="305"/>
                  </a:cubicBezTo>
                  <a:cubicBezTo>
                    <a:pt x="2492" y="105"/>
                    <a:pt x="2147" y="1"/>
                    <a:pt x="17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71"/>
            <p:cNvSpPr/>
            <p:nvPr/>
          </p:nvSpPr>
          <p:spPr>
            <a:xfrm>
              <a:off x="7414342" y="874428"/>
              <a:ext cx="95091" cy="107859"/>
            </a:xfrm>
            <a:custGeom>
              <a:rect b="b" l="l" r="r" t="t"/>
              <a:pathLst>
                <a:path extrusionOk="0" h="2847" w="2510">
                  <a:moveTo>
                    <a:pt x="1423" y="372"/>
                  </a:moveTo>
                  <a:cubicBezTo>
                    <a:pt x="1633" y="372"/>
                    <a:pt x="1838" y="435"/>
                    <a:pt x="2012" y="553"/>
                  </a:cubicBezTo>
                  <a:cubicBezTo>
                    <a:pt x="2063" y="587"/>
                    <a:pt x="2078" y="667"/>
                    <a:pt x="2043" y="717"/>
                  </a:cubicBezTo>
                  <a:cubicBezTo>
                    <a:pt x="2020" y="750"/>
                    <a:pt x="1983" y="769"/>
                    <a:pt x="1945" y="769"/>
                  </a:cubicBezTo>
                  <a:cubicBezTo>
                    <a:pt x="1922" y="769"/>
                    <a:pt x="1900" y="762"/>
                    <a:pt x="1880" y="748"/>
                  </a:cubicBezTo>
                  <a:cubicBezTo>
                    <a:pt x="1745" y="656"/>
                    <a:pt x="1586" y="608"/>
                    <a:pt x="1422" y="608"/>
                  </a:cubicBezTo>
                  <a:cubicBezTo>
                    <a:pt x="969" y="608"/>
                    <a:pt x="603" y="976"/>
                    <a:pt x="603" y="1428"/>
                  </a:cubicBezTo>
                  <a:cubicBezTo>
                    <a:pt x="603" y="1879"/>
                    <a:pt x="972" y="2246"/>
                    <a:pt x="1422" y="2246"/>
                  </a:cubicBezTo>
                  <a:cubicBezTo>
                    <a:pt x="1592" y="2246"/>
                    <a:pt x="1742" y="2192"/>
                    <a:pt x="1858" y="2090"/>
                  </a:cubicBezTo>
                  <a:cubicBezTo>
                    <a:pt x="1905" y="2047"/>
                    <a:pt x="1955" y="1980"/>
                    <a:pt x="2017" y="1980"/>
                  </a:cubicBezTo>
                  <a:cubicBezTo>
                    <a:pt x="2039" y="1980"/>
                    <a:pt x="2063" y="1988"/>
                    <a:pt x="2088" y="2009"/>
                  </a:cubicBezTo>
                  <a:cubicBezTo>
                    <a:pt x="2140" y="2051"/>
                    <a:pt x="2147" y="2121"/>
                    <a:pt x="2104" y="2174"/>
                  </a:cubicBezTo>
                  <a:cubicBezTo>
                    <a:pt x="2077" y="2206"/>
                    <a:pt x="2047" y="2237"/>
                    <a:pt x="2016" y="2264"/>
                  </a:cubicBezTo>
                  <a:cubicBezTo>
                    <a:pt x="1858" y="2405"/>
                    <a:pt x="1652" y="2480"/>
                    <a:pt x="1423" y="2480"/>
                  </a:cubicBezTo>
                  <a:cubicBezTo>
                    <a:pt x="842" y="2480"/>
                    <a:pt x="369" y="2007"/>
                    <a:pt x="369" y="1426"/>
                  </a:cubicBezTo>
                  <a:cubicBezTo>
                    <a:pt x="369" y="845"/>
                    <a:pt x="842" y="372"/>
                    <a:pt x="1423" y="372"/>
                  </a:cubicBezTo>
                  <a:close/>
                  <a:moveTo>
                    <a:pt x="1424" y="0"/>
                  </a:moveTo>
                  <a:cubicBezTo>
                    <a:pt x="640" y="0"/>
                    <a:pt x="1" y="639"/>
                    <a:pt x="1" y="1424"/>
                  </a:cubicBezTo>
                  <a:cubicBezTo>
                    <a:pt x="1" y="2207"/>
                    <a:pt x="640" y="2846"/>
                    <a:pt x="1424" y="2846"/>
                  </a:cubicBezTo>
                  <a:cubicBezTo>
                    <a:pt x="1795" y="2846"/>
                    <a:pt x="2148" y="2692"/>
                    <a:pt x="2387" y="2408"/>
                  </a:cubicBezTo>
                  <a:cubicBezTo>
                    <a:pt x="2470" y="2309"/>
                    <a:pt x="2509" y="2183"/>
                    <a:pt x="2498" y="2053"/>
                  </a:cubicBezTo>
                  <a:cubicBezTo>
                    <a:pt x="2487" y="1927"/>
                    <a:pt x="2425" y="1808"/>
                    <a:pt x="2326" y="1724"/>
                  </a:cubicBezTo>
                  <a:cubicBezTo>
                    <a:pt x="2237" y="1650"/>
                    <a:pt x="2127" y="1611"/>
                    <a:pt x="2013" y="1611"/>
                  </a:cubicBezTo>
                  <a:cubicBezTo>
                    <a:pt x="1999" y="1611"/>
                    <a:pt x="1986" y="1611"/>
                    <a:pt x="1972" y="1612"/>
                  </a:cubicBezTo>
                  <a:cubicBezTo>
                    <a:pt x="1842" y="1624"/>
                    <a:pt x="1726" y="1684"/>
                    <a:pt x="1642" y="1784"/>
                  </a:cubicBezTo>
                  <a:cubicBezTo>
                    <a:pt x="1586" y="1849"/>
                    <a:pt x="1508" y="1874"/>
                    <a:pt x="1424" y="1874"/>
                  </a:cubicBezTo>
                  <a:cubicBezTo>
                    <a:pt x="1175" y="1874"/>
                    <a:pt x="974" y="1672"/>
                    <a:pt x="974" y="1424"/>
                  </a:cubicBezTo>
                  <a:cubicBezTo>
                    <a:pt x="974" y="1175"/>
                    <a:pt x="1175" y="973"/>
                    <a:pt x="1424" y="973"/>
                  </a:cubicBezTo>
                  <a:cubicBezTo>
                    <a:pt x="1514" y="973"/>
                    <a:pt x="1601" y="1000"/>
                    <a:pt x="1675" y="1051"/>
                  </a:cubicBezTo>
                  <a:cubicBezTo>
                    <a:pt x="1759" y="1107"/>
                    <a:pt x="1853" y="1134"/>
                    <a:pt x="1947" y="1134"/>
                  </a:cubicBezTo>
                  <a:cubicBezTo>
                    <a:pt x="2103" y="1134"/>
                    <a:pt x="2257" y="1059"/>
                    <a:pt x="2351" y="920"/>
                  </a:cubicBezTo>
                  <a:cubicBezTo>
                    <a:pt x="2424" y="812"/>
                    <a:pt x="2450" y="682"/>
                    <a:pt x="2425" y="555"/>
                  </a:cubicBezTo>
                  <a:cubicBezTo>
                    <a:pt x="2401" y="428"/>
                    <a:pt x="2328" y="316"/>
                    <a:pt x="2220" y="244"/>
                  </a:cubicBezTo>
                  <a:cubicBezTo>
                    <a:pt x="1984" y="84"/>
                    <a:pt x="1710" y="0"/>
                    <a:pt x="14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71"/>
            <p:cNvSpPr/>
            <p:nvPr/>
          </p:nvSpPr>
          <p:spPr>
            <a:xfrm>
              <a:off x="7245072" y="792937"/>
              <a:ext cx="311756" cy="242805"/>
            </a:xfrm>
            <a:custGeom>
              <a:rect b="b" l="l" r="r" t="t"/>
              <a:pathLst>
                <a:path extrusionOk="0" h="6409" w="8229">
                  <a:moveTo>
                    <a:pt x="535" y="370"/>
                  </a:moveTo>
                  <a:cubicBezTo>
                    <a:pt x="611" y="370"/>
                    <a:pt x="672" y="431"/>
                    <a:pt x="672" y="507"/>
                  </a:cubicBezTo>
                  <a:cubicBezTo>
                    <a:pt x="672" y="585"/>
                    <a:pt x="611" y="644"/>
                    <a:pt x="535" y="644"/>
                  </a:cubicBezTo>
                  <a:cubicBezTo>
                    <a:pt x="459" y="644"/>
                    <a:pt x="398" y="584"/>
                    <a:pt x="398" y="507"/>
                  </a:cubicBezTo>
                  <a:cubicBezTo>
                    <a:pt x="398" y="431"/>
                    <a:pt x="459" y="370"/>
                    <a:pt x="535" y="370"/>
                  </a:cubicBezTo>
                  <a:close/>
                  <a:moveTo>
                    <a:pt x="7714" y="370"/>
                  </a:moveTo>
                  <a:cubicBezTo>
                    <a:pt x="7790" y="370"/>
                    <a:pt x="7852" y="431"/>
                    <a:pt x="7852" y="507"/>
                  </a:cubicBezTo>
                  <a:cubicBezTo>
                    <a:pt x="7852" y="585"/>
                    <a:pt x="7791" y="644"/>
                    <a:pt x="7714" y="644"/>
                  </a:cubicBezTo>
                  <a:cubicBezTo>
                    <a:pt x="7639" y="644"/>
                    <a:pt x="7577" y="584"/>
                    <a:pt x="7577" y="507"/>
                  </a:cubicBezTo>
                  <a:cubicBezTo>
                    <a:pt x="7577" y="431"/>
                    <a:pt x="7639" y="370"/>
                    <a:pt x="7714" y="370"/>
                  </a:cubicBezTo>
                  <a:close/>
                  <a:moveTo>
                    <a:pt x="4125" y="371"/>
                  </a:moveTo>
                  <a:cubicBezTo>
                    <a:pt x="4201" y="371"/>
                    <a:pt x="4262" y="433"/>
                    <a:pt x="4262" y="508"/>
                  </a:cubicBezTo>
                  <a:cubicBezTo>
                    <a:pt x="4262" y="585"/>
                    <a:pt x="4201" y="646"/>
                    <a:pt x="4125" y="646"/>
                  </a:cubicBezTo>
                  <a:cubicBezTo>
                    <a:pt x="4049" y="646"/>
                    <a:pt x="3987" y="585"/>
                    <a:pt x="3987" y="508"/>
                  </a:cubicBezTo>
                  <a:cubicBezTo>
                    <a:pt x="3987" y="433"/>
                    <a:pt x="4049" y="371"/>
                    <a:pt x="4125" y="371"/>
                  </a:cubicBezTo>
                  <a:close/>
                  <a:moveTo>
                    <a:pt x="535" y="3074"/>
                  </a:moveTo>
                  <a:cubicBezTo>
                    <a:pt x="611" y="3074"/>
                    <a:pt x="672" y="3136"/>
                    <a:pt x="672" y="3212"/>
                  </a:cubicBezTo>
                  <a:cubicBezTo>
                    <a:pt x="672" y="3288"/>
                    <a:pt x="611" y="3350"/>
                    <a:pt x="535" y="3350"/>
                  </a:cubicBezTo>
                  <a:cubicBezTo>
                    <a:pt x="459" y="3350"/>
                    <a:pt x="398" y="3288"/>
                    <a:pt x="398" y="3212"/>
                  </a:cubicBezTo>
                  <a:cubicBezTo>
                    <a:pt x="398" y="3136"/>
                    <a:pt x="459" y="3074"/>
                    <a:pt x="535" y="3074"/>
                  </a:cubicBezTo>
                  <a:close/>
                  <a:moveTo>
                    <a:pt x="7714" y="3074"/>
                  </a:moveTo>
                  <a:cubicBezTo>
                    <a:pt x="7790" y="3074"/>
                    <a:pt x="7852" y="3136"/>
                    <a:pt x="7852" y="3212"/>
                  </a:cubicBezTo>
                  <a:cubicBezTo>
                    <a:pt x="7852" y="3288"/>
                    <a:pt x="7791" y="3350"/>
                    <a:pt x="7714" y="3350"/>
                  </a:cubicBezTo>
                  <a:cubicBezTo>
                    <a:pt x="7639" y="3350"/>
                    <a:pt x="7577" y="3288"/>
                    <a:pt x="7577" y="3212"/>
                  </a:cubicBezTo>
                  <a:cubicBezTo>
                    <a:pt x="7577" y="3136"/>
                    <a:pt x="7639" y="3074"/>
                    <a:pt x="7714" y="3074"/>
                  </a:cubicBezTo>
                  <a:close/>
                  <a:moveTo>
                    <a:pt x="7267" y="729"/>
                  </a:moveTo>
                  <a:cubicBezTo>
                    <a:pt x="7325" y="852"/>
                    <a:pt x="7422" y="938"/>
                    <a:pt x="7537" y="981"/>
                  </a:cubicBezTo>
                  <a:lnTo>
                    <a:pt x="7537" y="2727"/>
                  </a:lnTo>
                  <a:lnTo>
                    <a:pt x="7542" y="2727"/>
                  </a:lnTo>
                  <a:lnTo>
                    <a:pt x="7542" y="2731"/>
                  </a:lnTo>
                  <a:cubicBezTo>
                    <a:pt x="7348" y="2809"/>
                    <a:pt x="7210" y="2995"/>
                    <a:pt x="7210" y="3212"/>
                  </a:cubicBezTo>
                  <a:cubicBezTo>
                    <a:pt x="7210" y="3429"/>
                    <a:pt x="7537" y="3686"/>
                    <a:pt x="7537" y="3686"/>
                  </a:cubicBezTo>
                  <a:lnTo>
                    <a:pt x="7537" y="5436"/>
                  </a:lnTo>
                  <a:cubicBezTo>
                    <a:pt x="7419" y="5480"/>
                    <a:pt x="7321" y="5567"/>
                    <a:pt x="7263" y="5678"/>
                  </a:cubicBezTo>
                  <a:lnTo>
                    <a:pt x="4563" y="5678"/>
                  </a:lnTo>
                  <a:cubicBezTo>
                    <a:pt x="4478" y="5517"/>
                    <a:pt x="4309" y="5405"/>
                    <a:pt x="4115" y="5405"/>
                  </a:cubicBezTo>
                  <a:cubicBezTo>
                    <a:pt x="3919" y="5405"/>
                    <a:pt x="3749" y="5517"/>
                    <a:pt x="3665" y="5678"/>
                  </a:cubicBezTo>
                  <a:lnTo>
                    <a:pt x="965" y="5678"/>
                  </a:lnTo>
                  <a:cubicBezTo>
                    <a:pt x="908" y="5567"/>
                    <a:pt x="810" y="5481"/>
                    <a:pt x="691" y="5436"/>
                  </a:cubicBezTo>
                  <a:lnTo>
                    <a:pt x="691" y="3680"/>
                  </a:lnTo>
                  <a:cubicBezTo>
                    <a:pt x="885" y="3608"/>
                    <a:pt x="1023" y="3423"/>
                    <a:pt x="1023" y="3204"/>
                  </a:cubicBezTo>
                  <a:cubicBezTo>
                    <a:pt x="1023" y="2985"/>
                    <a:pt x="885" y="2801"/>
                    <a:pt x="691" y="2729"/>
                  </a:cubicBezTo>
                  <a:lnTo>
                    <a:pt x="691" y="972"/>
                  </a:lnTo>
                  <a:cubicBezTo>
                    <a:pt x="810" y="928"/>
                    <a:pt x="908" y="841"/>
                    <a:pt x="965" y="729"/>
                  </a:cubicBezTo>
                  <a:lnTo>
                    <a:pt x="3677" y="729"/>
                  </a:lnTo>
                  <a:cubicBezTo>
                    <a:pt x="3677" y="729"/>
                    <a:pt x="3931" y="1013"/>
                    <a:pt x="4125" y="1013"/>
                  </a:cubicBezTo>
                  <a:cubicBezTo>
                    <a:pt x="4320" y="1013"/>
                    <a:pt x="4489" y="901"/>
                    <a:pt x="4573" y="729"/>
                  </a:cubicBezTo>
                  <a:close/>
                  <a:moveTo>
                    <a:pt x="535" y="5778"/>
                  </a:moveTo>
                  <a:cubicBezTo>
                    <a:pt x="611" y="5778"/>
                    <a:pt x="672" y="5839"/>
                    <a:pt x="672" y="5916"/>
                  </a:cubicBezTo>
                  <a:cubicBezTo>
                    <a:pt x="672" y="5991"/>
                    <a:pt x="611" y="6053"/>
                    <a:pt x="535" y="6053"/>
                  </a:cubicBezTo>
                  <a:cubicBezTo>
                    <a:pt x="459" y="6053"/>
                    <a:pt x="398" y="5991"/>
                    <a:pt x="398" y="5916"/>
                  </a:cubicBezTo>
                  <a:cubicBezTo>
                    <a:pt x="398" y="5839"/>
                    <a:pt x="459" y="5778"/>
                    <a:pt x="535" y="5778"/>
                  </a:cubicBezTo>
                  <a:close/>
                  <a:moveTo>
                    <a:pt x="4125" y="5778"/>
                  </a:moveTo>
                  <a:cubicBezTo>
                    <a:pt x="4201" y="5778"/>
                    <a:pt x="4262" y="5839"/>
                    <a:pt x="4262" y="5916"/>
                  </a:cubicBezTo>
                  <a:cubicBezTo>
                    <a:pt x="4262" y="5991"/>
                    <a:pt x="4201" y="6053"/>
                    <a:pt x="4125" y="6053"/>
                  </a:cubicBezTo>
                  <a:cubicBezTo>
                    <a:pt x="4049" y="6053"/>
                    <a:pt x="3987" y="5991"/>
                    <a:pt x="3987" y="5916"/>
                  </a:cubicBezTo>
                  <a:cubicBezTo>
                    <a:pt x="3987" y="5839"/>
                    <a:pt x="4049" y="5778"/>
                    <a:pt x="4125" y="5778"/>
                  </a:cubicBezTo>
                  <a:close/>
                  <a:moveTo>
                    <a:pt x="7714" y="5778"/>
                  </a:moveTo>
                  <a:cubicBezTo>
                    <a:pt x="7790" y="5778"/>
                    <a:pt x="7852" y="5839"/>
                    <a:pt x="7852" y="5916"/>
                  </a:cubicBezTo>
                  <a:cubicBezTo>
                    <a:pt x="7852" y="5991"/>
                    <a:pt x="7791" y="6053"/>
                    <a:pt x="7714" y="6053"/>
                  </a:cubicBezTo>
                  <a:cubicBezTo>
                    <a:pt x="7639" y="6053"/>
                    <a:pt x="7577" y="5991"/>
                    <a:pt x="7577" y="5916"/>
                  </a:cubicBezTo>
                  <a:cubicBezTo>
                    <a:pt x="7577" y="5839"/>
                    <a:pt x="7639" y="5778"/>
                    <a:pt x="7714" y="5778"/>
                  </a:cubicBezTo>
                  <a:close/>
                  <a:moveTo>
                    <a:pt x="4115" y="0"/>
                  </a:moveTo>
                  <a:cubicBezTo>
                    <a:pt x="3882" y="0"/>
                    <a:pt x="3687" y="157"/>
                    <a:pt x="3627" y="370"/>
                  </a:cubicBezTo>
                  <a:lnTo>
                    <a:pt x="1011" y="370"/>
                  </a:lnTo>
                  <a:cubicBezTo>
                    <a:pt x="953" y="157"/>
                    <a:pt x="756" y="1"/>
                    <a:pt x="525" y="1"/>
                  </a:cubicBezTo>
                  <a:cubicBezTo>
                    <a:pt x="505" y="1"/>
                    <a:pt x="484" y="2"/>
                    <a:pt x="463" y="4"/>
                  </a:cubicBezTo>
                  <a:cubicBezTo>
                    <a:pt x="230" y="32"/>
                    <a:pt x="43" y="224"/>
                    <a:pt x="22" y="459"/>
                  </a:cubicBezTo>
                  <a:cubicBezTo>
                    <a:pt x="1" y="688"/>
                    <a:pt x="135" y="889"/>
                    <a:pt x="331" y="972"/>
                  </a:cubicBezTo>
                  <a:lnTo>
                    <a:pt x="331" y="2739"/>
                  </a:lnTo>
                  <a:cubicBezTo>
                    <a:pt x="148" y="2815"/>
                    <a:pt x="20" y="2996"/>
                    <a:pt x="20" y="3205"/>
                  </a:cubicBezTo>
                  <a:cubicBezTo>
                    <a:pt x="20" y="3415"/>
                    <a:pt x="147" y="3596"/>
                    <a:pt x="331" y="3671"/>
                  </a:cubicBezTo>
                  <a:lnTo>
                    <a:pt x="331" y="5439"/>
                  </a:lnTo>
                  <a:cubicBezTo>
                    <a:pt x="135" y="5522"/>
                    <a:pt x="1" y="5723"/>
                    <a:pt x="22" y="5952"/>
                  </a:cubicBezTo>
                  <a:cubicBezTo>
                    <a:pt x="44" y="6187"/>
                    <a:pt x="230" y="6378"/>
                    <a:pt x="464" y="6405"/>
                  </a:cubicBezTo>
                  <a:cubicBezTo>
                    <a:pt x="484" y="6407"/>
                    <a:pt x="505" y="6408"/>
                    <a:pt x="525" y="6408"/>
                  </a:cubicBezTo>
                  <a:cubicBezTo>
                    <a:pt x="757" y="6408"/>
                    <a:pt x="953" y="6252"/>
                    <a:pt x="1012" y="6040"/>
                  </a:cubicBezTo>
                  <a:lnTo>
                    <a:pt x="3629" y="6040"/>
                  </a:lnTo>
                  <a:cubicBezTo>
                    <a:pt x="3687" y="6252"/>
                    <a:pt x="3883" y="6409"/>
                    <a:pt x="4116" y="6409"/>
                  </a:cubicBezTo>
                  <a:cubicBezTo>
                    <a:pt x="4347" y="6409"/>
                    <a:pt x="4542" y="6252"/>
                    <a:pt x="4603" y="6040"/>
                  </a:cubicBezTo>
                  <a:lnTo>
                    <a:pt x="7218" y="6040"/>
                  </a:lnTo>
                  <a:cubicBezTo>
                    <a:pt x="7277" y="6253"/>
                    <a:pt x="7471" y="6409"/>
                    <a:pt x="7702" y="6409"/>
                  </a:cubicBezTo>
                  <a:cubicBezTo>
                    <a:pt x="7723" y="6409"/>
                    <a:pt x="7744" y="6407"/>
                    <a:pt x="7766" y="6405"/>
                  </a:cubicBezTo>
                  <a:cubicBezTo>
                    <a:pt x="7998" y="6378"/>
                    <a:pt x="8186" y="6187"/>
                    <a:pt x="8208" y="5952"/>
                  </a:cubicBezTo>
                  <a:cubicBezTo>
                    <a:pt x="8229" y="5723"/>
                    <a:pt x="8096" y="5520"/>
                    <a:pt x="7899" y="5439"/>
                  </a:cubicBezTo>
                  <a:lnTo>
                    <a:pt x="7899" y="3671"/>
                  </a:lnTo>
                  <a:cubicBezTo>
                    <a:pt x="8081" y="3596"/>
                    <a:pt x="8211" y="3415"/>
                    <a:pt x="8211" y="3205"/>
                  </a:cubicBezTo>
                  <a:cubicBezTo>
                    <a:pt x="8211" y="2996"/>
                    <a:pt x="8082" y="2815"/>
                    <a:pt x="7899" y="2739"/>
                  </a:cubicBezTo>
                  <a:lnTo>
                    <a:pt x="7899" y="972"/>
                  </a:lnTo>
                  <a:cubicBezTo>
                    <a:pt x="8081" y="895"/>
                    <a:pt x="8210" y="716"/>
                    <a:pt x="8210" y="506"/>
                  </a:cubicBezTo>
                  <a:cubicBezTo>
                    <a:pt x="8210" y="227"/>
                    <a:pt x="7983" y="0"/>
                    <a:pt x="7704" y="0"/>
                  </a:cubicBezTo>
                  <a:cubicBezTo>
                    <a:pt x="7472" y="0"/>
                    <a:pt x="7278" y="157"/>
                    <a:pt x="7217" y="370"/>
                  </a:cubicBezTo>
                  <a:lnTo>
                    <a:pt x="4602" y="370"/>
                  </a:lnTo>
                  <a:cubicBezTo>
                    <a:pt x="4542" y="157"/>
                    <a:pt x="4346" y="0"/>
                    <a:pt x="4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40" name="Google Shape;3040;p71"/>
          <p:cNvSpPr/>
          <p:nvPr/>
        </p:nvSpPr>
        <p:spPr>
          <a:xfrm>
            <a:off x="6308885" y="1364795"/>
            <a:ext cx="17578" cy="17614"/>
          </a:xfrm>
          <a:custGeom>
            <a:rect b="b" l="l" r="r" t="t"/>
            <a:pathLst>
              <a:path extrusionOk="0" h="493" w="492">
                <a:moveTo>
                  <a:pt x="245" y="1"/>
                </a:moveTo>
                <a:cubicBezTo>
                  <a:pt x="111" y="1"/>
                  <a:pt x="1" y="111"/>
                  <a:pt x="1" y="247"/>
                </a:cubicBezTo>
                <a:cubicBezTo>
                  <a:pt x="1" y="383"/>
                  <a:pt x="111" y="493"/>
                  <a:pt x="247" y="493"/>
                </a:cubicBezTo>
                <a:cubicBezTo>
                  <a:pt x="382" y="493"/>
                  <a:pt x="492" y="383"/>
                  <a:pt x="492" y="247"/>
                </a:cubicBezTo>
                <a:cubicBezTo>
                  <a:pt x="492" y="111"/>
                  <a:pt x="382" y="1"/>
                  <a:pt x="247" y="1"/>
                </a:cubicBezTo>
                <a:cubicBezTo>
                  <a:pt x="246" y="1"/>
                  <a:pt x="246" y="1"/>
                  <a:pt x="24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41" name="Google Shape;3041;p71"/>
          <p:cNvGrpSpPr/>
          <p:nvPr/>
        </p:nvGrpSpPr>
        <p:grpSpPr>
          <a:xfrm>
            <a:off x="6262731" y="1339552"/>
            <a:ext cx="449761" cy="398096"/>
            <a:chOff x="6364624" y="740505"/>
            <a:chExt cx="476896" cy="422115"/>
          </a:xfrm>
        </p:grpSpPr>
        <p:sp>
          <p:nvSpPr>
            <p:cNvPr id="3042" name="Google Shape;3042;p71"/>
            <p:cNvSpPr/>
            <p:nvPr/>
          </p:nvSpPr>
          <p:spPr>
            <a:xfrm>
              <a:off x="6638230" y="799719"/>
              <a:ext cx="143622" cy="142410"/>
            </a:xfrm>
            <a:custGeom>
              <a:rect b="b" l="l" r="r" t="t"/>
              <a:pathLst>
                <a:path extrusionOk="0" h="3759" w="3791">
                  <a:moveTo>
                    <a:pt x="1880" y="370"/>
                  </a:moveTo>
                  <a:cubicBezTo>
                    <a:pt x="2712" y="370"/>
                    <a:pt x="3391" y="1049"/>
                    <a:pt x="3391" y="1881"/>
                  </a:cubicBezTo>
                  <a:cubicBezTo>
                    <a:pt x="3391" y="2730"/>
                    <a:pt x="2671" y="3380"/>
                    <a:pt x="1880" y="3390"/>
                  </a:cubicBezTo>
                  <a:cubicBezTo>
                    <a:pt x="1873" y="3390"/>
                    <a:pt x="1867" y="3390"/>
                    <a:pt x="1861" y="3390"/>
                  </a:cubicBezTo>
                  <a:cubicBezTo>
                    <a:pt x="1320" y="3390"/>
                    <a:pt x="846" y="3110"/>
                    <a:pt x="582" y="2638"/>
                  </a:cubicBezTo>
                  <a:cubicBezTo>
                    <a:pt x="413" y="2337"/>
                    <a:pt x="351" y="1983"/>
                    <a:pt x="391" y="1643"/>
                  </a:cubicBezTo>
                  <a:cubicBezTo>
                    <a:pt x="475" y="925"/>
                    <a:pt x="1173" y="370"/>
                    <a:pt x="1880" y="370"/>
                  </a:cubicBezTo>
                  <a:close/>
                  <a:moveTo>
                    <a:pt x="1880" y="0"/>
                  </a:moveTo>
                  <a:cubicBezTo>
                    <a:pt x="844" y="0"/>
                    <a:pt x="1" y="843"/>
                    <a:pt x="1" y="1879"/>
                  </a:cubicBezTo>
                  <a:cubicBezTo>
                    <a:pt x="1" y="2915"/>
                    <a:pt x="844" y="3758"/>
                    <a:pt x="1880" y="3758"/>
                  </a:cubicBezTo>
                  <a:cubicBezTo>
                    <a:pt x="2964" y="3758"/>
                    <a:pt x="3791" y="2750"/>
                    <a:pt x="3721" y="1690"/>
                  </a:cubicBezTo>
                  <a:cubicBezTo>
                    <a:pt x="3691" y="1261"/>
                    <a:pt x="3512" y="854"/>
                    <a:pt x="3209" y="550"/>
                  </a:cubicBezTo>
                  <a:cubicBezTo>
                    <a:pt x="2858" y="202"/>
                    <a:pt x="2376" y="0"/>
                    <a:pt x="18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71"/>
            <p:cNvSpPr/>
            <p:nvPr/>
          </p:nvSpPr>
          <p:spPr>
            <a:xfrm>
              <a:off x="6693731" y="842529"/>
              <a:ext cx="32960" cy="56903"/>
            </a:xfrm>
            <a:custGeom>
              <a:rect b="b" l="l" r="r" t="t"/>
              <a:pathLst>
                <a:path extrusionOk="0" h="1502" w="870">
                  <a:moveTo>
                    <a:pt x="661" y="1"/>
                  </a:moveTo>
                  <a:cubicBezTo>
                    <a:pt x="588" y="1"/>
                    <a:pt x="518" y="45"/>
                    <a:pt x="489" y="117"/>
                  </a:cubicBezTo>
                  <a:lnTo>
                    <a:pt x="39" y="1248"/>
                  </a:lnTo>
                  <a:cubicBezTo>
                    <a:pt x="1" y="1342"/>
                    <a:pt x="48" y="1450"/>
                    <a:pt x="142" y="1488"/>
                  </a:cubicBezTo>
                  <a:cubicBezTo>
                    <a:pt x="164" y="1497"/>
                    <a:pt x="188" y="1501"/>
                    <a:pt x="210" y="1501"/>
                  </a:cubicBezTo>
                  <a:cubicBezTo>
                    <a:pt x="284" y="1501"/>
                    <a:pt x="353" y="1456"/>
                    <a:pt x="382" y="1384"/>
                  </a:cubicBezTo>
                  <a:lnTo>
                    <a:pt x="832" y="254"/>
                  </a:lnTo>
                  <a:cubicBezTo>
                    <a:pt x="869" y="157"/>
                    <a:pt x="823" y="51"/>
                    <a:pt x="729" y="14"/>
                  </a:cubicBezTo>
                  <a:cubicBezTo>
                    <a:pt x="706" y="5"/>
                    <a:pt x="683" y="1"/>
                    <a:pt x="6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71"/>
            <p:cNvSpPr/>
            <p:nvPr/>
          </p:nvSpPr>
          <p:spPr>
            <a:xfrm>
              <a:off x="6729078" y="844575"/>
              <a:ext cx="26785" cy="52736"/>
            </a:xfrm>
            <a:custGeom>
              <a:rect b="b" l="l" r="r" t="t"/>
              <a:pathLst>
                <a:path extrusionOk="0" h="1392" w="707">
                  <a:moveTo>
                    <a:pt x="211" y="1"/>
                  </a:moveTo>
                  <a:cubicBezTo>
                    <a:pt x="179" y="1"/>
                    <a:pt x="146" y="9"/>
                    <a:pt x="116" y="27"/>
                  </a:cubicBezTo>
                  <a:cubicBezTo>
                    <a:pt x="29" y="79"/>
                    <a:pt x="1" y="193"/>
                    <a:pt x="53" y="279"/>
                  </a:cubicBezTo>
                  <a:lnTo>
                    <a:pt x="299" y="688"/>
                  </a:lnTo>
                  <a:lnTo>
                    <a:pt x="52" y="1116"/>
                  </a:lnTo>
                  <a:cubicBezTo>
                    <a:pt x="1" y="1203"/>
                    <a:pt x="31" y="1316"/>
                    <a:pt x="119" y="1368"/>
                  </a:cubicBezTo>
                  <a:cubicBezTo>
                    <a:pt x="148" y="1384"/>
                    <a:pt x="179" y="1392"/>
                    <a:pt x="210" y="1392"/>
                  </a:cubicBezTo>
                  <a:cubicBezTo>
                    <a:pt x="275" y="1392"/>
                    <a:pt x="336" y="1359"/>
                    <a:pt x="371" y="1301"/>
                  </a:cubicBezTo>
                  <a:lnTo>
                    <a:pt x="673" y="779"/>
                  </a:lnTo>
                  <a:cubicBezTo>
                    <a:pt x="707" y="721"/>
                    <a:pt x="706" y="649"/>
                    <a:pt x="671" y="592"/>
                  </a:cubicBezTo>
                  <a:lnTo>
                    <a:pt x="370" y="91"/>
                  </a:lnTo>
                  <a:cubicBezTo>
                    <a:pt x="335" y="33"/>
                    <a:pt x="274" y="1"/>
                    <a:pt x="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71"/>
            <p:cNvSpPr/>
            <p:nvPr/>
          </p:nvSpPr>
          <p:spPr>
            <a:xfrm>
              <a:off x="6663044" y="844575"/>
              <a:ext cx="26785" cy="52736"/>
            </a:xfrm>
            <a:custGeom>
              <a:rect b="b" l="l" r="r" t="t"/>
              <a:pathLst>
                <a:path extrusionOk="0" h="1392" w="707">
                  <a:moveTo>
                    <a:pt x="495" y="0"/>
                  </a:moveTo>
                  <a:cubicBezTo>
                    <a:pt x="433" y="0"/>
                    <a:pt x="373" y="32"/>
                    <a:pt x="338" y="90"/>
                  </a:cubicBezTo>
                  <a:lnTo>
                    <a:pt x="36" y="591"/>
                  </a:lnTo>
                  <a:cubicBezTo>
                    <a:pt x="0" y="648"/>
                    <a:pt x="0" y="720"/>
                    <a:pt x="35" y="778"/>
                  </a:cubicBezTo>
                  <a:lnTo>
                    <a:pt x="337" y="1301"/>
                  </a:lnTo>
                  <a:cubicBezTo>
                    <a:pt x="371" y="1359"/>
                    <a:pt x="433" y="1392"/>
                    <a:pt x="497" y="1392"/>
                  </a:cubicBezTo>
                  <a:cubicBezTo>
                    <a:pt x="528" y="1392"/>
                    <a:pt x="559" y="1384"/>
                    <a:pt x="589" y="1368"/>
                  </a:cubicBezTo>
                  <a:cubicBezTo>
                    <a:pt x="676" y="1316"/>
                    <a:pt x="706" y="1203"/>
                    <a:pt x="655" y="1116"/>
                  </a:cubicBezTo>
                  <a:lnTo>
                    <a:pt x="408" y="688"/>
                  </a:lnTo>
                  <a:lnTo>
                    <a:pt x="654" y="279"/>
                  </a:lnTo>
                  <a:cubicBezTo>
                    <a:pt x="706" y="191"/>
                    <a:pt x="679" y="79"/>
                    <a:pt x="591" y="27"/>
                  </a:cubicBezTo>
                  <a:cubicBezTo>
                    <a:pt x="561" y="9"/>
                    <a:pt x="528" y="0"/>
                    <a:pt x="4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71"/>
            <p:cNvSpPr/>
            <p:nvPr/>
          </p:nvSpPr>
          <p:spPr>
            <a:xfrm>
              <a:off x="6449487" y="767289"/>
              <a:ext cx="18677" cy="18677"/>
            </a:xfrm>
            <a:custGeom>
              <a:rect b="b" l="l" r="r" t="t"/>
              <a:pathLst>
                <a:path extrusionOk="0" h="493" w="493">
                  <a:moveTo>
                    <a:pt x="245" y="1"/>
                  </a:moveTo>
                  <a:cubicBezTo>
                    <a:pt x="109" y="1"/>
                    <a:pt x="0" y="111"/>
                    <a:pt x="0" y="247"/>
                  </a:cubicBezTo>
                  <a:cubicBezTo>
                    <a:pt x="0" y="383"/>
                    <a:pt x="110" y="493"/>
                    <a:pt x="246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6" y="1"/>
                  </a:cubicBezTo>
                  <a:cubicBezTo>
                    <a:pt x="246" y="1"/>
                    <a:pt x="245" y="1"/>
                    <a:pt x="2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71"/>
            <p:cNvSpPr/>
            <p:nvPr/>
          </p:nvSpPr>
          <p:spPr>
            <a:xfrm>
              <a:off x="6485212" y="767289"/>
              <a:ext cx="18715" cy="18677"/>
            </a:xfrm>
            <a:custGeom>
              <a:rect b="b" l="l" r="r" t="t"/>
              <a:pathLst>
                <a:path extrusionOk="0" h="493" w="494">
                  <a:moveTo>
                    <a:pt x="245" y="1"/>
                  </a:moveTo>
                  <a:cubicBezTo>
                    <a:pt x="110" y="1"/>
                    <a:pt x="1" y="111"/>
                    <a:pt x="1" y="247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7" y="1"/>
                  </a:cubicBezTo>
                  <a:cubicBezTo>
                    <a:pt x="246" y="1"/>
                    <a:pt x="246" y="1"/>
                    <a:pt x="2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71"/>
            <p:cNvSpPr/>
            <p:nvPr/>
          </p:nvSpPr>
          <p:spPr>
            <a:xfrm>
              <a:off x="6364624" y="740505"/>
              <a:ext cx="476896" cy="422115"/>
            </a:xfrm>
            <a:custGeom>
              <a:rect b="b" l="l" r="r" t="t"/>
              <a:pathLst>
                <a:path extrusionOk="0" h="11142" w="12588">
                  <a:moveTo>
                    <a:pt x="6537" y="3016"/>
                  </a:moveTo>
                  <a:cubicBezTo>
                    <a:pt x="6514" y="3158"/>
                    <a:pt x="6500" y="3305"/>
                    <a:pt x="6500" y="3456"/>
                  </a:cubicBezTo>
                  <a:cubicBezTo>
                    <a:pt x="6500" y="3761"/>
                    <a:pt x="6551" y="4054"/>
                    <a:pt x="6645" y="4326"/>
                  </a:cubicBezTo>
                  <a:lnTo>
                    <a:pt x="1577" y="4326"/>
                  </a:lnTo>
                  <a:lnTo>
                    <a:pt x="1577" y="3016"/>
                  </a:lnTo>
                  <a:close/>
                  <a:moveTo>
                    <a:pt x="9102" y="1160"/>
                  </a:moveTo>
                  <a:cubicBezTo>
                    <a:pt x="10361" y="1161"/>
                    <a:pt x="11385" y="2184"/>
                    <a:pt x="11385" y="3444"/>
                  </a:cubicBezTo>
                  <a:cubicBezTo>
                    <a:pt x="11385" y="3712"/>
                    <a:pt x="11338" y="3980"/>
                    <a:pt x="11244" y="4232"/>
                  </a:cubicBezTo>
                  <a:cubicBezTo>
                    <a:pt x="10908" y="5146"/>
                    <a:pt x="10023" y="5715"/>
                    <a:pt x="9102" y="5723"/>
                  </a:cubicBezTo>
                  <a:cubicBezTo>
                    <a:pt x="9095" y="5723"/>
                    <a:pt x="9088" y="5723"/>
                    <a:pt x="9081" y="5723"/>
                  </a:cubicBezTo>
                  <a:cubicBezTo>
                    <a:pt x="7849" y="5723"/>
                    <a:pt x="6818" y="4671"/>
                    <a:pt x="6818" y="3443"/>
                  </a:cubicBezTo>
                  <a:cubicBezTo>
                    <a:pt x="6818" y="2184"/>
                    <a:pt x="7843" y="1160"/>
                    <a:pt x="9102" y="1160"/>
                  </a:cubicBezTo>
                  <a:close/>
                  <a:moveTo>
                    <a:pt x="9506" y="7178"/>
                  </a:moveTo>
                  <a:lnTo>
                    <a:pt x="9506" y="9584"/>
                  </a:lnTo>
                  <a:cubicBezTo>
                    <a:pt x="9506" y="9789"/>
                    <a:pt x="9354" y="9971"/>
                    <a:pt x="9149" y="9990"/>
                  </a:cubicBezTo>
                  <a:cubicBezTo>
                    <a:pt x="9137" y="9991"/>
                    <a:pt x="9125" y="9992"/>
                    <a:pt x="9113" y="9992"/>
                  </a:cubicBezTo>
                  <a:cubicBezTo>
                    <a:pt x="8896" y="9992"/>
                    <a:pt x="8719" y="9813"/>
                    <a:pt x="8719" y="9592"/>
                  </a:cubicBezTo>
                  <a:lnTo>
                    <a:pt x="8719" y="7178"/>
                  </a:lnTo>
                  <a:close/>
                  <a:moveTo>
                    <a:pt x="621" y="1"/>
                  </a:moveTo>
                  <a:cubicBezTo>
                    <a:pt x="279" y="1"/>
                    <a:pt x="0" y="279"/>
                    <a:pt x="5" y="621"/>
                  </a:cubicBezTo>
                  <a:lnTo>
                    <a:pt x="5" y="7585"/>
                  </a:lnTo>
                  <a:cubicBezTo>
                    <a:pt x="0" y="7687"/>
                    <a:pt x="83" y="7769"/>
                    <a:pt x="184" y="7769"/>
                  </a:cubicBezTo>
                  <a:cubicBezTo>
                    <a:pt x="287" y="7769"/>
                    <a:pt x="367" y="7585"/>
                    <a:pt x="367" y="7585"/>
                  </a:cubicBezTo>
                  <a:lnTo>
                    <a:pt x="367" y="1933"/>
                  </a:lnTo>
                  <a:lnTo>
                    <a:pt x="6848" y="1933"/>
                  </a:lnTo>
                  <a:cubicBezTo>
                    <a:pt x="6704" y="2142"/>
                    <a:pt x="6592" y="2374"/>
                    <a:pt x="6514" y="2622"/>
                  </a:cubicBezTo>
                  <a:lnTo>
                    <a:pt x="1370" y="2622"/>
                  </a:lnTo>
                  <a:cubicBezTo>
                    <a:pt x="1267" y="2622"/>
                    <a:pt x="1185" y="2704"/>
                    <a:pt x="1185" y="2806"/>
                  </a:cubicBezTo>
                  <a:lnTo>
                    <a:pt x="1185" y="4502"/>
                  </a:lnTo>
                  <a:cubicBezTo>
                    <a:pt x="1185" y="4604"/>
                    <a:pt x="1267" y="4686"/>
                    <a:pt x="1370" y="4686"/>
                  </a:cubicBezTo>
                  <a:lnTo>
                    <a:pt x="6751" y="4686"/>
                  </a:lnTo>
                  <a:cubicBezTo>
                    <a:pt x="7169" y="5474"/>
                    <a:pt x="7977" y="6028"/>
                    <a:pt x="8917" y="6092"/>
                  </a:cubicBezTo>
                  <a:lnTo>
                    <a:pt x="8917" y="6817"/>
                  </a:lnTo>
                  <a:lnTo>
                    <a:pt x="8464" y="6817"/>
                  </a:lnTo>
                  <a:cubicBezTo>
                    <a:pt x="8388" y="6817"/>
                    <a:pt x="8326" y="6878"/>
                    <a:pt x="8326" y="6954"/>
                  </a:cubicBezTo>
                  <a:lnTo>
                    <a:pt x="8326" y="9714"/>
                  </a:lnTo>
                  <a:cubicBezTo>
                    <a:pt x="8326" y="9880"/>
                    <a:pt x="8436" y="10095"/>
                    <a:pt x="8573" y="10190"/>
                  </a:cubicBezTo>
                  <a:cubicBezTo>
                    <a:pt x="8749" y="10315"/>
                    <a:pt x="8929" y="10369"/>
                    <a:pt x="9097" y="10369"/>
                  </a:cubicBezTo>
                  <a:cubicBezTo>
                    <a:pt x="9522" y="10369"/>
                    <a:pt x="9867" y="10024"/>
                    <a:pt x="9867" y="9600"/>
                  </a:cubicBezTo>
                  <a:lnTo>
                    <a:pt x="9867" y="7001"/>
                  </a:lnTo>
                  <a:cubicBezTo>
                    <a:pt x="9867" y="6899"/>
                    <a:pt x="9785" y="6816"/>
                    <a:pt x="9683" y="6816"/>
                  </a:cubicBezTo>
                  <a:lnTo>
                    <a:pt x="9277" y="6816"/>
                  </a:lnTo>
                  <a:lnTo>
                    <a:pt x="9277" y="6100"/>
                  </a:lnTo>
                  <a:cubicBezTo>
                    <a:pt x="10649" y="6006"/>
                    <a:pt x="11736" y="4856"/>
                    <a:pt x="11736" y="3458"/>
                  </a:cubicBezTo>
                  <a:cubicBezTo>
                    <a:pt x="11736" y="2906"/>
                    <a:pt x="11566" y="2393"/>
                    <a:pt x="11276" y="1968"/>
                  </a:cubicBezTo>
                  <a:lnTo>
                    <a:pt x="12192" y="1968"/>
                  </a:lnTo>
                  <a:lnTo>
                    <a:pt x="12192" y="10530"/>
                  </a:lnTo>
                  <a:cubicBezTo>
                    <a:pt x="12192" y="10668"/>
                    <a:pt x="12080" y="10781"/>
                    <a:pt x="11941" y="10781"/>
                  </a:cubicBezTo>
                  <a:lnTo>
                    <a:pt x="556" y="10781"/>
                  </a:lnTo>
                  <a:cubicBezTo>
                    <a:pt x="450" y="10781"/>
                    <a:pt x="366" y="10695"/>
                    <a:pt x="366" y="10589"/>
                  </a:cubicBezTo>
                  <a:lnTo>
                    <a:pt x="366" y="8421"/>
                  </a:lnTo>
                  <a:cubicBezTo>
                    <a:pt x="366" y="8373"/>
                    <a:pt x="341" y="8327"/>
                    <a:pt x="303" y="8301"/>
                  </a:cubicBezTo>
                  <a:cubicBezTo>
                    <a:pt x="263" y="8274"/>
                    <a:pt x="223" y="8262"/>
                    <a:pt x="185" y="8262"/>
                  </a:cubicBezTo>
                  <a:cubicBezTo>
                    <a:pt x="86" y="8262"/>
                    <a:pt x="5" y="8345"/>
                    <a:pt x="5" y="8446"/>
                  </a:cubicBezTo>
                  <a:lnTo>
                    <a:pt x="5" y="10521"/>
                  </a:lnTo>
                  <a:cubicBezTo>
                    <a:pt x="5" y="10864"/>
                    <a:pt x="283" y="11141"/>
                    <a:pt x="625" y="11141"/>
                  </a:cubicBezTo>
                  <a:lnTo>
                    <a:pt x="11966" y="11141"/>
                  </a:lnTo>
                  <a:cubicBezTo>
                    <a:pt x="12308" y="11141"/>
                    <a:pt x="12586" y="10864"/>
                    <a:pt x="12586" y="10521"/>
                  </a:cubicBezTo>
                  <a:lnTo>
                    <a:pt x="12586" y="623"/>
                  </a:lnTo>
                  <a:cubicBezTo>
                    <a:pt x="12587" y="279"/>
                    <a:pt x="12307" y="2"/>
                    <a:pt x="11966" y="2"/>
                  </a:cubicBezTo>
                  <a:lnTo>
                    <a:pt x="10946" y="2"/>
                  </a:lnTo>
                  <a:cubicBezTo>
                    <a:pt x="10841" y="2"/>
                    <a:pt x="10757" y="91"/>
                    <a:pt x="10767" y="199"/>
                  </a:cubicBezTo>
                  <a:cubicBezTo>
                    <a:pt x="10775" y="293"/>
                    <a:pt x="10860" y="362"/>
                    <a:pt x="10955" y="362"/>
                  </a:cubicBezTo>
                  <a:lnTo>
                    <a:pt x="11975" y="362"/>
                  </a:lnTo>
                  <a:cubicBezTo>
                    <a:pt x="12114" y="362"/>
                    <a:pt x="12227" y="475"/>
                    <a:pt x="12227" y="613"/>
                  </a:cubicBezTo>
                  <a:lnTo>
                    <a:pt x="12227" y="1575"/>
                  </a:lnTo>
                  <a:lnTo>
                    <a:pt x="11001" y="1575"/>
                  </a:lnTo>
                  <a:cubicBezTo>
                    <a:pt x="10520" y="1086"/>
                    <a:pt x="9850" y="784"/>
                    <a:pt x="9112" y="784"/>
                  </a:cubicBezTo>
                  <a:cubicBezTo>
                    <a:pt x="8374" y="784"/>
                    <a:pt x="7704" y="1086"/>
                    <a:pt x="7223" y="1575"/>
                  </a:cubicBezTo>
                  <a:lnTo>
                    <a:pt x="366" y="1575"/>
                  </a:lnTo>
                  <a:lnTo>
                    <a:pt x="366" y="623"/>
                  </a:lnTo>
                  <a:cubicBezTo>
                    <a:pt x="366" y="623"/>
                    <a:pt x="482" y="371"/>
                    <a:pt x="621" y="362"/>
                  </a:cubicBezTo>
                  <a:lnTo>
                    <a:pt x="10091" y="362"/>
                  </a:lnTo>
                  <a:cubicBezTo>
                    <a:pt x="10096" y="362"/>
                    <a:pt x="10101" y="363"/>
                    <a:pt x="10106" y="363"/>
                  </a:cubicBezTo>
                  <a:cubicBezTo>
                    <a:pt x="10201" y="363"/>
                    <a:pt x="10276" y="283"/>
                    <a:pt x="10276" y="185"/>
                  </a:cubicBezTo>
                  <a:cubicBezTo>
                    <a:pt x="10276" y="83"/>
                    <a:pt x="10194" y="1"/>
                    <a:pt x="100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71"/>
            <p:cNvSpPr/>
            <p:nvPr/>
          </p:nvSpPr>
          <p:spPr>
            <a:xfrm>
              <a:off x="6483886" y="931331"/>
              <a:ext cx="13714" cy="201927"/>
            </a:xfrm>
            <a:custGeom>
              <a:rect b="b" l="l" r="r" t="t"/>
              <a:pathLst>
                <a:path extrusionOk="0" h="5330" w="362">
                  <a:moveTo>
                    <a:pt x="181" y="1"/>
                  </a:moveTo>
                  <a:cubicBezTo>
                    <a:pt x="82" y="1"/>
                    <a:pt x="0" y="83"/>
                    <a:pt x="0" y="185"/>
                  </a:cubicBezTo>
                  <a:lnTo>
                    <a:pt x="0" y="5140"/>
                  </a:lnTo>
                  <a:cubicBezTo>
                    <a:pt x="0" y="5228"/>
                    <a:pt x="58" y="5309"/>
                    <a:pt x="145" y="5326"/>
                  </a:cubicBezTo>
                  <a:cubicBezTo>
                    <a:pt x="157" y="5329"/>
                    <a:pt x="169" y="5330"/>
                    <a:pt x="181" y="5330"/>
                  </a:cubicBezTo>
                  <a:cubicBezTo>
                    <a:pt x="281" y="5330"/>
                    <a:pt x="362" y="5247"/>
                    <a:pt x="362" y="5145"/>
                  </a:cubicBezTo>
                  <a:lnTo>
                    <a:pt x="362" y="190"/>
                  </a:lnTo>
                  <a:cubicBezTo>
                    <a:pt x="362" y="102"/>
                    <a:pt x="304" y="21"/>
                    <a:pt x="218" y="5"/>
                  </a:cubicBezTo>
                  <a:cubicBezTo>
                    <a:pt x="206" y="2"/>
                    <a:pt x="193" y="1"/>
                    <a:pt x="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71"/>
            <p:cNvSpPr/>
            <p:nvPr/>
          </p:nvSpPr>
          <p:spPr>
            <a:xfrm>
              <a:off x="6410162" y="949062"/>
              <a:ext cx="51940" cy="13676"/>
            </a:xfrm>
            <a:custGeom>
              <a:rect b="b" l="l" r="r" t="t"/>
              <a:pathLst>
                <a:path extrusionOk="0" h="361" w="1371">
                  <a:moveTo>
                    <a:pt x="197" y="1"/>
                  </a:moveTo>
                  <a:cubicBezTo>
                    <a:pt x="102" y="1"/>
                    <a:pt x="17" y="71"/>
                    <a:pt x="9" y="166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73" y="361"/>
                  </a:lnTo>
                  <a:cubicBezTo>
                    <a:pt x="1269" y="361"/>
                    <a:pt x="1354" y="292"/>
                    <a:pt x="1362" y="197"/>
                  </a:cubicBezTo>
                  <a:cubicBezTo>
                    <a:pt x="1370" y="90"/>
                    <a:pt x="1287" y="1"/>
                    <a:pt x="1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71"/>
            <p:cNvSpPr/>
            <p:nvPr/>
          </p:nvSpPr>
          <p:spPr>
            <a:xfrm>
              <a:off x="6410162" y="980127"/>
              <a:ext cx="51940" cy="13676"/>
            </a:xfrm>
            <a:custGeom>
              <a:rect b="b" l="l" r="r" t="t"/>
              <a:pathLst>
                <a:path extrusionOk="0" h="361" w="1371">
                  <a:moveTo>
                    <a:pt x="197" y="1"/>
                  </a:moveTo>
                  <a:cubicBezTo>
                    <a:pt x="102" y="1"/>
                    <a:pt x="17" y="70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73" y="361"/>
                  </a:lnTo>
                  <a:cubicBezTo>
                    <a:pt x="1269" y="361"/>
                    <a:pt x="1354" y="291"/>
                    <a:pt x="1362" y="196"/>
                  </a:cubicBezTo>
                  <a:cubicBezTo>
                    <a:pt x="1370" y="90"/>
                    <a:pt x="1287" y="1"/>
                    <a:pt x="1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71"/>
            <p:cNvSpPr/>
            <p:nvPr/>
          </p:nvSpPr>
          <p:spPr>
            <a:xfrm>
              <a:off x="6410162" y="1009943"/>
              <a:ext cx="51902" cy="13676"/>
            </a:xfrm>
            <a:custGeom>
              <a:rect b="b" l="l" r="r" t="t"/>
              <a:pathLst>
                <a:path extrusionOk="0" h="361" w="1370">
                  <a:moveTo>
                    <a:pt x="197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0" y="270"/>
                    <a:pt x="84" y="360"/>
                    <a:pt x="189" y="360"/>
                  </a:cubicBezTo>
                  <a:lnTo>
                    <a:pt x="1171" y="360"/>
                  </a:lnTo>
                  <a:cubicBezTo>
                    <a:pt x="1268" y="360"/>
                    <a:pt x="1353" y="290"/>
                    <a:pt x="1360" y="197"/>
                  </a:cubicBezTo>
                  <a:cubicBezTo>
                    <a:pt x="1369" y="89"/>
                    <a:pt x="1286" y="0"/>
                    <a:pt x="11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71"/>
            <p:cNvSpPr/>
            <p:nvPr/>
          </p:nvSpPr>
          <p:spPr>
            <a:xfrm>
              <a:off x="6410162" y="1040895"/>
              <a:ext cx="51940" cy="13714"/>
            </a:xfrm>
            <a:custGeom>
              <a:rect b="b" l="l" r="r" t="t"/>
              <a:pathLst>
                <a:path extrusionOk="0" h="362" w="1371">
                  <a:moveTo>
                    <a:pt x="197" y="0"/>
                  </a:moveTo>
                  <a:cubicBezTo>
                    <a:pt x="102" y="0"/>
                    <a:pt x="17" y="69"/>
                    <a:pt x="9" y="163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73" y="361"/>
                  </a:lnTo>
                  <a:cubicBezTo>
                    <a:pt x="1269" y="361"/>
                    <a:pt x="1354" y="292"/>
                    <a:pt x="1362" y="196"/>
                  </a:cubicBezTo>
                  <a:cubicBezTo>
                    <a:pt x="1370" y="89"/>
                    <a:pt x="1287" y="0"/>
                    <a:pt x="11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71"/>
            <p:cNvSpPr/>
            <p:nvPr/>
          </p:nvSpPr>
          <p:spPr>
            <a:xfrm>
              <a:off x="6410162" y="1070748"/>
              <a:ext cx="51940" cy="13639"/>
            </a:xfrm>
            <a:custGeom>
              <a:rect b="b" l="l" r="r" t="t"/>
              <a:pathLst>
                <a:path extrusionOk="0" h="360" w="1371">
                  <a:moveTo>
                    <a:pt x="197" y="1"/>
                  </a:moveTo>
                  <a:cubicBezTo>
                    <a:pt x="102" y="1"/>
                    <a:pt x="17" y="70"/>
                    <a:pt x="9" y="165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1173" y="360"/>
                  </a:lnTo>
                  <a:cubicBezTo>
                    <a:pt x="1269" y="360"/>
                    <a:pt x="1354" y="291"/>
                    <a:pt x="1362" y="197"/>
                  </a:cubicBezTo>
                  <a:cubicBezTo>
                    <a:pt x="1370" y="90"/>
                    <a:pt x="1287" y="1"/>
                    <a:pt x="1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71"/>
            <p:cNvSpPr/>
            <p:nvPr/>
          </p:nvSpPr>
          <p:spPr>
            <a:xfrm>
              <a:off x="6410162" y="1101776"/>
              <a:ext cx="51902" cy="13714"/>
            </a:xfrm>
            <a:custGeom>
              <a:rect b="b" l="l" r="r" t="t"/>
              <a:pathLst>
                <a:path extrusionOk="0" h="362" w="1370">
                  <a:moveTo>
                    <a:pt x="197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1171" y="361"/>
                  </a:lnTo>
                  <a:cubicBezTo>
                    <a:pt x="1268" y="361"/>
                    <a:pt x="1353" y="292"/>
                    <a:pt x="1360" y="198"/>
                  </a:cubicBezTo>
                  <a:cubicBezTo>
                    <a:pt x="1369" y="90"/>
                    <a:pt x="1286" y="1"/>
                    <a:pt x="1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6" name="Google Shape;3056;p71"/>
          <p:cNvGrpSpPr/>
          <p:nvPr/>
        </p:nvGrpSpPr>
        <p:grpSpPr>
          <a:xfrm>
            <a:off x="5498230" y="1339588"/>
            <a:ext cx="449618" cy="398061"/>
            <a:chOff x="5553999" y="740543"/>
            <a:chExt cx="476745" cy="422077"/>
          </a:xfrm>
        </p:grpSpPr>
        <p:sp>
          <p:nvSpPr>
            <p:cNvPr id="3057" name="Google Shape;3057;p71"/>
            <p:cNvSpPr/>
            <p:nvPr/>
          </p:nvSpPr>
          <p:spPr>
            <a:xfrm>
              <a:off x="5553999" y="740543"/>
              <a:ext cx="476745" cy="422077"/>
            </a:xfrm>
            <a:custGeom>
              <a:rect b="b" l="l" r="r" t="t"/>
              <a:pathLst>
                <a:path extrusionOk="0" h="11141" w="12584">
                  <a:moveTo>
                    <a:pt x="12223" y="1967"/>
                  </a:moveTo>
                  <a:lnTo>
                    <a:pt x="12223" y="10529"/>
                  </a:lnTo>
                  <a:cubicBezTo>
                    <a:pt x="12223" y="10667"/>
                    <a:pt x="12110" y="10780"/>
                    <a:pt x="11971" y="10780"/>
                  </a:cubicBezTo>
                  <a:lnTo>
                    <a:pt x="613" y="10780"/>
                  </a:lnTo>
                  <a:cubicBezTo>
                    <a:pt x="475" y="10780"/>
                    <a:pt x="362" y="10667"/>
                    <a:pt x="362" y="10529"/>
                  </a:cubicBezTo>
                  <a:lnTo>
                    <a:pt x="362" y="1967"/>
                  </a:lnTo>
                  <a:close/>
                  <a:moveTo>
                    <a:pt x="622" y="1"/>
                  </a:moveTo>
                  <a:cubicBezTo>
                    <a:pt x="278" y="1"/>
                    <a:pt x="1" y="278"/>
                    <a:pt x="1" y="622"/>
                  </a:cubicBezTo>
                  <a:lnTo>
                    <a:pt x="1" y="10520"/>
                  </a:lnTo>
                  <a:cubicBezTo>
                    <a:pt x="1" y="10863"/>
                    <a:pt x="278" y="11140"/>
                    <a:pt x="622" y="11140"/>
                  </a:cubicBezTo>
                  <a:lnTo>
                    <a:pt x="11962" y="11140"/>
                  </a:lnTo>
                  <a:cubicBezTo>
                    <a:pt x="12305" y="11140"/>
                    <a:pt x="12583" y="10863"/>
                    <a:pt x="12583" y="10520"/>
                  </a:cubicBezTo>
                  <a:lnTo>
                    <a:pt x="12583" y="622"/>
                  </a:lnTo>
                  <a:cubicBezTo>
                    <a:pt x="12584" y="278"/>
                    <a:pt x="12305" y="1"/>
                    <a:pt x="11964" y="1"/>
                  </a:cubicBezTo>
                  <a:lnTo>
                    <a:pt x="9236" y="1"/>
                  </a:lnTo>
                  <a:cubicBezTo>
                    <a:pt x="9141" y="1"/>
                    <a:pt x="9055" y="71"/>
                    <a:pt x="9048" y="165"/>
                  </a:cubicBezTo>
                  <a:cubicBezTo>
                    <a:pt x="9038" y="272"/>
                    <a:pt x="9122" y="361"/>
                    <a:pt x="9227" y="361"/>
                  </a:cubicBezTo>
                  <a:lnTo>
                    <a:pt x="11972" y="361"/>
                  </a:lnTo>
                  <a:cubicBezTo>
                    <a:pt x="12111" y="361"/>
                    <a:pt x="12223" y="474"/>
                    <a:pt x="12223" y="612"/>
                  </a:cubicBezTo>
                  <a:lnTo>
                    <a:pt x="12223" y="1574"/>
                  </a:lnTo>
                  <a:lnTo>
                    <a:pt x="362" y="1574"/>
                  </a:lnTo>
                  <a:lnTo>
                    <a:pt x="362" y="553"/>
                  </a:lnTo>
                  <a:cubicBezTo>
                    <a:pt x="362" y="446"/>
                    <a:pt x="448" y="361"/>
                    <a:pt x="554" y="361"/>
                  </a:cubicBezTo>
                  <a:lnTo>
                    <a:pt x="8393" y="361"/>
                  </a:lnTo>
                  <a:cubicBezTo>
                    <a:pt x="8441" y="361"/>
                    <a:pt x="8487" y="337"/>
                    <a:pt x="8514" y="298"/>
                  </a:cubicBezTo>
                  <a:cubicBezTo>
                    <a:pt x="8612" y="154"/>
                    <a:pt x="8508" y="1"/>
                    <a:pt x="83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71"/>
            <p:cNvSpPr/>
            <p:nvPr/>
          </p:nvSpPr>
          <p:spPr>
            <a:xfrm>
              <a:off x="5603022" y="767289"/>
              <a:ext cx="18677" cy="18677"/>
            </a:xfrm>
            <a:custGeom>
              <a:rect b="b" l="l" r="r" t="t"/>
              <a:pathLst>
                <a:path extrusionOk="0" h="493" w="493">
                  <a:moveTo>
                    <a:pt x="244" y="1"/>
                  </a:moveTo>
                  <a:cubicBezTo>
                    <a:pt x="109" y="1"/>
                    <a:pt x="0" y="111"/>
                    <a:pt x="0" y="247"/>
                  </a:cubicBezTo>
                  <a:cubicBezTo>
                    <a:pt x="0" y="383"/>
                    <a:pt x="110" y="493"/>
                    <a:pt x="246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6" y="1"/>
                  </a:cubicBezTo>
                  <a:cubicBezTo>
                    <a:pt x="246" y="1"/>
                    <a:pt x="245" y="1"/>
                    <a:pt x="2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71"/>
            <p:cNvSpPr/>
            <p:nvPr/>
          </p:nvSpPr>
          <p:spPr>
            <a:xfrm>
              <a:off x="5638710" y="767289"/>
              <a:ext cx="18715" cy="18677"/>
            </a:xfrm>
            <a:custGeom>
              <a:rect b="b" l="l" r="r" t="t"/>
              <a:pathLst>
                <a:path extrusionOk="0" h="493" w="494">
                  <a:moveTo>
                    <a:pt x="245" y="1"/>
                  </a:moveTo>
                  <a:cubicBezTo>
                    <a:pt x="110" y="1"/>
                    <a:pt x="1" y="111"/>
                    <a:pt x="1" y="247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7" y="1"/>
                  </a:cubicBezTo>
                  <a:cubicBezTo>
                    <a:pt x="246" y="1"/>
                    <a:pt x="246" y="1"/>
                    <a:pt x="2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71"/>
            <p:cNvSpPr/>
            <p:nvPr/>
          </p:nvSpPr>
          <p:spPr>
            <a:xfrm>
              <a:off x="5674511" y="767289"/>
              <a:ext cx="18639" cy="18677"/>
            </a:xfrm>
            <a:custGeom>
              <a:rect b="b" l="l" r="r" t="t"/>
              <a:pathLst>
                <a:path extrusionOk="0" h="493" w="492">
                  <a:moveTo>
                    <a:pt x="244" y="1"/>
                  </a:moveTo>
                  <a:cubicBezTo>
                    <a:pt x="110" y="1"/>
                    <a:pt x="1" y="111"/>
                    <a:pt x="1" y="247"/>
                  </a:cubicBezTo>
                  <a:cubicBezTo>
                    <a:pt x="1" y="383"/>
                    <a:pt x="111" y="493"/>
                    <a:pt x="246" y="493"/>
                  </a:cubicBezTo>
                  <a:cubicBezTo>
                    <a:pt x="382" y="493"/>
                    <a:pt x="492" y="383"/>
                    <a:pt x="492" y="247"/>
                  </a:cubicBezTo>
                  <a:cubicBezTo>
                    <a:pt x="492" y="111"/>
                    <a:pt x="382" y="1"/>
                    <a:pt x="246" y="1"/>
                  </a:cubicBezTo>
                  <a:cubicBezTo>
                    <a:pt x="245" y="1"/>
                    <a:pt x="244" y="1"/>
                    <a:pt x="2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71"/>
            <p:cNvSpPr/>
            <p:nvPr/>
          </p:nvSpPr>
          <p:spPr>
            <a:xfrm>
              <a:off x="5711866" y="985166"/>
              <a:ext cx="53077" cy="61146"/>
            </a:xfrm>
            <a:custGeom>
              <a:rect b="b" l="l" r="r" t="t"/>
              <a:pathLst>
                <a:path extrusionOk="0" h="1614" w="1401">
                  <a:moveTo>
                    <a:pt x="700" y="663"/>
                  </a:moveTo>
                  <a:lnTo>
                    <a:pt x="809" y="948"/>
                  </a:lnTo>
                  <a:lnTo>
                    <a:pt x="592" y="948"/>
                  </a:lnTo>
                  <a:lnTo>
                    <a:pt x="700" y="663"/>
                  </a:lnTo>
                  <a:close/>
                  <a:moveTo>
                    <a:pt x="702" y="1"/>
                  </a:moveTo>
                  <a:cubicBezTo>
                    <a:pt x="615" y="1"/>
                    <a:pt x="538" y="53"/>
                    <a:pt x="505" y="134"/>
                  </a:cubicBezTo>
                  <a:cubicBezTo>
                    <a:pt x="505" y="135"/>
                    <a:pt x="504" y="136"/>
                    <a:pt x="504" y="137"/>
                  </a:cubicBezTo>
                  <a:lnTo>
                    <a:pt x="37" y="1364"/>
                  </a:lnTo>
                  <a:cubicBezTo>
                    <a:pt x="0" y="1460"/>
                    <a:pt x="48" y="1565"/>
                    <a:pt x="143" y="1602"/>
                  </a:cubicBezTo>
                  <a:cubicBezTo>
                    <a:pt x="163" y="1610"/>
                    <a:pt x="185" y="1614"/>
                    <a:pt x="207" y="1614"/>
                  </a:cubicBezTo>
                  <a:cubicBezTo>
                    <a:pt x="281" y="1614"/>
                    <a:pt x="352" y="1569"/>
                    <a:pt x="381" y="1496"/>
                  </a:cubicBezTo>
                  <a:lnTo>
                    <a:pt x="452" y="1309"/>
                  </a:lnTo>
                  <a:lnTo>
                    <a:pt x="948" y="1309"/>
                  </a:lnTo>
                  <a:lnTo>
                    <a:pt x="1016" y="1488"/>
                  </a:lnTo>
                  <a:cubicBezTo>
                    <a:pt x="1044" y="1563"/>
                    <a:pt x="1116" y="1613"/>
                    <a:pt x="1192" y="1613"/>
                  </a:cubicBezTo>
                  <a:cubicBezTo>
                    <a:pt x="1206" y="1613"/>
                    <a:pt x="1219" y="1612"/>
                    <a:pt x="1233" y="1608"/>
                  </a:cubicBezTo>
                  <a:cubicBezTo>
                    <a:pt x="1343" y="1581"/>
                    <a:pt x="1400" y="1467"/>
                    <a:pt x="1363" y="1363"/>
                  </a:cubicBezTo>
                  <a:lnTo>
                    <a:pt x="901" y="139"/>
                  </a:lnTo>
                  <a:cubicBezTo>
                    <a:pt x="901" y="137"/>
                    <a:pt x="900" y="135"/>
                    <a:pt x="898" y="134"/>
                  </a:cubicBezTo>
                  <a:cubicBezTo>
                    <a:pt x="865" y="53"/>
                    <a:pt x="788" y="1"/>
                    <a:pt x="7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71"/>
            <p:cNvSpPr/>
            <p:nvPr/>
          </p:nvSpPr>
          <p:spPr>
            <a:xfrm>
              <a:off x="5861890" y="985810"/>
              <a:ext cx="45955" cy="60275"/>
            </a:xfrm>
            <a:custGeom>
              <a:rect b="b" l="l" r="r" t="t"/>
              <a:pathLst>
                <a:path extrusionOk="0" h="1591" w="1213">
                  <a:moveTo>
                    <a:pt x="186" y="1"/>
                  </a:moveTo>
                  <a:cubicBezTo>
                    <a:pt x="149" y="1"/>
                    <a:pt x="111" y="12"/>
                    <a:pt x="77" y="36"/>
                  </a:cubicBezTo>
                  <a:cubicBezTo>
                    <a:pt x="27" y="72"/>
                    <a:pt x="0" y="129"/>
                    <a:pt x="0" y="190"/>
                  </a:cubicBezTo>
                  <a:lnTo>
                    <a:pt x="0" y="1402"/>
                  </a:lnTo>
                  <a:cubicBezTo>
                    <a:pt x="0" y="1497"/>
                    <a:pt x="69" y="1583"/>
                    <a:pt x="164" y="1590"/>
                  </a:cubicBezTo>
                  <a:cubicBezTo>
                    <a:pt x="169" y="1591"/>
                    <a:pt x="175" y="1591"/>
                    <a:pt x="180" y="1591"/>
                  </a:cubicBezTo>
                  <a:cubicBezTo>
                    <a:pt x="280" y="1591"/>
                    <a:pt x="360" y="1510"/>
                    <a:pt x="360" y="1411"/>
                  </a:cubicBezTo>
                  <a:lnTo>
                    <a:pt x="360" y="774"/>
                  </a:lnTo>
                  <a:lnTo>
                    <a:pt x="854" y="1490"/>
                  </a:lnTo>
                  <a:cubicBezTo>
                    <a:pt x="901" y="1558"/>
                    <a:pt x="963" y="1582"/>
                    <a:pt x="1019" y="1582"/>
                  </a:cubicBezTo>
                  <a:cubicBezTo>
                    <a:pt x="1040" y="1582"/>
                    <a:pt x="1059" y="1579"/>
                    <a:pt x="1077" y="1573"/>
                  </a:cubicBezTo>
                  <a:cubicBezTo>
                    <a:pt x="1108" y="1563"/>
                    <a:pt x="1213" y="1519"/>
                    <a:pt x="1213" y="1369"/>
                  </a:cubicBezTo>
                  <a:lnTo>
                    <a:pt x="1213" y="183"/>
                  </a:lnTo>
                  <a:cubicBezTo>
                    <a:pt x="1213" y="83"/>
                    <a:pt x="1132" y="2"/>
                    <a:pt x="1033" y="2"/>
                  </a:cubicBezTo>
                  <a:cubicBezTo>
                    <a:pt x="933" y="2"/>
                    <a:pt x="853" y="83"/>
                    <a:pt x="853" y="183"/>
                  </a:cubicBezTo>
                  <a:lnTo>
                    <a:pt x="853" y="825"/>
                  </a:lnTo>
                  <a:lnTo>
                    <a:pt x="338" y="81"/>
                  </a:lnTo>
                  <a:cubicBezTo>
                    <a:pt x="303" y="30"/>
                    <a:pt x="245" y="1"/>
                    <a:pt x="1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71"/>
            <p:cNvSpPr/>
            <p:nvPr/>
          </p:nvSpPr>
          <p:spPr>
            <a:xfrm>
              <a:off x="5607417" y="986416"/>
              <a:ext cx="29891" cy="61109"/>
            </a:xfrm>
            <a:custGeom>
              <a:rect b="b" l="l" r="r" t="t"/>
              <a:pathLst>
                <a:path extrusionOk="0" h="1613" w="789">
                  <a:moveTo>
                    <a:pt x="181" y="0"/>
                  </a:moveTo>
                  <a:cubicBezTo>
                    <a:pt x="82" y="0"/>
                    <a:pt x="2" y="82"/>
                    <a:pt x="2" y="184"/>
                  </a:cubicBezTo>
                  <a:lnTo>
                    <a:pt x="2" y="1428"/>
                  </a:lnTo>
                  <a:cubicBezTo>
                    <a:pt x="1" y="1517"/>
                    <a:pt x="64" y="1596"/>
                    <a:pt x="150" y="1612"/>
                  </a:cubicBezTo>
                  <a:cubicBezTo>
                    <a:pt x="150" y="1612"/>
                    <a:pt x="292" y="1613"/>
                    <a:pt x="428" y="1613"/>
                  </a:cubicBezTo>
                  <a:cubicBezTo>
                    <a:pt x="496" y="1613"/>
                    <a:pt x="562" y="1613"/>
                    <a:pt x="609" y="1612"/>
                  </a:cubicBezTo>
                  <a:cubicBezTo>
                    <a:pt x="709" y="1612"/>
                    <a:pt x="788" y="1528"/>
                    <a:pt x="788" y="1427"/>
                  </a:cubicBezTo>
                  <a:cubicBezTo>
                    <a:pt x="788" y="1326"/>
                    <a:pt x="706" y="1243"/>
                    <a:pt x="607" y="1243"/>
                  </a:cubicBezTo>
                  <a:lnTo>
                    <a:pt x="606" y="1243"/>
                  </a:lnTo>
                  <a:cubicBezTo>
                    <a:pt x="522" y="1243"/>
                    <a:pt x="434" y="1244"/>
                    <a:pt x="361" y="1244"/>
                  </a:cubicBezTo>
                  <a:lnTo>
                    <a:pt x="361" y="191"/>
                  </a:lnTo>
                  <a:cubicBezTo>
                    <a:pt x="361" y="95"/>
                    <a:pt x="292" y="10"/>
                    <a:pt x="197" y="1"/>
                  </a:cubicBezTo>
                  <a:cubicBezTo>
                    <a:pt x="192" y="1"/>
                    <a:pt x="187" y="0"/>
                    <a:pt x="1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71"/>
            <p:cNvSpPr/>
            <p:nvPr/>
          </p:nvSpPr>
          <p:spPr>
            <a:xfrm>
              <a:off x="5833325" y="987894"/>
              <a:ext cx="13714" cy="57661"/>
            </a:xfrm>
            <a:custGeom>
              <a:rect b="b" l="l" r="r" t="t"/>
              <a:pathLst>
                <a:path extrusionOk="0" h="1522" w="362">
                  <a:moveTo>
                    <a:pt x="181" y="1"/>
                  </a:moveTo>
                  <a:cubicBezTo>
                    <a:pt x="82" y="1"/>
                    <a:pt x="0" y="83"/>
                    <a:pt x="0" y="182"/>
                  </a:cubicBezTo>
                  <a:lnTo>
                    <a:pt x="0" y="1332"/>
                  </a:lnTo>
                  <a:cubicBezTo>
                    <a:pt x="0" y="1428"/>
                    <a:pt x="69" y="1513"/>
                    <a:pt x="163" y="1521"/>
                  </a:cubicBezTo>
                  <a:cubicBezTo>
                    <a:pt x="169" y="1521"/>
                    <a:pt x="175" y="1521"/>
                    <a:pt x="180" y="1521"/>
                  </a:cubicBezTo>
                  <a:cubicBezTo>
                    <a:pt x="280" y="1521"/>
                    <a:pt x="360" y="1441"/>
                    <a:pt x="360" y="1341"/>
                  </a:cubicBezTo>
                  <a:lnTo>
                    <a:pt x="360" y="181"/>
                  </a:lnTo>
                  <a:cubicBezTo>
                    <a:pt x="361" y="80"/>
                    <a:pt x="281" y="1"/>
                    <a:pt x="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71"/>
            <p:cNvSpPr/>
            <p:nvPr/>
          </p:nvSpPr>
          <p:spPr>
            <a:xfrm>
              <a:off x="5775020" y="987553"/>
              <a:ext cx="45348" cy="59669"/>
            </a:xfrm>
            <a:custGeom>
              <a:rect b="b" l="l" r="r" t="t"/>
              <a:pathLst>
                <a:path extrusionOk="0" h="1575" w="1197">
                  <a:moveTo>
                    <a:pt x="514" y="361"/>
                  </a:moveTo>
                  <a:cubicBezTo>
                    <a:pt x="795" y="361"/>
                    <a:pt x="817" y="681"/>
                    <a:pt x="817" y="780"/>
                  </a:cubicBezTo>
                  <a:cubicBezTo>
                    <a:pt x="816" y="985"/>
                    <a:pt x="725" y="1194"/>
                    <a:pt x="521" y="1198"/>
                  </a:cubicBezTo>
                  <a:cubicBezTo>
                    <a:pt x="482" y="1199"/>
                    <a:pt x="419" y="1199"/>
                    <a:pt x="359" y="1199"/>
                  </a:cubicBezTo>
                  <a:cubicBezTo>
                    <a:pt x="359" y="1058"/>
                    <a:pt x="357" y="506"/>
                    <a:pt x="357" y="361"/>
                  </a:cubicBezTo>
                  <a:close/>
                  <a:moveTo>
                    <a:pt x="184" y="0"/>
                  </a:moveTo>
                  <a:cubicBezTo>
                    <a:pt x="136" y="0"/>
                    <a:pt x="89" y="20"/>
                    <a:pt x="55" y="55"/>
                  </a:cubicBezTo>
                  <a:cubicBezTo>
                    <a:pt x="20" y="88"/>
                    <a:pt x="1" y="136"/>
                    <a:pt x="1" y="186"/>
                  </a:cubicBezTo>
                  <a:lnTo>
                    <a:pt x="4" y="1391"/>
                  </a:lnTo>
                  <a:cubicBezTo>
                    <a:pt x="4" y="1440"/>
                    <a:pt x="24" y="1487"/>
                    <a:pt x="57" y="1521"/>
                  </a:cubicBezTo>
                  <a:cubicBezTo>
                    <a:pt x="92" y="1555"/>
                    <a:pt x="139" y="1575"/>
                    <a:pt x="187" y="1575"/>
                  </a:cubicBezTo>
                  <a:cubicBezTo>
                    <a:pt x="197" y="1575"/>
                    <a:pt x="440" y="1574"/>
                    <a:pt x="538" y="1571"/>
                  </a:cubicBezTo>
                  <a:cubicBezTo>
                    <a:pt x="919" y="1565"/>
                    <a:pt x="1195" y="1235"/>
                    <a:pt x="1195" y="788"/>
                  </a:cubicBezTo>
                  <a:cubicBezTo>
                    <a:pt x="1197" y="317"/>
                    <a:pt x="926" y="0"/>
                    <a:pt x="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71"/>
            <p:cNvSpPr/>
            <p:nvPr/>
          </p:nvSpPr>
          <p:spPr>
            <a:xfrm>
              <a:off x="5909701" y="986795"/>
              <a:ext cx="66678" cy="59820"/>
            </a:xfrm>
            <a:custGeom>
              <a:rect b="b" l="l" r="r" t="t"/>
              <a:pathLst>
                <a:path extrusionOk="0" h="1579" w="1760">
                  <a:moveTo>
                    <a:pt x="1054" y="1"/>
                  </a:moveTo>
                  <a:cubicBezTo>
                    <a:pt x="860" y="1"/>
                    <a:pt x="658" y="71"/>
                    <a:pt x="478" y="220"/>
                  </a:cubicBezTo>
                  <a:cubicBezTo>
                    <a:pt x="466" y="232"/>
                    <a:pt x="455" y="244"/>
                    <a:pt x="445" y="256"/>
                  </a:cubicBezTo>
                  <a:cubicBezTo>
                    <a:pt x="0" y="893"/>
                    <a:pt x="448" y="1579"/>
                    <a:pt x="1054" y="1579"/>
                  </a:cubicBezTo>
                  <a:cubicBezTo>
                    <a:pt x="1470" y="1579"/>
                    <a:pt x="1760" y="1254"/>
                    <a:pt x="1760" y="790"/>
                  </a:cubicBezTo>
                  <a:cubicBezTo>
                    <a:pt x="1760" y="691"/>
                    <a:pt x="1679" y="610"/>
                    <a:pt x="1580" y="610"/>
                  </a:cubicBezTo>
                  <a:lnTo>
                    <a:pt x="1146" y="610"/>
                  </a:lnTo>
                  <a:cubicBezTo>
                    <a:pt x="1136" y="610"/>
                    <a:pt x="1125" y="614"/>
                    <a:pt x="1117" y="622"/>
                  </a:cubicBezTo>
                  <a:cubicBezTo>
                    <a:pt x="953" y="779"/>
                    <a:pt x="1062" y="971"/>
                    <a:pt x="1216" y="971"/>
                  </a:cubicBezTo>
                  <a:lnTo>
                    <a:pt x="1376" y="971"/>
                  </a:lnTo>
                  <a:cubicBezTo>
                    <a:pt x="1323" y="1151"/>
                    <a:pt x="1185" y="1219"/>
                    <a:pt x="1056" y="1219"/>
                  </a:cubicBezTo>
                  <a:cubicBezTo>
                    <a:pt x="727" y="1219"/>
                    <a:pt x="483" y="847"/>
                    <a:pt x="724" y="501"/>
                  </a:cubicBezTo>
                  <a:cubicBezTo>
                    <a:pt x="729" y="493"/>
                    <a:pt x="737" y="487"/>
                    <a:pt x="743" y="480"/>
                  </a:cubicBezTo>
                  <a:cubicBezTo>
                    <a:pt x="840" y="399"/>
                    <a:pt x="950" y="361"/>
                    <a:pt x="1055" y="361"/>
                  </a:cubicBezTo>
                  <a:cubicBezTo>
                    <a:pt x="1161" y="361"/>
                    <a:pt x="1262" y="399"/>
                    <a:pt x="1341" y="471"/>
                  </a:cubicBezTo>
                  <a:cubicBezTo>
                    <a:pt x="1349" y="478"/>
                    <a:pt x="1359" y="481"/>
                    <a:pt x="1369" y="481"/>
                  </a:cubicBezTo>
                  <a:cubicBezTo>
                    <a:pt x="1370" y="481"/>
                    <a:pt x="1372" y="481"/>
                    <a:pt x="1373" y="481"/>
                  </a:cubicBezTo>
                  <a:cubicBezTo>
                    <a:pt x="1606" y="448"/>
                    <a:pt x="1625" y="223"/>
                    <a:pt x="1496" y="136"/>
                  </a:cubicBezTo>
                  <a:cubicBezTo>
                    <a:pt x="1365" y="48"/>
                    <a:pt x="1212" y="1"/>
                    <a:pt x="10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71"/>
            <p:cNvSpPr/>
            <p:nvPr/>
          </p:nvSpPr>
          <p:spPr>
            <a:xfrm>
              <a:off x="5644771" y="985772"/>
              <a:ext cx="61109" cy="61146"/>
            </a:xfrm>
            <a:custGeom>
              <a:rect b="b" l="l" r="r" t="t"/>
              <a:pathLst>
                <a:path extrusionOk="0" h="1614" w="1613">
                  <a:moveTo>
                    <a:pt x="807" y="369"/>
                  </a:moveTo>
                  <a:cubicBezTo>
                    <a:pt x="1048" y="369"/>
                    <a:pt x="1244" y="565"/>
                    <a:pt x="1244" y="807"/>
                  </a:cubicBezTo>
                  <a:cubicBezTo>
                    <a:pt x="1244" y="1050"/>
                    <a:pt x="1048" y="1246"/>
                    <a:pt x="807" y="1246"/>
                  </a:cubicBezTo>
                  <a:cubicBezTo>
                    <a:pt x="566" y="1246"/>
                    <a:pt x="368" y="1050"/>
                    <a:pt x="368" y="807"/>
                  </a:cubicBezTo>
                  <a:cubicBezTo>
                    <a:pt x="368" y="566"/>
                    <a:pt x="564" y="369"/>
                    <a:pt x="807" y="369"/>
                  </a:cubicBezTo>
                  <a:close/>
                  <a:moveTo>
                    <a:pt x="807" y="0"/>
                  </a:moveTo>
                  <a:cubicBezTo>
                    <a:pt x="361" y="0"/>
                    <a:pt x="0" y="362"/>
                    <a:pt x="0" y="807"/>
                  </a:cubicBezTo>
                  <a:cubicBezTo>
                    <a:pt x="0" y="1252"/>
                    <a:pt x="361" y="1613"/>
                    <a:pt x="807" y="1613"/>
                  </a:cubicBezTo>
                  <a:cubicBezTo>
                    <a:pt x="1252" y="1613"/>
                    <a:pt x="1613" y="1252"/>
                    <a:pt x="1613" y="807"/>
                  </a:cubicBezTo>
                  <a:cubicBezTo>
                    <a:pt x="1613" y="364"/>
                    <a:pt x="1252" y="0"/>
                    <a:pt x="8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71"/>
            <p:cNvSpPr/>
            <p:nvPr/>
          </p:nvSpPr>
          <p:spPr>
            <a:xfrm>
              <a:off x="5607379" y="916746"/>
              <a:ext cx="369985" cy="47318"/>
            </a:xfrm>
            <a:custGeom>
              <a:rect b="b" l="l" r="r" t="t"/>
              <a:pathLst>
                <a:path extrusionOk="0" h="1249" w="9766">
                  <a:moveTo>
                    <a:pt x="2131" y="363"/>
                  </a:moveTo>
                  <a:lnTo>
                    <a:pt x="2131" y="887"/>
                  </a:lnTo>
                  <a:lnTo>
                    <a:pt x="362" y="887"/>
                  </a:lnTo>
                  <a:lnTo>
                    <a:pt x="362" y="363"/>
                  </a:lnTo>
                  <a:close/>
                  <a:moveTo>
                    <a:pt x="185" y="1"/>
                  </a:moveTo>
                  <a:cubicBezTo>
                    <a:pt x="83" y="1"/>
                    <a:pt x="0" y="84"/>
                    <a:pt x="0" y="186"/>
                  </a:cubicBezTo>
                  <a:lnTo>
                    <a:pt x="0" y="1065"/>
                  </a:lnTo>
                  <a:cubicBezTo>
                    <a:pt x="2" y="1166"/>
                    <a:pt x="84" y="1246"/>
                    <a:pt x="187" y="1246"/>
                  </a:cubicBezTo>
                  <a:lnTo>
                    <a:pt x="3188" y="1246"/>
                  </a:lnTo>
                  <a:cubicBezTo>
                    <a:pt x="3283" y="1246"/>
                    <a:pt x="3368" y="1177"/>
                    <a:pt x="3376" y="1083"/>
                  </a:cubicBezTo>
                  <a:cubicBezTo>
                    <a:pt x="3386" y="976"/>
                    <a:pt x="3301" y="887"/>
                    <a:pt x="3196" y="887"/>
                  </a:cubicBezTo>
                  <a:lnTo>
                    <a:pt x="2525" y="887"/>
                  </a:lnTo>
                  <a:lnTo>
                    <a:pt x="2525" y="363"/>
                  </a:lnTo>
                  <a:lnTo>
                    <a:pt x="9406" y="363"/>
                  </a:lnTo>
                  <a:lnTo>
                    <a:pt x="9406" y="887"/>
                  </a:lnTo>
                  <a:lnTo>
                    <a:pt x="4075" y="887"/>
                  </a:lnTo>
                  <a:cubicBezTo>
                    <a:pt x="3987" y="887"/>
                    <a:pt x="3906" y="944"/>
                    <a:pt x="3889" y="1031"/>
                  </a:cubicBezTo>
                  <a:cubicBezTo>
                    <a:pt x="3865" y="1146"/>
                    <a:pt x="3955" y="1248"/>
                    <a:pt x="4069" y="1248"/>
                  </a:cubicBezTo>
                  <a:lnTo>
                    <a:pt x="9582" y="1248"/>
                  </a:lnTo>
                  <a:cubicBezTo>
                    <a:pt x="9683" y="1248"/>
                    <a:pt x="9766" y="1166"/>
                    <a:pt x="9766" y="1063"/>
                  </a:cubicBezTo>
                  <a:lnTo>
                    <a:pt x="9766" y="186"/>
                  </a:lnTo>
                  <a:cubicBezTo>
                    <a:pt x="9766" y="84"/>
                    <a:pt x="9683" y="1"/>
                    <a:pt x="9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9" name="Google Shape;3069;p71"/>
          <p:cNvGrpSpPr/>
          <p:nvPr/>
        </p:nvGrpSpPr>
        <p:grpSpPr>
          <a:xfrm>
            <a:off x="4839738" y="1313863"/>
            <a:ext cx="248462" cy="449511"/>
            <a:chOff x="4855778" y="713265"/>
            <a:chExt cx="263452" cy="476631"/>
          </a:xfrm>
        </p:grpSpPr>
        <p:sp>
          <p:nvSpPr>
            <p:cNvPr id="3070" name="Google Shape;3070;p71"/>
            <p:cNvSpPr/>
            <p:nvPr/>
          </p:nvSpPr>
          <p:spPr>
            <a:xfrm>
              <a:off x="4973032" y="1139055"/>
              <a:ext cx="29361" cy="13676"/>
            </a:xfrm>
            <a:custGeom>
              <a:rect b="b" l="l" r="r" t="t"/>
              <a:pathLst>
                <a:path extrusionOk="0" h="361" w="775">
                  <a:moveTo>
                    <a:pt x="197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69"/>
                    <a:pt x="84" y="361"/>
                    <a:pt x="189" y="361"/>
                  </a:cubicBezTo>
                  <a:lnTo>
                    <a:pt x="577" y="361"/>
                  </a:lnTo>
                  <a:cubicBezTo>
                    <a:pt x="672" y="361"/>
                    <a:pt x="757" y="290"/>
                    <a:pt x="765" y="196"/>
                  </a:cubicBezTo>
                  <a:cubicBezTo>
                    <a:pt x="775" y="89"/>
                    <a:pt x="691" y="0"/>
                    <a:pt x="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71"/>
            <p:cNvSpPr/>
            <p:nvPr/>
          </p:nvSpPr>
          <p:spPr>
            <a:xfrm>
              <a:off x="4855968" y="893712"/>
              <a:ext cx="263149" cy="296185"/>
            </a:xfrm>
            <a:custGeom>
              <a:rect b="b" l="l" r="r" t="t"/>
              <a:pathLst>
                <a:path extrusionOk="0" h="7818" w="6946">
                  <a:moveTo>
                    <a:pt x="6586" y="5853"/>
                  </a:moveTo>
                  <a:lnTo>
                    <a:pt x="6586" y="6918"/>
                  </a:lnTo>
                  <a:cubicBezTo>
                    <a:pt x="6586" y="7217"/>
                    <a:pt x="6344" y="7458"/>
                    <a:pt x="6046" y="7458"/>
                  </a:cubicBezTo>
                  <a:lnTo>
                    <a:pt x="901" y="7458"/>
                  </a:lnTo>
                  <a:cubicBezTo>
                    <a:pt x="603" y="7458"/>
                    <a:pt x="360" y="7217"/>
                    <a:pt x="360" y="6918"/>
                  </a:cubicBezTo>
                  <a:lnTo>
                    <a:pt x="360" y="5853"/>
                  </a:lnTo>
                  <a:close/>
                  <a:moveTo>
                    <a:pt x="6767" y="0"/>
                  </a:moveTo>
                  <a:cubicBezTo>
                    <a:pt x="6667" y="0"/>
                    <a:pt x="6586" y="83"/>
                    <a:pt x="6586" y="186"/>
                  </a:cubicBezTo>
                  <a:lnTo>
                    <a:pt x="6586" y="5460"/>
                  </a:lnTo>
                  <a:lnTo>
                    <a:pt x="361" y="5460"/>
                  </a:lnTo>
                  <a:lnTo>
                    <a:pt x="361" y="4749"/>
                  </a:lnTo>
                  <a:cubicBezTo>
                    <a:pt x="361" y="4654"/>
                    <a:pt x="291" y="4568"/>
                    <a:pt x="197" y="4560"/>
                  </a:cubicBezTo>
                  <a:cubicBezTo>
                    <a:pt x="191" y="4559"/>
                    <a:pt x="186" y="4559"/>
                    <a:pt x="181" y="4559"/>
                  </a:cubicBezTo>
                  <a:cubicBezTo>
                    <a:pt x="81" y="4559"/>
                    <a:pt x="1" y="4640"/>
                    <a:pt x="1" y="4743"/>
                  </a:cubicBezTo>
                  <a:lnTo>
                    <a:pt x="1" y="6915"/>
                  </a:lnTo>
                  <a:cubicBezTo>
                    <a:pt x="1" y="7414"/>
                    <a:pt x="405" y="7818"/>
                    <a:pt x="904" y="7818"/>
                  </a:cubicBezTo>
                  <a:lnTo>
                    <a:pt x="6041" y="7818"/>
                  </a:lnTo>
                  <a:cubicBezTo>
                    <a:pt x="6542" y="7818"/>
                    <a:pt x="6946" y="7413"/>
                    <a:pt x="6946" y="6913"/>
                  </a:cubicBezTo>
                  <a:lnTo>
                    <a:pt x="6946" y="184"/>
                  </a:lnTo>
                  <a:cubicBezTo>
                    <a:pt x="6946" y="83"/>
                    <a:pt x="6866" y="0"/>
                    <a:pt x="67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71"/>
            <p:cNvSpPr/>
            <p:nvPr/>
          </p:nvSpPr>
          <p:spPr>
            <a:xfrm>
              <a:off x="4855778" y="713265"/>
              <a:ext cx="263452" cy="335775"/>
            </a:xfrm>
            <a:custGeom>
              <a:rect b="b" l="l" r="r" t="t"/>
              <a:pathLst>
                <a:path extrusionOk="0" h="8863" w="6954">
                  <a:moveTo>
                    <a:pt x="906" y="0"/>
                  </a:moveTo>
                  <a:cubicBezTo>
                    <a:pt x="406" y="0"/>
                    <a:pt x="1" y="405"/>
                    <a:pt x="6" y="906"/>
                  </a:cubicBezTo>
                  <a:lnTo>
                    <a:pt x="6" y="8680"/>
                  </a:lnTo>
                  <a:cubicBezTo>
                    <a:pt x="1" y="8780"/>
                    <a:pt x="82" y="8863"/>
                    <a:pt x="184" y="8863"/>
                  </a:cubicBezTo>
                  <a:cubicBezTo>
                    <a:pt x="284" y="8863"/>
                    <a:pt x="367" y="8780"/>
                    <a:pt x="367" y="8680"/>
                  </a:cubicBezTo>
                  <a:lnTo>
                    <a:pt x="367" y="906"/>
                  </a:lnTo>
                  <a:cubicBezTo>
                    <a:pt x="367" y="609"/>
                    <a:pt x="907" y="360"/>
                    <a:pt x="907" y="360"/>
                  </a:cubicBezTo>
                  <a:lnTo>
                    <a:pt x="6401" y="360"/>
                  </a:lnTo>
                  <a:cubicBezTo>
                    <a:pt x="6506" y="360"/>
                    <a:pt x="6593" y="446"/>
                    <a:pt x="6593" y="552"/>
                  </a:cubicBezTo>
                  <a:lnTo>
                    <a:pt x="6593" y="4144"/>
                  </a:lnTo>
                  <a:cubicBezTo>
                    <a:pt x="6593" y="4162"/>
                    <a:pt x="6600" y="4181"/>
                    <a:pt x="6615" y="4194"/>
                  </a:cubicBezTo>
                  <a:cubicBezTo>
                    <a:pt x="6667" y="4244"/>
                    <a:pt x="6722" y="4265"/>
                    <a:pt x="6773" y="4265"/>
                  </a:cubicBezTo>
                  <a:cubicBezTo>
                    <a:pt x="6873" y="4265"/>
                    <a:pt x="6954" y="4184"/>
                    <a:pt x="6954" y="4085"/>
                  </a:cubicBezTo>
                  <a:lnTo>
                    <a:pt x="6954" y="891"/>
                  </a:lnTo>
                  <a:cubicBezTo>
                    <a:pt x="6951" y="399"/>
                    <a:pt x="6552" y="0"/>
                    <a:pt x="60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71"/>
            <p:cNvSpPr/>
            <p:nvPr/>
          </p:nvSpPr>
          <p:spPr>
            <a:xfrm>
              <a:off x="4888208" y="750468"/>
              <a:ext cx="199919" cy="105585"/>
            </a:xfrm>
            <a:custGeom>
              <a:rect b="b" l="l" r="r" t="t"/>
              <a:pathLst>
                <a:path extrusionOk="0" h="2787" w="5277">
                  <a:moveTo>
                    <a:pt x="4288" y="361"/>
                  </a:moveTo>
                  <a:lnTo>
                    <a:pt x="2626" y="1181"/>
                  </a:lnTo>
                  <a:lnTo>
                    <a:pt x="963" y="361"/>
                  </a:lnTo>
                  <a:close/>
                  <a:moveTo>
                    <a:pt x="361" y="488"/>
                  </a:moveTo>
                  <a:lnTo>
                    <a:pt x="2210" y="1401"/>
                  </a:lnTo>
                  <a:lnTo>
                    <a:pt x="361" y="2313"/>
                  </a:lnTo>
                  <a:lnTo>
                    <a:pt x="361" y="488"/>
                  </a:lnTo>
                  <a:close/>
                  <a:moveTo>
                    <a:pt x="4883" y="488"/>
                  </a:moveTo>
                  <a:lnTo>
                    <a:pt x="4883" y="2313"/>
                  </a:lnTo>
                  <a:lnTo>
                    <a:pt x="3032" y="1401"/>
                  </a:lnTo>
                  <a:lnTo>
                    <a:pt x="4883" y="488"/>
                  </a:lnTo>
                  <a:close/>
                  <a:moveTo>
                    <a:pt x="2627" y="1606"/>
                  </a:moveTo>
                  <a:lnTo>
                    <a:pt x="4289" y="2425"/>
                  </a:lnTo>
                  <a:lnTo>
                    <a:pt x="964" y="2425"/>
                  </a:lnTo>
                  <a:lnTo>
                    <a:pt x="2627" y="1606"/>
                  </a:lnTo>
                  <a:close/>
                  <a:moveTo>
                    <a:pt x="184" y="1"/>
                  </a:moveTo>
                  <a:cubicBezTo>
                    <a:pt x="83" y="1"/>
                    <a:pt x="0" y="83"/>
                    <a:pt x="0" y="184"/>
                  </a:cubicBezTo>
                  <a:lnTo>
                    <a:pt x="0" y="2603"/>
                  </a:lnTo>
                  <a:cubicBezTo>
                    <a:pt x="0" y="2705"/>
                    <a:pt x="83" y="2786"/>
                    <a:pt x="184" y="2786"/>
                  </a:cubicBezTo>
                  <a:lnTo>
                    <a:pt x="5094" y="2786"/>
                  </a:lnTo>
                  <a:cubicBezTo>
                    <a:pt x="5194" y="2786"/>
                    <a:pt x="5277" y="2705"/>
                    <a:pt x="5277" y="2603"/>
                  </a:cubicBezTo>
                  <a:lnTo>
                    <a:pt x="5277" y="184"/>
                  </a:lnTo>
                  <a:cubicBezTo>
                    <a:pt x="5277" y="82"/>
                    <a:pt x="5194" y="1"/>
                    <a:pt x="50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71"/>
            <p:cNvSpPr/>
            <p:nvPr/>
          </p:nvSpPr>
          <p:spPr>
            <a:xfrm>
              <a:off x="4888018" y="875640"/>
              <a:ext cx="64821" cy="75315"/>
            </a:xfrm>
            <a:custGeom>
              <a:rect b="b" l="l" r="r" t="t"/>
              <a:pathLst>
                <a:path extrusionOk="0" h="1988" w="1711">
                  <a:moveTo>
                    <a:pt x="994" y="1"/>
                  </a:moveTo>
                  <a:cubicBezTo>
                    <a:pt x="446" y="1"/>
                    <a:pt x="0" y="448"/>
                    <a:pt x="0" y="995"/>
                  </a:cubicBezTo>
                  <a:cubicBezTo>
                    <a:pt x="0" y="1541"/>
                    <a:pt x="447" y="1988"/>
                    <a:pt x="994" y="1988"/>
                  </a:cubicBezTo>
                  <a:cubicBezTo>
                    <a:pt x="1213" y="1988"/>
                    <a:pt x="1409" y="1915"/>
                    <a:pt x="1561" y="1780"/>
                  </a:cubicBezTo>
                  <a:cubicBezTo>
                    <a:pt x="1591" y="1754"/>
                    <a:pt x="1618" y="1724"/>
                    <a:pt x="1644" y="1693"/>
                  </a:cubicBezTo>
                  <a:cubicBezTo>
                    <a:pt x="1710" y="1617"/>
                    <a:pt x="1700" y="1502"/>
                    <a:pt x="1622" y="1436"/>
                  </a:cubicBezTo>
                  <a:cubicBezTo>
                    <a:pt x="1588" y="1407"/>
                    <a:pt x="1546" y="1393"/>
                    <a:pt x="1505" y="1393"/>
                  </a:cubicBezTo>
                  <a:cubicBezTo>
                    <a:pt x="1453" y="1393"/>
                    <a:pt x="1401" y="1415"/>
                    <a:pt x="1365" y="1458"/>
                  </a:cubicBezTo>
                  <a:cubicBezTo>
                    <a:pt x="1350" y="1476"/>
                    <a:pt x="1334" y="1492"/>
                    <a:pt x="1318" y="1507"/>
                  </a:cubicBezTo>
                  <a:cubicBezTo>
                    <a:pt x="1232" y="1582"/>
                    <a:pt x="1124" y="1622"/>
                    <a:pt x="994" y="1622"/>
                  </a:cubicBezTo>
                  <a:cubicBezTo>
                    <a:pt x="648" y="1622"/>
                    <a:pt x="367" y="1340"/>
                    <a:pt x="367" y="995"/>
                  </a:cubicBezTo>
                  <a:cubicBezTo>
                    <a:pt x="367" y="649"/>
                    <a:pt x="648" y="367"/>
                    <a:pt x="994" y="367"/>
                  </a:cubicBezTo>
                  <a:cubicBezTo>
                    <a:pt x="1120" y="367"/>
                    <a:pt x="1241" y="404"/>
                    <a:pt x="1345" y="475"/>
                  </a:cubicBezTo>
                  <a:cubicBezTo>
                    <a:pt x="1376" y="496"/>
                    <a:pt x="1411" y="506"/>
                    <a:pt x="1446" y="506"/>
                  </a:cubicBezTo>
                  <a:cubicBezTo>
                    <a:pt x="1505" y="506"/>
                    <a:pt x="1563" y="478"/>
                    <a:pt x="1598" y="425"/>
                  </a:cubicBezTo>
                  <a:cubicBezTo>
                    <a:pt x="1655" y="341"/>
                    <a:pt x="1633" y="227"/>
                    <a:pt x="1549" y="172"/>
                  </a:cubicBezTo>
                  <a:cubicBezTo>
                    <a:pt x="1384" y="61"/>
                    <a:pt x="1193" y="1"/>
                    <a:pt x="9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71"/>
            <p:cNvSpPr/>
            <p:nvPr/>
          </p:nvSpPr>
          <p:spPr>
            <a:xfrm>
              <a:off x="4962728" y="936673"/>
              <a:ext cx="124035" cy="13714"/>
            </a:xfrm>
            <a:custGeom>
              <a:rect b="b" l="l" r="r" t="t"/>
              <a:pathLst>
                <a:path extrusionOk="0" h="362" w="3274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3075" y="361"/>
                  </a:lnTo>
                  <a:cubicBezTo>
                    <a:pt x="3171" y="361"/>
                    <a:pt x="3256" y="291"/>
                    <a:pt x="3264" y="197"/>
                  </a:cubicBezTo>
                  <a:cubicBezTo>
                    <a:pt x="3273" y="90"/>
                    <a:pt x="3189" y="1"/>
                    <a:pt x="30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71"/>
            <p:cNvSpPr/>
            <p:nvPr/>
          </p:nvSpPr>
          <p:spPr>
            <a:xfrm>
              <a:off x="4989096" y="968989"/>
              <a:ext cx="97857" cy="13639"/>
            </a:xfrm>
            <a:custGeom>
              <a:rect b="b" l="l" r="r" t="t"/>
              <a:pathLst>
                <a:path extrusionOk="0" h="360" w="2583">
                  <a:moveTo>
                    <a:pt x="198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2384" y="360"/>
                  </a:lnTo>
                  <a:cubicBezTo>
                    <a:pt x="2480" y="360"/>
                    <a:pt x="2566" y="290"/>
                    <a:pt x="2573" y="196"/>
                  </a:cubicBezTo>
                  <a:cubicBezTo>
                    <a:pt x="2582" y="88"/>
                    <a:pt x="2499" y="0"/>
                    <a:pt x="23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71"/>
            <p:cNvSpPr/>
            <p:nvPr/>
          </p:nvSpPr>
          <p:spPr>
            <a:xfrm>
              <a:off x="4888359" y="968989"/>
              <a:ext cx="82097" cy="13639"/>
            </a:xfrm>
            <a:custGeom>
              <a:rect b="b" l="l" r="r" t="t"/>
              <a:pathLst>
                <a:path extrusionOk="0" h="360" w="2167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1968" y="360"/>
                  </a:lnTo>
                  <a:cubicBezTo>
                    <a:pt x="2064" y="360"/>
                    <a:pt x="2149" y="290"/>
                    <a:pt x="2157" y="196"/>
                  </a:cubicBezTo>
                  <a:cubicBezTo>
                    <a:pt x="2166" y="89"/>
                    <a:pt x="2082" y="0"/>
                    <a:pt x="19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71"/>
            <p:cNvSpPr/>
            <p:nvPr/>
          </p:nvSpPr>
          <p:spPr>
            <a:xfrm>
              <a:off x="4889231" y="1000017"/>
              <a:ext cx="196926" cy="13676"/>
            </a:xfrm>
            <a:custGeom>
              <a:rect b="b" l="l" r="r" t="t"/>
              <a:pathLst>
                <a:path extrusionOk="0" h="361" w="5198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1" y="271"/>
                    <a:pt x="85" y="361"/>
                    <a:pt x="190" y="361"/>
                  </a:cubicBezTo>
                  <a:lnTo>
                    <a:pt x="5000" y="361"/>
                  </a:lnTo>
                  <a:cubicBezTo>
                    <a:pt x="5095" y="361"/>
                    <a:pt x="5181" y="290"/>
                    <a:pt x="5188" y="197"/>
                  </a:cubicBezTo>
                  <a:cubicBezTo>
                    <a:pt x="5197" y="89"/>
                    <a:pt x="5114" y="0"/>
                    <a:pt x="50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71"/>
            <p:cNvSpPr/>
            <p:nvPr/>
          </p:nvSpPr>
          <p:spPr>
            <a:xfrm>
              <a:off x="5059562" y="1032257"/>
              <a:ext cx="27959" cy="13676"/>
            </a:xfrm>
            <a:custGeom>
              <a:rect b="b" l="l" r="r" t="t"/>
              <a:pathLst>
                <a:path extrusionOk="0" h="361" w="738">
                  <a:moveTo>
                    <a:pt x="199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539" y="360"/>
                  </a:lnTo>
                  <a:cubicBezTo>
                    <a:pt x="634" y="360"/>
                    <a:pt x="719" y="291"/>
                    <a:pt x="728" y="197"/>
                  </a:cubicBezTo>
                  <a:cubicBezTo>
                    <a:pt x="737" y="90"/>
                    <a:pt x="653" y="1"/>
                    <a:pt x="5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71"/>
            <p:cNvSpPr/>
            <p:nvPr/>
          </p:nvSpPr>
          <p:spPr>
            <a:xfrm>
              <a:off x="4888928" y="1032257"/>
              <a:ext cx="152373" cy="13676"/>
            </a:xfrm>
            <a:custGeom>
              <a:rect b="b" l="l" r="r" t="t"/>
              <a:pathLst>
                <a:path extrusionOk="0" h="361" w="4022">
                  <a:moveTo>
                    <a:pt x="197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3824" y="360"/>
                  </a:lnTo>
                  <a:cubicBezTo>
                    <a:pt x="3919" y="360"/>
                    <a:pt x="4005" y="291"/>
                    <a:pt x="4013" y="197"/>
                  </a:cubicBezTo>
                  <a:cubicBezTo>
                    <a:pt x="4022" y="90"/>
                    <a:pt x="3938" y="1"/>
                    <a:pt x="38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71"/>
            <p:cNvSpPr/>
            <p:nvPr/>
          </p:nvSpPr>
          <p:spPr>
            <a:xfrm>
              <a:off x="4889231" y="1063285"/>
              <a:ext cx="196926" cy="13714"/>
            </a:xfrm>
            <a:custGeom>
              <a:rect b="b" l="l" r="r" t="t"/>
              <a:pathLst>
                <a:path extrusionOk="0" h="362" w="5198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2"/>
                    <a:pt x="85" y="361"/>
                    <a:pt x="190" y="361"/>
                  </a:cubicBezTo>
                  <a:lnTo>
                    <a:pt x="5000" y="361"/>
                  </a:lnTo>
                  <a:cubicBezTo>
                    <a:pt x="5095" y="361"/>
                    <a:pt x="5181" y="292"/>
                    <a:pt x="5188" y="198"/>
                  </a:cubicBezTo>
                  <a:cubicBezTo>
                    <a:pt x="5197" y="90"/>
                    <a:pt x="5114" y="1"/>
                    <a:pt x="50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82" name="Google Shape;3082;p71"/>
          <p:cNvGrpSpPr/>
          <p:nvPr/>
        </p:nvGrpSpPr>
        <p:grpSpPr>
          <a:xfrm>
            <a:off x="3944647" y="1313791"/>
            <a:ext cx="443723" cy="449475"/>
            <a:chOff x="3906683" y="713190"/>
            <a:chExt cx="470494" cy="476593"/>
          </a:xfrm>
        </p:grpSpPr>
        <p:sp>
          <p:nvSpPr>
            <p:cNvPr id="3083" name="Google Shape;3083;p71"/>
            <p:cNvSpPr/>
            <p:nvPr/>
          </p:nvSpPr>
          <p:spPr>
            <a:xfrm>
              <a:off x="4044016" y="1026044"/>
              <a:ext cx="150100" cy="13676"/>
            </a:xfrm>
            <a:custGeom>
              <a:rect b="b" l="l" r="r" t="t"/>
              <a:pathLst>
                <a:path extrusionOk="0" h="361" w="3962">
                  <a:moveTo>
                    <a:pt x="199" y="0"/>
                  </a:moveTo>
                  <a:cubicBezTo>
                    <a:pt x="104" y="0"/>
                    <a:pt x="18" y="71"/>
                    <a:pt x="10" y="165"/>
                  </a:cubicBezTo>
                  <a:cubicBezTo>
                    <a:pt x="1" y="272"/>
                    <a:pt x="85" y="361"/>
                    <a:pt x="192" y="361"/>
                  </a:cubicBezTo>
                  <a:lnTo>
                    <a:pt x="3764" y="361"/>
                  </a:lnTo>
                  <a:cubicBezTo>
                    <a:pt x="3859" y="361"/>
                    <a:pt x="3944" y="292"/>
                    <a:pt x="3953" y="197"/>
                  </a:cubicBezTo>
                  <a:cubicBezTo>
                    <a:pt x="3961" y="89"/>
                    <a:pt x="3877" y="0"/>
                    <a:pt x="37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71"/>
            <p:cNvSpPr/>
            <p:nvPr/>
          </p:nvSpPr>
          <p:spPr>
            <a:xfrm>
              <a:off x="3971391" y="1026044"/>
              <a:ext cx="52774" cy="13676"/>
            </a:xfrm>
            <a:custGeom>
              <a:rect b="b" l="l" r="r" t="t"/>
              <a:pathLst>
                <a:path extrusionOk="0" h="361" w="1393">
                  <a:moveTo>
                    <a:pt x="198" y="0"/>
                  </a:moveTo>
                  <a:cubicBezTo>
                    <a:pt x="103" y="0"/>
                    <a:pt x="17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94" y="361"/>
                  </a:lnTo>
                  <a:cubicBezTo>
                    <a:pt x="1290" y="361"/>
                    <a:pt x="1375" y="292"/>
                    <a:pt x="1383" y="197"/>
                  </a:cubicBezTo>
                  <a:cubicBezTo>
                    <a:pt x="1392" y="89"/>
                    <a:pt x="1308" y="0"/>
                    <a:pt x="12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71"/>
            <p:cNvSpPr/>
            <p:nvPr/>
          </p:nvSpPr>
          <p:spPr>
            <a:xfrm>
              <a:off x="3970785" y="1052147"/>
              <a:ext cx="225075" cy="13676"/>
            </a:xfrm>
            <a:custGeom>
              <a:rect b="b" l="l" r="r" t="t"/>
              <a:pathLst>
                <a:path extrusionOk="0" h="361" w="5941">
                  <a:moveTo>
                    <a:pt x="201" y="1"/>
                  </a:moveTo>
                  <a:cubicBezTo>
                    <a:pt x="105" y="1"/>
                    <a:pt x="20" y="70"/>
                    <a:pt x="11" y="165"/>
                  </a:cubicBezTo>
                  <a:cubicBezTo>
                    <a:pt x="1" y="272"/>
                    <a:pt x="88" y="361"/>
                    <a:pt x="194" y="361"/>
                  </a:cubicBezTo>
                  <a:lnTo>
                    <a:pt x="5741" y="361"/>
                  </a:lnTo>
                  <a:cubicBezTo>
                    <a:pt x="5837" y="361"/>
                    <a:pt x="5922" y="291"/>
                    <a:pt x="5932" y="196"/>
                  </a:cubicBezTo>
                  <a:cubicBezTo>
                    <a:pt x="5940" y="90"/>
                    <a:pt x="5855" y="1"/>
                    <a:pt x="57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71"/>
            <p:cNvSpPr/>
            <p:nvPr/>
          </p:nvSpPr>
          <p:spPr>
            <a:xfrm>
              <a:off x="4132213" y="1076961"/>
              <a:ext cx="62927" cy="13676"/>
            </a:xfrm>
            <a:custGeom>
              <a:rect b="b" l="l" r="r" t="t"/>
              <a:pathLst>
                <a:path extrusionOk="0" h="361" w="1661">
                  <a:moveTo>
                    <a:pt x="197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1462" y="360"/>
                  </a:lnTo>
                  <a:cubicBezTo>
                    <a:pt x="1558" y="360"/>
                    <a:pt x="1642" y="290"/>
                    <a:pt x="1651" y="195"/>
                  </a:cubicBezTo>
                  <a:cubicBezTo>
                    <a:pt x="1660" y="89"/>
                    <a:pt x="1576" y="0"/>
                    <a:pt x="14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71"/>
            <p:cNvSpPr/>
            <p:nvPr/>
          </p:nvSpPr>
          <p:spPr>
            <a:xfrm>
              <a:off x="3972376" y="1076923"/>
              <a:ext cx="139530" cy="13714"/>
            </a:xfrm>
            <a:custGeom>
              <a:rect b="b" l="l" r="r" t="t"/>
              <a:pathLst>
                <a:path extrusionOk="0" h="362" w="3683">
                  <a:moveTo>
                    <a:pt x="198" y="0"/>
                  </a:moveTo>
                  <a:cubicBezTo>
                    <a:pt x="103" y="0"/>
                    <a:pt x="17" y="69"/>
                    <a:pt x="10" y="163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3486" y="361"/>
                  </a:lnTo>
                  <a:cubicBezTo>
                    <a:pt x="3581" y="361"/>
                    <a:pt x="3666" y="291"/>
                    <a:pt x="3675" y="196"/>
                  </a:cubicBezTo>
                  <a:cubicBezTo>
                    <a:pt x="3683" y="89"/>
                    <a:pt x="3599" y="0"/>
                    <a:pt x="34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71"/>
            <p:cNvSpPr/>
            <p:nvPr/>
          </p:nvSpPr>
          <p:spPr>
            <a:xfrm>
              <a:off x="3971239" y="891969"/>
              <a:ext cx="124187" cy="95622"/>
            </a:xfrm>
            <a:custGeom>
              <a:rect b="b" l="l" r="r" t="t"/>
              <a:pathLst>
                <a:path extrusionOk="0" h="2524" w="3278">
                  <a:moveTo>
                    <a:pt x="2917" y="363"/>
                  </a:moveTo>
                  <a:lnTo>
                    <a:pt x="2917" y="2131"/>
                  </a:lnTo>
                  <a:lnTo>
                    <a:pt x="361" y="2131"/>
                  </a:lnTo>
                  <a:lnTo>
                    <a:pt x="361" y="363"/>
                  </a:lnTo>
                  <a:close/>
                  <a:moveTo>
                    <a:pt x="185" y="0"/>
                  </a:moveTo>
                  <a:cubicBezTo>
                    <a:pt x="83" y="0"/>
                    <a:pt x="0" y="83"/>
                    <a:pt x="0" y="186"/>
                  </a:cubicBezTo>
                  <a:lnTo>
                    <a:pt x="0" y="2339"/>
                  </a:lnTo>
                  <a:cubicBezTo>
                    <a:pt x="0" y="2442"/>
                    <a:pt x="83" y="2523"/>
                    <a:pt x="185" y="2523"/>
                  </a:cubicBezTo>
                  <a:lnTo>
                    <a:pt x="3093" y="2523"/>
                  </a:lnTo>
                  <a:cubicBezTo>
                    <a:pt x="3195" y="2523"/>
                    <a:pt x="3277" y="2442"/>
                    <a:pt x="3277" y="2339"/>
                  </a:cubicBezTo>
                  <a:lnTo>
                    <a:pt x="3277" y="186"/>
                  </a:lnTo>
                  <a:cubicBezTo>
                    <a:pt x="3277" y="83"/>
                    <a:pt x="3195" y="0"/>
                    <a:pt x="30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71"/>
            <p:cNvSpPr/>
            <p:nvPr/>
          </p:nvSpPr>
          <p:spPr>
            <a:xfrm>
              <a:off x="3971239" y="788960"/>
              <a:ext cx="273189" cy="63382"/>
            </a:xfrm>
            <a:custGeom>
              <a:rect b="b" l="l" r="r" t="t"/>
              <a:pathLst>
                <a:path extrusionOk="0" h="1673" w="7211">
                  <a:moveTo>
                    <a:pt x="185" y="0"/>
                  </a:moveTo>
                  <a:cubicBezTo>
                    <a:pt x="83" y="0"/>
                    <a:pt x="0" y="83"/>
                    <a:pt x="0" y="186"/>
                  </a:cubicBezTo>
                  <a:lnTo>
                    <a:pt x="0" y="1491"/>
                  </a:lnTo>
                  <a:cubicBezTo>
                    <a:pt x="0" y="1591"/>
                    <a:pt x="82" y="1672"/>
                    <a:pt x="182" y="1672"/>
                  </a:cubicBezTo>
                  <a:lnTo>
                    <a:pt x="1997" y="1672"/>
                  </a:lnTo>
                  <a:cubicBezTo>
                    <a:pt x="2093" y="1672"/>
                    <a:pt x="2178" y="1603"/>
                    <a:pt x="2185" y="1509"/>
                  </a:cubicBezTo>
                  <a:cubicBezTo>
                    <a:pt x="2194" y="1402"/>
                    <a:pt x="2111" y="1313"/>
                    <a:pt x="2006" y="1313"/>
                  </a:cubicBezTo>
                  <a:lnTo>
                    <a:pt x="360" y="1313"/>
                  </a:lnTo>
                  <a:lnTo>
                    <a:pt x="360" y="362"/>
                  </a:lnTo>
                  <a:lnTo>
                    <a:pt x="6849" y="362"/>
                  </a:lnTo>
                  <a:lnTo>
                    <a:pt x="6849" y="1313"/>
                  </a:lnTo>
                  <a:lnTo>
                    <a:pt x="3003" y="1313"/>
                  </a:lnTo>
                  <a:cubicBezTo>
                    <a:pt x="2907" y="1313"/>
                    <a:pt x="2822" y="1382"/>
                    <a:pt x="2814" y="1476"/>
                  </a:cubicBezTo>
                  <a:cubicBezTo>
                    <a:pt x="2805" y="1583"/>
                    <a:pt x="2889" y="1672"/>
                    <a:pt x="2993" y="1672"/>
                  </a:cubicBezTo>
                  <a:lnTo>
                    <a:pt x="7026" y="1672"/>
                  </a:lnTo>
                  <a:cubicBezTo>
                    <a:pt x="7127" y="1672"/>
                    <a:pt x="7210" y="1590"/>
                    <a:pt x="7210" y="1488"/>
                  </a:cubicBezTo>
                  <a:lnTo>
                    <a:pt x="7210" y="185"/>
                  </a:lnTo>
                  <a:cubicBezTo>
                    <a:pt x="7209" y="82"/>
                    <a:pt x="7126" y="0"/>
                    <a:pt x="70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71"/>
            <p:cNvSpPr/>
            <p:nvPr/>
          </p:nvSpPr>
          <p:spPr>
            <a:xfrm>
              <a:off x="4238101" y="930498"/>
              <a:ext cx="116762" cy="42204"/>
            </a:xfrm>
            <a:custGeom>
              <a:rect b="b" l="l" r="r" t="t"/>
              <a:pathLst>
                <a:path extrusionOk="0" h="1114" w="3082">
                  <a:moveTo>
                    <a:pt x="2721" y="360"/>
                  </a:moveTo>
                  <a:lnTo>
                    <a:pt x="2721" y="720"/>
                  </a:lnTo>
                  <a:lnTo>
                    <a:pt x="361" y="720"/>
                  </a:lnTo>
                  <a:lnTo>
                    <a:pt x="361" y="360"/>
                  </a:lnTo>
                  <a:close/>
                  <a:moveTo>
                    <a:pt x="186" y="0"/>
                  </a:moveTo>
                  <a:cubicBezTo>
                    <a:pt x="83" y="0"/>
                    <a:pt x="1" y="82"/>
                    <a:pt x="1" y="185"/>
                  </a:cubicBezTo>
                  <a:lnTo>
                    <a:pt x="1" y="929"/>
                  </a:lnTo>
                  <a:cubicBezTo>
                    <a:pt x="1" y="1032"/>
                    <a:pt x="83" y="1114"/>
                    <a:pt x="186" y="1114"/>
                  </a:cubicBezTo>
                  <a:lnTo>
                    <a:pt x="2898" y="1114"/>
                  </a:lnTo>
                  <a:cubicBezTo>
                    <a:pt x="2999" y="1114"/>
                    <a:pt x="3082" y="1032"/>
                    <a:pt x="3082" y="929"/>
                  </a:cubicBezTo>
                  <a:lnTo>
                    <a:pt x="3082" y="185"/>
                  </a:lnTo>
                  <a:cubicBezTo>
                    <a:pt x="3081" y="82"/>
                    <a:pt x="2999" y="0"/>
                    <a:pt x="28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71"/>
            <p:cNvSpPr/>
            <p:nvPr/>
          </p:nvSpPr>
          <p:spPr>
            <a:xfrm>
              <a:off x="3906683" y="713190"/>
              <a:ext cx="470494" cy="476593"/>
            </a:xfrm>
            <a:custGeom>
              <a:rect b="b" l="l" r="r" t="t"/>
              <a:pathLst>
                <a:path extrusionOk="0" h="12580" w="12419">
                  <a:moveTo>
                    <a:pt x="10075" y="361"/>
                  </a:moveTo>
                  <a:cubicBezTo>
                    <a:pt x="10175" y="361"/>
                    <a:pt x="10256" y="443"/>
                    <a:pt x="10256" y="544"/>
                  </a:cubicBezTo>
                  <a:lnTo>
                    <a:pt x="10256" y="1312"/>
                  </a:lnTo>
                  <a:lnTo>
                    <a:pt x="361" y="1312"/>
                  </a:lnTo>
                  <a:lnTo>
                    <a:pt x="361" y="544"/>
                  </a:lnTo>
                  <a:cubicBezTo>
                    <a:pt x="361" y="444"/>
                    <a:pt x="442" y="361"/>
                    <a:pt x="544" y="361"/>
                  </a:cubicBezTo>
                  <a:close/>
                  <a:moveTo>
                    <a:pt x="10256" y="1705"/>
                  </a:moveTo>
                  <a:lnTo>
                    <a:pt x="10256" y="3999"/>
                  </a:lnTo>
                  <a:lnTo>
                    <a:pt x="361" y="3999"/>
                  </a:lnTo>
                  <a:lnTo>
                    <a:pt x="361" y="1705"/>
                  </a:lnTo>
                  <a:close/>
                  <a:moveTo>
                    <a:pt x="8553" y="5081"/>
                  </a:moveTo>
                  <a:lnTo>
                    <a:pt x="8553" y="5229"/>
                  </a:lnTo>
                  <a:cubicBezTo>
                    <a:pt x="8323" y="5312"/>
                    <a:pt x="8159" y="5538"/>
                    <a:pt x="8159" y="5804"/>
                  </a:cubicBezTo>
                  <a:lnTo>
                    <a:pt x="8159" y="6850"/>
                  </a:lnTo>
                  <a:lnTo>
                    <a:pt x="5996" y="6850"/>
                  </a:lnTo>
                  <a:lnTo>
                    <a:pt x="5996" y="5081"/>
                  </a:lnTo>
                  <a:close/>
                  <a:moveTo>
                    <a:pt x="10256" y="4359"/>
                  </a:moveTo>
                  <a:lnTo>
                    <a:pt x="10256" y="5211"/>
                  </a:lnTo>
                  <a:lnTo>
                    <a:pt x="8913" y="5211"/>
                  </a:lnTo>
                  <a:lnTo>
                    <a:pt x="8913" y="4904"/>
                  </a:lnTo>
                  <a:cubicBezTo>
                    <a:pt x="8913" y="4801"/>
                    <a:pt x="8830" y="4718"/>
                    <a:pt x="8728" y="4718"/>
                  </a:cubicBezTo>
                  <a:lnTo>
                    <a:pt x="5820" y="4718"/>
                  </a:lnTo>
                  <a:cubicBezTo>
                    <a:pt x="5719" y="4718"/>
                    <a:pt x="5636" y="4801"/>
                    <a:pt x="5636" y="4904"/>
                  </a:cubicBezTo>
                  <a:lnTo>
                    <a:pt x="5636" y="7058"/>
                  </a:lnTo>
                  <a:cubicBezTo>
                    <a:pt x="5636" y="7161"/>
                    <a:pt x="5719" y="7242"/>
                    <a:pt x="5820" y="7242"/>
                  </a:cubicBezTo>
                  <a:lnTo>
                    <a:pt x="8125" y="7242"/>
                  </a:lnTo>
                  <a:lnTo>
                    <a:pt x="8125" y="7603"/>
                  </a:lnTo>
                  <a:lnTo>
                    <a:pt x="361" y="7603"/>
                  </a:lnTo>
                  <a:lnTo>
                    <a:pt x="361" y="4359"/>
                  </a:lnTo>
                  <a:close/>
                  <a:moveTo>
                    <a:pt x="11816" y="5572"/>
                  </a:moveTo>
                  <a:cubicBezTo>
                    <a:pt x="11951" y="5572"/>
                    <a:pt x="12060" y="5681"/>
                    <a:pt x="12060" y="5816"/>
                  </a:cubicBezTo>
                  <a:lnTo>
                    <a:pt x="12060" y="6981"/>
                  </a:lnTo>
                  <a:lnTo>
                    <a:pt x="10017" y="6981"/>
                  </a:lnTo>
                  <a:cubicBezTo>
                    <a:pt x="9921" y="6981"/>
                    <a:pt x="9836" y="7051"/>
                    <a:pt x="9828" y="7145"/>
                  </a:cubicBezTo>
                  <a:cubicBezTo>
                    <a:pt x="9819" y="7252"/>
                    <a:pt x="9903" y="7341"/>
                    <a:pt x="10007" y="7341"/>
                  </a:cubicBezTo>
                  <a:lnTo>
                    <a:pt x="12059" y="7341"/>
                  </a:lnTo>
                  <a:lnTo>
                    <a:pt x="12059" y="9242"/>
                  </a:lnTo>
                  <a:lnTo>
                    <a:pt x="8520" y="9242"/>
                  </a:lnTo>
                  <a:lnTo>
                    <a:pt x="8520" y="7341"/>
                  </a:lnTo>
                  <a:lnTo>
                    <a:pt x="9135" y="7341"/>
                  </a:lnTo>
                  <a:cubicBezTo>
                    <a:pt x="9231" y="7341"/>
                    <a:pt x="9316" y="7272"/>
                    <a:pt x="9324" y="7178"/>
                  </a:cubicBezTo>
                  <a:cubicBezTo>
                    <a:pt x="9333" y="7070"/>
                    <a:pt x="9249" y="6981"/>
                    <a:pt x="9144" y="6981"/>
                  </a:cubicBezTo>
                  <a:lnTo>
                    <a:pt x="8520" y="6981"/>
                  </a:lnTo>
                  <a:lnTo>
                    <a:pt x="8520" y="5816"/>
                  </a:lnTo>
                  <a:cubicBezTo>
                    <a:pt x="8520" y="5681"/>
                    <a:pt x="8629" y="5572"/>
                    <a:pt x="8763" y="5572"/>
                  </a:cubicBezTo>
                  <a:close/>
                  <a:moveTo>
                    <a:pt x="8126" y="7963"/>
                  </a:moveTo>
                  <a:lnTo>
                    <a:pt x="8126" y="10257"/>
                  </a:lnTo>
                  <a:lnTo>
                    <a:pt x="544" y="10257"/>
                  </a:lnTo>
                  <a:cubicBezTo>
                    <a:pt x="442" y="10257"/>
                    <a:pt x="361" y="10175"/>
                    <a:pt x="361" y="10074"/>
                  </a:cubicBezTo>
                  <a:lnTo>
                    <a:pt x="361" y="7963"/>
                  </a:lnTo>
                  <a:close/>
                  <a:moveTo>
                    <a:pt x="12059" y="9635"/>
                  </a:moveTo>
                  <a:lnTo>
                    <a:pt x="12059" y="11043"/>
                  </a:lnTo>
                  <a:lnTo>
                    <a:pt x="8520" y="11043"/>
                  </a:lnTo>
                  <a:lnTo>
                    <a:pt x="8520" y="9635"/>
                  </a:lnTo>
                  <a:close/>
                  <a:moveTo>
                    <a:pt x="12057" y="11436"/>
                  </a:moveTo>
                  <a:lnTo>
                    <a:pt x="12057" y="11980"/>
                  </a:lnTo>
                  <a:cubicBezTo>
                    <a:pt x="12059" y="12115"/>
                    <a:pt x="11950" y="12223"/>
                    <a:pt x="11815" y="12223"/>
                  </a:cubicBezTo>
                  <a:lnTo>
                    <a:pt x="8762" y="12223"/>
                  </a:lnTo>
                  <a:cubicBezTo>
                    <a:pt x="8627" y="12223"/>
                    <a:pt x="8519" y="12115"/>
                    <a:pt x="8519" y="11980"/>
                  </a:cubicBezTo>
                  <a:lnTo>
                    <a:pt x="8519" y="11436"/>
                  </a:lnTo>
                  <a:close/>
                  <a:moveTo>
                    <a:pt x="551" y="0"/>
                  </a:moveTo>
                  <a:cubicBezTo>
                    <a:pt x="247" y="0"/>
                    <a:pt x="0" y="247"/>
                    <a:pt x="0" y="550"/>
                  </a:cubicBezTo>
                  <a:lnTo>
                    <a:pt x="0" y="10065"/>
                  </a:lnTo>
                  <a:cubicBezTo>
                    <a:pt x="0" y="10369"/>
                    <a:pt x="247" y="10615"/>
                    <a:pt x="551" y="10615"/>
                  </a:cubicBezTo>
                  <a:lnTo>
                    <a:pt x="8157" y="10615"/>
                  </a:lnTo>
                  <a:lnTo>
                    <a:pt x="8157" y="11969"/>
                  </a:lnTo>
                  <a:cubicBezTo>
                    <a:pt x="8157" y="12306"/>
                    <a:pt x="8431" y="12580"/>
                    <a:pt x="8768" y="12580"/>
                  </a:cubicBezTo>
                  <a:lnTo>
                    <a:pt x="11805" y="12580"/>
                  </a:lnTo>
                  <a:cubicBezTo>
                    <a:pt x="12142" y="12580"/>
                    <a:pt x="12416" y="12306"/>
                    <a:pt x="12416" y="11969"/>
                  </a:cubicBezTo>
                  <a:lnTo>
                    <a:pt x="12416" y="5819"/>
                  </a:lnTo>
                  <a:cubicBezTo>
                    <a:pt x="12418" y="5486"/>
                    <a:pt x="12145" y="5211"/>
                    <a:pt x="11809" y="5211"/>
                  </a:cubicBezTo>
                  <a:lnTo>
                    <a:pt x="10616" y="5211"/>
                  </a:lnTo>
                  <a:lnTo>
                    <a:pt x="10616" y="552"/>
                  </a:lnTo>
                  <a:cubicBezTo>
                    <a:pt x="10616" y="248"/>
                    <a:pt x="10370" y="0"/>
                    <a:pt x="100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71"/>
            <p:cNvSpPr/>
            <p:nvPr/>
          </p:nvSpPr>
          <p:spPr>
            <a:xfrm>
              <a:off x="4288526" y="1086849"/>
              <a:ext cx="65579" cy="13714"/>
            </a:xfrm>
            <a:custGeom>
              <a:rect b="b" l="l" r="r" t="t"/>
              <a:pathLst>
                <a:path extrusionOk="0" h="362" w="1731">
                  <a:moveTo>
                    <a:pt x="198" y="1"/>
                  </a:moveTo>
                  <a:cubicBezTo>
                    <a:pt x="102" y="1"/>
                    <a:pt x="18" y="70"/>
                    <a:pt x="9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533" y="361"/>
                  </a:lnTo>
                  <a:cubicBezTo>
                    <a:pt x="1629" y="361"/>
                    <a:pt x="1714" y="291"/>
                    <a:pt x="1722" y="197"/>
                  </a:cubicBezTo>
                  <a:cubicBezTo>
                    <a:pt x="1731" y="90"/>
                    <a:pt x="1647" y="1"/>
                    <a:pt x="1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71"/>
            <p:cNvSpPr/>
            <p:nvPr/>
          </p:nvSpPr>
          <p:spPr>
            <a:xfrm>
              <a:off x="4237647" y="1086849"/>
              <a:ext cx="32846" cy="13714"/>
            </a:xfrm>
            <a:custGeom>
              <a:rect b="b" l="l" r="r" t="t"/>
              <a:pathLst>
                <a:path extrusionOk="0" h="362" w="867">
                  <a:moveTo>
                    <a:pt x="198" y="1"/>
                  </a:moveTo>
                  <a:cubicBezTo>
                    <a:pt x="102" y="1"/>
                    <a:pt x="17" y="70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669" y="361"/>
                  </a:lnTo>
                  <a:cubicBezTo>
                    <a:pt x="765" y="361"/>
                    <a:pt x="849" y="291"/>
                    <a:pt x="858" y="197"/>
                  </a:cubicBezTo>
                  <a:cubicBezTo>
                    <a:pt x="866" y="90"/>
                    <a:pt x="782" y="1"/>
                    <a:pt x="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71"/>
            <p:cNvSpPr/>
            <p:nvPr/>
          </p:nvSpPr>
          <p:spPr>
            <a:xfrm>
              <a:off x="4238594" y="1109239"/>
              <a:ext cx="114981" cy="13639"/>
            </a:xfrm>
            <a:custGeom>
              <a:rect b="b" l="l" r="r" t="t"/>
              <a:pathLst>
                <a:path extrusionOk="0" h="360" w="3035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0"/>
                    <a:pt x="84" y="360"/>
                    <a:pt x="189" y="360"/>
                  </a:cubicBezTo>
                  <a:lnTo>
                    <a:pt x="2837" y="360"/>
                  </a:lnTo>
                  <a:cubicBezTo>
                    <a:pt x="2933" y="360"/>
                    <a:pt x="3018" y="291"/>
                    <a:pt x="3026" y="197"/>
                  </a:cubicBezTo>
                  <a:cubicBezTo>
                    <a:pt x="3034" y="90"/>
                    <a:pt x="2951" y="1"/>
                    <a:pt x="28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71"/>
            <p:cNvSpPr/>
            <p:nvPr/>
          </p:nvSpPr>
          <p:spPr>
            <a:xfrm>
              <a:off x="4238139" y="1002442"/>
              <a:ext cx="54668" cy="49743"/>
            </a:xfrm>
            <a:custGeom>
              <a:rect b="b" l="l" r="r" t="t"/>
              <a:pathLst>
                <a:path extrusionOk="0" h="1313" w="1443">
                  <a:moveTo>
                    <a:pt x="1081" y="395"/>
                  </a:moveTo>
                  <a:lnTo>
                    <a:pt x="1081" y="951"/>
                  </a:lnTo>
                  <a:lnTo>
                    <a:pt x="360" y="951"/>
                  </a:lnTo>
                  <a:lnTo>
                    <a:pt x="360" y="395"/>
                  </a:lnTo>
                  <a:close/>
                  <a:moveTo>
                    <a:pt x="184" y="0"/>
                  </a:moveTo>
                  <a:cubicBezTo>
                    <a:pt x="81" y="0"/>
                    <a:pt x="1" y="84"/>
                    <a:pt x="1" y="188"/>
                  </a:cubicBezTo>
                  <a:lnTo>
                    <a:pt x="1" y="1128"/>
                  </a:lnTo>
                  <a:cubicBezTo>
                    <a:pt x="1" y="1230"/>
                    <a:pt x="82" y="1313"/>
                    <a:pt x="185" y="1313"/>
                  </a:cubicBezTo>
                  <a:lnTo>
                    <a:pt x="1258" y="1313"/>
                  </a:lnTo>
                  <a:cubicBezTo>
                    <a:pt x="1360" y="1313"/>
                    <a:pt x="1443" y="1230"/>
                    <a:pt x="1443" y="1128"/>
                  </a:cubicBezTo>
                  <a:lnTo>
                    <a:pt x="1443" y="186"/>
                  </a:lnTo>
                  <a:cubicBezTo>
                    <a:pt x="1443" y="83"/>
                    <a:pt x="1360" y="0"/>
                    <a:pt x="1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71"/>
            <p:cNvSpPr/>
            <p:nvPr/>
          </p:nvSpPr>
          <p:spPr>
            <a:xfrm>
              <a:off x="4300157" y="1002404"/>
              <a:ext cx="54706" cy="49743"/>
            </a:xfrm>
            <a:custGeom>
              <a:rect b="b" l="l" r="r" t="t"/>
              <a:pathLst>
                <a:path extrusionOk="0" h="1313" w="1444">
                  <a:moveTo>
                    <a:pt x="1084" y="396"/>
                  </a:moveTo>
                  <a:lnTo>
                    <a:pt x="1084" y="952"/>
                  </a:lnTo>
                  <a:lnTo>
                    <a:pt x="362" y="952"/>
                  </a:lnTo>
                  <a:lnTo>
                    <a:pt x="362" y="396"/>
                  </a:lnTo>
                  <a:close/>
                  <a:moveTo>
                    <a:pt x="186" y="0"/>
                  </a:moveTo>
                  <a:cubicBezTo>
                    <a:pt x="83" y="0"/>
                    <a:pt x="1" y="83"/>
                    <a:pt x="1" y="184"/>
                  </a:cubicBezTo>
                  <a:lnTo>
                    <a:pt x="1" y="1125"/>
                  </a:lnTo>
                  <a:cubicBezTo>
                    <a:pt x="1" y="1230"/>
                    <a:pt x="83" y="1312"/>
                    <a:pt x="184" y="1312"/>
                  </a:cubicBezTo>
                  <a:lnTo>
                    <a:pt x="1260" y="1312"/>
                  </a:lnTo>
                  <a:cubicBezTo>
                    <a:pt x="1361" y="1312"/>
                    <a:pt x="1444" y="1230"/>
                    <a:pt x="1444" y="1127"/>
                  </a:cubicBezTo>
                  <a:lnTo>
                    <a:pt x="1444" y="184"/>
                  </a:lnTo>
                  <a:cubicBezTo>
                    <a:pt x="1444" y="83"/>
                    <a:pt x="1361" y="0"/>
                    <a:pt x="12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97" name="Google Shape;3097;p71"/>
          <p:cNvGrpSpPr/>
          <p:nvPr/>
        </p:nvGrpSpPr>
        <p:grpSpPr>
          <a:xfrm>
            <a:off x="3276687" y="1313899"/>
            <a:ext cx="374658" cy="449475"/>
            <a:chOff x="3198385" y="713303"/>
            <a:chExt cx="397262" cy="476593"/>
          </a:xfrm>
        </p:grpSpPr>
        <p:sp>
          <p:nvSpPr>
            <p:cNvPr id="3098" name="Google Shape;3098;p71"/>
            <p:cNvSpPr/>
            <p:nvPr/>
          </p:nvSpPr>
          <p:spPr>
            <a:xfrm>
              <a:off x="3198385" y="713303"/>
              <a:ext cx="397262" cy="476593"/>
            </a:xfrm>
            <a:custGeom>
              <a:rect b="b" l="l" r="r" t="t"/>
              <a:pathLst>
                <a:path extrusionOk="0" h="12580" w="10486">
                  <a:moveTo>
                    <a:pt x="7669" y="666"/>
                  </a:moveTo>
                  <a:lnTo>
                    <a:pt x="9145" y="2358"/>
                  </a:lnTo>
                  <a:lnTo>
                    <a:pt x="7669" y="2358"/>
                  </a:lnTo>
                  <a:lnTo>
                    <a:pt x="7669" y="666"/>
                  </a:lnTo>
                  <a:close/>
                  <a:moveTo>
                    <a:pt x="10126" y="7469"/>
                  </a:moveTo>
                  <a:lnTo>
                    <a:pt x="10126" y="9730"/>
                  </a:lnTo>
                  <a:lnTo>
                    <a:pt x="7711" y="9730"/>
                  </a:lnTo>
                  <a:cubicBezTo>
                    <a:pt x="7616" y="9730"/>
                    <a:pt x="7531" y="9799"/>
                    <a:pt x="7523" y="9893"/>
                  </a:cubicBezTo>
                  <a:cubicBezTo>
                    <a:pt x="7515" y="10001"/>
                    <a:pt x="7598" y="10090"/>
                    <a:pt x="7703" y="10090"/>
                  </a:cubicBezTo>
                  <a:lnTo>
                    <a:pt x="9372" y="10090"/>
                  </a:lnTo>
                  <a:lnTo>
                    <a:pt x="9372" y="12220"/>
                  </a:lnTo>
                  <a:lnTo>
                    <a:pt x="1115" y="12220"/>
                  </a:lnTo>
                  <a:lnTo>
                    <a:pt x="1115" y="10090"/>
                  </a:lnTo>
                  <a:lnTo>
                    <a:pt x="6853" y="10090"/>
                  </a:lnTo>
                  <a:cubicBezTo>
                    <a:pt x="6949" y="10090"/>
                    <a:pt x="7034" y="10020"/>
                    <a:pt x="7043" y="9926"/>
                  </a:cubicBezTo>
                  <a:cubicBezTo>
                    <a:pt x="7052" y="9819"/>
                    <a:pt x="6967" y="9730"/>
                    <a:pt x="6860" y="9730"/>
                  </a:cubicBezTo>
                  <a:lnTo>
                    <a:pt x="362" y="9730"/>
                  </a:lnTo>
                  <a:lnTo>
                    <a:pt x="362" y="7469"/>
                  </a:lnTo>
                  <a:close/>
                  <a:moveTo>
                    <a:pt x="935" y="0"/>
                  </a:moveTo>
                  <a:cubicBezTo>
                    <a:pt x="835" y="0"/>
                    <a:pt x="754" y="81"/>
                    <a:pt x="754" y="182"/>
                  </a:cubicBezTo>
                  <a:lnTo>
                    <a:pt x="754" y="1012"/>
                  </a:lnTo>
                  <a:cubicBezTo>
                    <a:pt x="754" y="1107"/>
                    <a:pt x="823" y="1193"/>
                    <a:pt x="917" y="1201"/>
                  </a:cubicBezTo>
                  <a:cubicBezTo>
                    <a:pt x="923" y="1202"/>
                    <a:pt x="928" y="1202"/>
                    <a:pt x="934" y="1202"/>
                  </a:cubicBezTo>
                  <a:cubicBezTo>
                    <a:pt x="1033" y="1202"/>
                    <a:pt x="1113" y="1121"/>
                    <a:pt x="1113" y="1018"/>
                  </a:cubicBezTo>
                  <a:lnTo>
                    <a:pt x="1113" y="361"/>
                  </a:lnTo>
                  <a:lnTo>
                    <a:pt x="7306" y="361"/>
                  </a:lnTo>
                  <a:lnTo>
                    <a:pt x="7306" y="2536"/>
                  </a:lnTo>
                  <a:cubicBezTo>
                    <a:pt x="7306" y="2638"/>
                    <a:pt x="7389" y="2720"/>
                    <a:pt x="7491" y="2720"/>
                  </a:cubicBezTo>
                  <a:lnTo>
                    <a:pt x="9370" y="2720"/>
                  </a:lnTo>
                  <a:lnTo>
                    <a:pt x="9370" y="7112"/>
                  </a:lnTo>
                  <a:lnTo>
                    <a:pt x="1113" y="7112"/>
                  </a:lnTo>
                  <a:lnTo>
                    <a:pt x="1113" y="1869"/>
                  </a:lnTo>
                  <a:cubicBezTo>
                    <a:pt x="1113" y="1772"/>
                    <a:pt x="1044" y="1687"/>
                    <a:pt x="950" y="1678"/>
                  </a:cubicBezTo>
                  <a:cubicBezTo>
                    <a:pt x="945" y="1678"/>
                    <a:pt x="940" y="1677"/>
                    <a:pt x="935" y="1677"/>
                  </a:cubicBezTo>
                  <a:cubicBezTo>
                    <a:pt x="835" y="1677"/>
                    <a:pt x="754" y="1759"/>
                    <a:pt x="754" y="1861"/>
                  </a:cubicBezTo>
                  <a:lnTo>
                    <a:pt x="754" y="7112"/>
                  </a:lnTo>
                  <a:lnTo>
                    <a:pt x="184" y="7112"/>
                  </a:lnTo>
                  <a:cubicBezTo>
                    <a:pt x="82" y="7112"/>
                    <a:pt x="1" y="7194"/>
                    <a:pt x="1" y="7296"/>
                  </a:cubicBezTo>
                  <a:lnTo>
                    <a:pt x="1" y="9909"/>
                  </a:lnTo>
                  <a:cubicBezTo>
                    <a:pt x="1" y="10012"/>
                    <a:pt x="84" y="10093"/>
                    <a:pt x="184" y="10093"/>
                  </a:cubicBezTo>
                  <a:lnTo>
                    <a:pt x="754" y="10093"/>
                  </a:lnTo>
                  <a:lnTo>
                    <a:pt x="754" y="12397"/>
                  </a:lnTo>
                  <a:cubicBezTo>
                    <a:pt x="754" y="12499"/>
                    <a:pt x="836" y="12580"/>
                    <a:pt x="937" y="12580"/>
                  </a:cubicBezTo>
                  <a:lnTo>
                    <a:pt x="9549" y="12580"/>
                  </a:lnTo>
                  <a:cubicBezTo>
                    <a:pt x="9651" y="12580"/>
                    <a:pt x="9732" y="12497"/>
                    <a:pt x="9732" y="12397"/>
                  </a:cubicBezTo>
                  <a:lnTo>
                    <a:pt x="9732" y="10090"/>
                  </a:lnTo>
                  <a:lnTo>
                    <a:pt x="10302" y="10090"/>
                  </a:lnTo>
                  <a:cubicBezTo>
                    <a:pt x="10403" y="10090"/>
                    <a:pt x="10486" y="10008"/>
                    <a:pt x="10486" y="9905"/>
                  </a:cubicBezTo>
                  <a:lnTo>
                    <a:pt x="10486" y="7292"/>
                  </a:lnTo>
                  <a:cubicBezTo>
                    <a:pt x="10486" y="7191"/>
                    <a:pt x="10405" y="7109"/>
                    <a:pt x="10304" y="7109"/>
                  </a:cubicBezTo>
                  <a:lnTo>
                    <a:pt x="9732" y="7109"/>
                  </a:lnTo>
                  <a:lnTo>
                    <a:pt x="9732" y="2546"/>
                  </a:lnTo>
                  <a:cubicBezTo>
                    <a:pt x="9732" y="2502"/>
                    <a:pt x="9716" y="2458"/>
                    <a:pt x="9686" y="2426"/>
                  </a:cubicBezTo>
                  <a:lnTo>
                    <a:pt x="7621" y="63"/>
                  </a:lnTo>
                  <a:cubicBezTo>
                    <a:pt x="7586" y="22"/>
                    <a:pt x="7537" y="0"/>
                    <a:pt x="74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71"/>
            <p:cNvSpPr/>
            <p:nvPr/>
          </p:nvSpPr>
          <p:spPr>
            <a:xfrm>
              <a:off x="3252674" y="1008882"/>
              <a:ext cx="56562" cy="60995"/>
            </a:xfrm>
            <a:custGeom>
              <a:rect b="b" l="l" r="r" t="t"/>
              <a:pathLst>
                <a:path extrusionOk="0" h="1610" w="1493">
                  <a:moveTo>
                    <a:pt x="747" y="0"/>
                  </a:moveTo>
                  <a:cubicBezTo>
                    <a:pt x="646" y="0"/>
                    <a:pt x="566" y="81"/>
                    <a:pt x="566" y="180"/>
                  </a:cubicBezTo>
                  <a:lnTo>
                    <a:pt x="566" y="491"/>
                  </a:lnTo>
                  <a:lnTo>
                    <a:pt x="297" y="336"/>
                  </a:lnTo>
                  <a:cubicBezTo>
                    <a:pt x="268" y="320"/>
                    <a:pt x="237" y="312"/>
                    <a:pt x="207" y="312"/>
                  </a:cubicBezTo>
                  <a:cubicBezTo>
                    <a:pt x="144" y="312"/>
                    <a:pt x="84" y="344"/>
                    <a:pt x="51" y="401"/>
                  </a:cubicBezTo>
                  <a:cubicBezTo>
                    <a:pt x="1" y="488"/>
                    <a:pt x="31" y="598"/>
                    <a:pt x="116" y="647"/>
                  </a:cubicBezTo>
                  <a:lnTo>
                    <a:pt x="387" y="803"/>
                  </a:lnTo>
                  <a:lnTo>
                    <a:pt x="116" y="959"/>
                  </a:lnTo>
                  <a:cubicBezTo>
                    <a:pt x="30" y="1011"/>
                    <a:pt x="2" y="1121"/>
                    <a:pt x="51" y="1206"/>
                  </a:cubicBezTo>
                  <a:cubicBezTo>
                    <a:pt x="83" y="1264"/>
                    <a:pt x="145" y="1297"/>
                    <a:pt x="207" y="1297"/>
                  </a:cubicBezTo>
                  <a:cubicBezTo>
                    <a:pt x="237" y="1297"/>
                    <a:pt x="269" y="1289"/>
                    <a:pt x="297" y="1273"/>
                  </a:cubicBezTo>
                  <a:lnTo>
                    <a:pt x="567" y="1117"/>
                  </a:lnTo>
                  <a:lnTo>
                    <a:pt x="567" y="1420"/>
                  </a:lnTo>
                  <a:cubicBezTo>
                    <a:pt x="567" y="1515"/>
                    <a:pt x="636" y="1600"/>
                    <a:pt x="731" y="1609"/>
                  </a:cubicBezTo>
                  <a:cubicBezTo>
                    <a:pt x="736" y="1609"/>
                    <a:pt x="742" y="1609"/>
                    <a:pt x="747" y="1609"/>
                  </a:cubicBezTo>
                  <a:cubicBezTo>
                    <a:pt x="846" y="1609"/>
                    <a:pt x="927" y="1529"/>
                    <a:pt x="927" y="1430"/>
                  </a:cubicBezTo>
                  <a:lnTo>
                    <a:pt x="927" y="1117"/>
                  </a:lnTo>
                  <a:lnTo>
                    <a:pt x="1197" y="1273"/>
                  </a:lnTo>
                  <a:cubicBezTo>
                    <a:pt x="1225" y="1290"/>
                    <a:pt x="1255" y="1297"/>
                    <a:pt x="1287" y="1297"/>
                  </a:cubicBezTo>
                  <a:cubicBezTo>
                    <a:pt x="1350" y="1297"/>
                    <a:pt x="1409" y="1264"/>
                    <a:pt x="1443" y="1206"/>
                  </a:cubicBezTo>
                  <a:cubicBezTo>
                    <a:pt x="1492" y="1120"/>
                    <a:pt x="1464" y="1011"/>
                    <a:pt x="1377" y="960"/>
                  </a:cubicBezTo>
                  <a:lnTo>
                    <a:pt x="1108" y="804"/>
                  </a:lnTo>
                  <a:lnTo>
                    <a:pt x="1370" y="652"/>
                  </a:lnTo>
                  <a:cubicBezTo>
                    <a:pt x="1451" y="605"/>
                    <a:pt x="1491" y="502"/>
                    <a:pt x="1450" y="416"/>
                  </a:cubicBezTo>
                  <a:cubicBezTo>
                    <a:pt x="1419" y="349"/>
                    <a:pt x="1354" y="312"/>
                    <a:pt x="1287" y="312"/>
                  </a:cubicBezTo>
                  <a:cubicBezTo>
                    <a:pt x="1257" y="312"/>
                    <a:pt x="1225" y="320"/>
                    <a:pt x="1197" y="336"/>
                  </a:cubicBezTo>
                  <a:lnTo>
                    <a:pt x="927" y="491"/>
                  </a:lnTo>
                  <a:lnTo>
                    <a:pt x="927" y="189"/>
                  </a:lnTo>
                  <a:cubicBezTo>
                    <a:pt x="927" y="93"/>
                    <a:pt x="857" y="8"/>
                    <a:pt x="763" y="1"/>
                  </a:cubicBezTo>
                  <a:cubicBezTo>
                    <a:pt x="758" y="0"/>
                    <a:pt x="752" y="0"/>
                    <a:pt x="7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71"/>
            <p:cNvSpPr/>
            <p:nvPr/>
          </p:nvSpPr>
          <p:spPr>
            <a:xfrm>
              <a:off x="3329467" y="1008920"/>
              <a:ext cx="56676" cy="60957"/>
            </a:xfrm>
            <a:custGeom>
              <a:rect b="b" l="l" r="r" t="t"/>
              <a:pathLst>
                <a:path extrusionOk="0" h="1609" w="1496">
                  <a:moveTo>
                    <a:pt x="750" y="0"/>
                  </a:moveTo>
                  <a:cubicBezTo>
                    <a:pt x="650" y="0"/>
                    <a:pt x="570" y="81"/>
                    <a:pt x="570" y="180"/>
                  </a:cubicBezTo>
                  <a:lnTo>
                    <a:pt x="570" y="492"/>
                  </a:lnTo>
                  <a:lnTo>
                    <a:pt x="308" y="340"/>
                  </a:lnTo>
                  <a:cubicBezTo>
                    <a:pt x="277" y="323"/>
                    <a:pt x="243" y="314"/>
                    <a:pt x="209" y="314"/>
                  </a:cubicBezTo>
                  <a:cubicBezTo>
                    <a:pt x="152" y="314"/>
                    <a:pt x="97" y="339"/>
                    <a:pt x="62" y="387"/>
                  </a:cubicBezTo>
                  <a:cubicBezTo>
                    <a:pt x="0" y="474"/>
                    <a:pt x="29" y="594"/>
                    <a:pt x="120" y="646"/>
                  </a:cubicBezTo>
                  <a:lnTo>
                    <a:pt x="390" y="802"/>
                  </a:lnTo>
                  <a:lnTo>
                    <a:pt x="120" y="958"/>
                  </a:lnTo>
                  <a:cubicBezTo>
                    <a:pt x="35" y="1010"/>
                    <a:pt x="5" y="1120"/>
                    <a:pt x="55" y="1205"/>
                  </a:cubicBezTo>
                  <a:cubicBezTo>
                    <a:pt x="87" y="1263"/>
                    <a:pt x="149" y="1296"/>
                    <a:pt x="211" y="1296"/>
                  </a:cubicBezTo>
                  <a:cubicBezTo>
                    <a:pt x="240" y="1296"/>
                    <a:pt x="272" y="1288"/>
                    <a:pt x="301" y="1272"/>
                  </a:cubicBezTo>
                  <a:lnTo>
                    <a:pt x="570" y="1116"/>
                  </a:lnTo>
                  <a:lnTo>
                    <a:pt x="570" y="1419"/>
                  </a:lnTo>
                  <a:cubicBezTo>
                    <a:pt x="570" y="1514"/>
                    <a:pt x="640" y="1599"/>
                    <a:pt x="735" y="1608"/>
                  </a:cubicBezTo>
                  <a:cubicBezTo>
                    <a:pt x="740" y="1608"/>
                    <a:pt x="745" y="1608"/>
                    <a:pt x="751" y="1608"/>
                  </a:cubicBezTo>
                  <a:cubicBezTo>
                    <a:pt x="850" y="1608"/>
                    <a:pt x="930" y="1528"/>
                    <a:pt x="930" y="1429"/>
                  </a:cubicBezTo>
                  <a:lnTo>
                    <a:pt x="930" y="1116"/>
                  </a:lnTo>
                  <a:lnTo>
                    <a:pt x="1201" y="1272"/>
                  </a:lnTo>
                  <a:cubicBezTo>
                    <a:pt x="1229" y="1289"/>
                    <a:pt x="1259" y="1296"/>
                    <a:pt x="1291" y="1296"/>
                  </a:cubicBezTo>
                  <a:cubicBezTo>
                    <a:pt x="1353" y="1296"/>
                    <a:pt x="1413" y="1263"/>
                    <a:pt x="1447" y="1205"/>
                  </a:cubicBezTo>
                  <a:cubicBezTo>
                    <a:pt x="1496" y="1119"/>
                    <a:pt x="1466" y="1010"/>
                    <a:pt x="1381" y="959"/>
                  </a:cubicBezTo>
                  <a:lnTo>
                    <a:pt x="1109" y="803"/>
                  </a:lnTo>
                  <a:lnTo>
                    <a:pt x="1381" y="648"/>
                  </a:lnTo>
                  <a:cubicBezTo>
                    <a:pt x="1468" y="598"/>
                    <a:pt x="1496" y="488"/>
                    <a:pt x="1447" y="402"/>
                  </a:cubicBezTo>
                  <a:cubicBezTo>
                    <a:pt x="1413" y="344"/>
                    <a:pt x="1353" y="312"/>
                    <a:pt x="1291" y="312"/>
                  </a:cubicBezTo>
                  <a:cubicBezTo>
                    <a:pt x="1260" y="312"/>
                    <a:pt x="1229" y="320"/>
                    <a:pt x="1201" y="336"/>
                  </a:cubicBezTo>
                  <a:lnTo>
                    <a:pt x="930" y="492"/>
                  </a:lnTo>
                  <a:lnTo>
                    <a:pt x="930" y="190"/>
                  </a:lnTo>
                  <a:cubicBezTo>
                    <a:pt x="930" y="94"/>
                    <a:pt x="861" y="8"/>
                    <a:pt x="767" y="1"/>
                  </a:cubicBezTo>
                  <a:cubicBezTo>
                    <a:pt x="761" y="0"/>
                    <a:pt x="756" y="0"/>
                    <a:pt x="7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71"/>
            <p:cNvSpPr/>
            <p:nvPr/>
          </p:nvSpPr>
          <p:spPr>
            <a:xfrm>
              <a:off x="3407814" y="1008920"/>
              <a:ext cx="56562" cy="60957"/>
            </a:xfrm>
            <a:custGeom>
              <a:rect b="b" l="l" r="r" t="t"/>
              <a:pathLst>
                <a:path extrusionOk="0" h="1609" w="1493">
                  <a:moveTo>
                    <a:pt x="747" y="0"/>
                  </a:moveTo>
                  <a:cubicBezTo>
                    <a:pt x="646" y="0"/>
                    <a:pt x="566" y="81"/>
                    <a:pt x="566" y="180"/>
                  </a:cubicBezTo>
                  <a:lnTo>
                    <a:pt x="566" y="492"/>
                  </a:lnTo>
                  <a:lnTo>
                    <a:pt x="297" y="336"/>
                  </a:lnTo>
                  <a:cubicBezTo>
                    <a:pt x="269" y="320"/>
                    <a:pt x="238" y="312"/>
                    <a:pt x="207" y="312"/>
                  </a:cubicBezTo>
                  <a:cubicBezTo>
                    <a:pt x="145" y="312"/>
                    <a:pt x="84" y="344"/>
                    <a:pt x="51" y="402"/>
                  </a:cubicBezTo>
                  <a:cubicBezTo>
                    <a:pt x="1" y="488"/>
                    <a:pt x="31" y="598"/>
                    <a:pt x="116" y="648"/>
                  </a:cubicBezTo>
                  <a:lnTo>
                    <a:pt x="387" y="803"/>
                  </a:lnTo>
                  <a:lnTo>
                    <a:pt x="116" y="959"/>
                  </a:lnTo>
                  <a:cubicBezTo>
                    <a:pt x="31" y="1010"/>
                    <a:pt x="2" y="1120"/>
                    <a:pt x="51" y="1205"/>
                  </a:cubicBezTo>
                  <a:cubicBezTo>
                    <a:pt x="86" y="1263"/>
                    <a:pt x="145" y="1296"/>
                    <a:pt x="207" y="1296"/>
                  </a:cubicBezTo>
                  <a:cubicBezTo>
                    <a:pt x="238" y="1296"/>
                    <a:pt x="269" y="1288"/>
                    <a:pt x="297" y="1272"/>
                  </a:cubicBezTo>
                  <a:lnTo>
                    <a:pt x="567" y="1116"/>
                  </a:lnTo>
                  <a:lnTo>
                    <a:pt x="567" y="1419"/>
                  </a:lnTo>
                  <a:cubicBezTo>
                    <a:pt x="567" y="1514"/>
                    <a:pt x="637" y="1599"/>
                    <a:pt x="731" y="1608"/>
                  </a:cubicBezTo>
                  <a:cubicBezTo>
                    <a:pt x="736" y="1608"/>
                    <a:pt x="742" y="1608"/>
                    <a:pt x="747" y="1608"/>
                  </a:cubicBezTo>
                  <a:cubicBezTo>
                    <a:pt x="847" y="1608"/>
                    <a:pt x="927" y="1528"/>
                    <a:pt x="927" y="1429"/>
                  </a:cubicBezTo>
                  <a:lnTo>
                    <a:pt x="927" y="1116"/>
                  </a:lnTo>
                  <a:lnTo>
                    <a:pt x="1197" y="1272"/>
                  </a:lnTo>
                  <a:cubicBezTo>
                    <a:pt x="1225" y="1289"/>
                    <a:pt x="1256" y="1296"/>
                    <a:pt x="1287" y="1296"/>
                  </a:cubicBezTo>
                  <a:cubicBezTo>
                    <a:pt x="1350" y="1296"/>
                    <a:pt x="1411" y="1263"/>
                    <a:pt x="1443" y="1205"/>
                  </a:cubicBezTo>
                  <a:cubicBezTo>
                    <a:pt x="1492" y="1119"/>
                    <a:pt x="1463" y="1010"/>
                    <a:pt x="1377" y="959"/>
                  </a:cubicBezTo>
                  <a:lnTo>
                    <a:pt x="1108" y="803"/>
                  </a:lnTo>
                  <a:lnTo>
                    <a:pt x="1377" y="648"/>
                  </a:lnTo>
                  <a:cubicBezTo>
                    <a:pt x="1464" y="598"/>
                    <a:pt x="1492" y="488"/>
                    <a:pt x="1443" y="402"/>
                  </a:cubicBezTo>
                  <a:cubicBezTo>
                    <a:pt x="1409" y="344"/>
                    <a:pt x="1349" y="312"/>
                    <a:pt x="1287" y="312"/>
                  </a:cubicBezTo>
                  <a:cubicBezTo>
                    <a:pt x="1256" y="312"/>
                    <a:pt x="1225" y="320"/>
                    <a:pt x="1197" y="336"/>
                  </a:cubicBezTo>
                  <a:lnTo>
                    <a:pt x="927" y="492"/>
                  </a:lnTo>
                  <a:lnTo>
                    <a:pt x="927" y="190"/>
                  </a:lnTo>
                  <a:cubicBezTo>
                    <a:pt x="927" y="94"/>
                    <a:pt x="858" y="8"/>
                    <a:pt x="763" y="1"/>
                  </a:cubicBezTo>
                  <a:cubicBezTo>
                    <a:pt x="758" y="0"/>
                    <a:pt x="752" y="0"/>
                    <a:pt x="7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71"/>
            <p:cNvSpPr/>
            <p:nvPr/>
          </p:nvSpPr>
          <p:spPr>
            <a:xfrm>
              <a:off x="3484796" y="1008920"/>
              <a:ext cx="56562" cy="60957"/>
            </a:xfrm>
            <a:custGeom>
              <a:rect b="b" l="l" r="r" t="t"/>
              <a:pathLst>
                <a:path extrusionOk="0" h="1609" w="1493">
                  <a:moveTo>
                    <a:pt x="747" y="0"/>
                  </a:moveTo>
                  <a:cubicBezTo>
                    <a:pt x="646" y="0"/>
                    <a:pt x="566" y="81"/>
                    <a:pt x="566" y="180"/>
                  </a:cubicBezTo>
                  <a:lnTo>
                    <a:pt x="566" y="492"/>
                  </a:lnTo>
                  <a:lnTo>
                    <a:pt x="297" y="336"/>
                  </a:lnTo>
                  <a:cubicBezTo>
                    <a:pt x="269" y="320"/>
                    <a:pt x="237" y="312"/>
                    <a:pt x="207" y="312"/>
                  </a:cubicBezTo>
                  <a:cubicBezTo>
                    <a:pt x="144" y="312"/>
                    <a:pt x="84" y="344"/>
                    <a:pt x="51" y="402"/>
                  </a:cubicBezTo>
                  <a:cubicBezTo>
                    <a:pt x="1" y="488"/>
                    <a:pt x="30" y="598"/>
                    <a:pt x="116" y="648"/>
                  </a:cubicBezTo>
                  <a:lnTo>
                    <a:pt x="386" y="803"/>
                  </a:lnTo>
                  <a:lnTo>
                    <a:pt x="116" y="959"/>
                  </a:lnTo>
                  <a:cubicBezTo>
                    <a:pt x="30" y="1010"/>
                    <a:pt x="2" y="1120"/>
                    <a:pt x="51" y="1205"/>
                  </a:cubicBezTo>
                  <a:cubicBezTo>
                    <a:pt x="83" y="1263"/>
                    <a:pt x="145" y="1296"/>
                    <a:pt x="207" y="1296"/>
                  </a:cubicBezTo>
                  <a:cubicBezTo>
                    <a:pt x="237" y="1296"/>
                    <a:pt x="269" y="1288"/>
                    <a:pt x="297" y="1272"/>
                  </a:cubicBezTo>
                  <a:lnTo>
                    <a:pt x="567" y="1116"/>
                  </a:lnTo>
                  <a:lnTo>
                    <a:pt x="567" y="1419"/>
                  </a:lnTo>
                  <a:cubicBezTo>
                    <a:pt x="567" y="1514"/>
                    <a:pt x="636" y="1599"/>
                    <a:pt x="731" y="1608"/>
                  </a:cubicBezTo>
                  <a:cubicBezTo>
                    <a:pt x="736" y="1608"/>
                    <a:pt x="742" y="1608"/>
                    <a:pt x="747" y="1608"/>
                  </a:cubicBezTo>
                  <a:cubicBezTo>
                    <a:pt x="846" y="1608"/>
                    <a:pt x="927" y="1528"/>
                    <a:pt x="927" y="1429"/>
                  </a:cubicBezTo>
                  <a:lnTo>
                    <a:pt x="927" y="1116"/>
                  </a:lnTo>
                  <a:lnTo>
                    <a:pt x="1197" y="1272"/>
                  </a:lnTo>
                  <a:cubicBezTo>
                    <a:pt x="1225" y="1289"/>
                    <a:pt x="1255" y="1296"/>
                    <a:pt x="1287" y="1296"/>
                  </a:cubicBezTo>
                  <a:cubicBezTo>
                    <a:pt x="1350" y="1296"/>
                    <a:pt x="1409" y="1263"/>
                    <a:pt x="1443" y="1205"/>
                  </a:cubicBezTo>
                  <a:cubicBezTo>
                    <a:pt x="1492" y="1119"/>
                    <a:pt x="1462" y="1010"/>
                    <a:pt x="1377" y="959"/>
                  </a:cubicBezTo>
                  <a:lnTo>
                    <a:pt x="1107" y="803"/>
                  </a:lnTo>
                  <a:lnTo>
                    <a:pt x="1377" y="648"/>
                  </a:lnTo>
                  <a:cubicBezTo>
                    <a:pt x="1464" y="598"/>
                    <a:pt x="1492" y="488"/>
                    <a:pt x="1443" y="402"/>
                  </a:cubicBezTo>
                  <a:cubicBezTo>
                    <a:pt x="1409" y="344"/>
                    <a:pt x="1349" y="312"/>
                    <a:pt x="1287" y="312"/>
                  </a:cubicBezTo>
                  <a:cubicBezTo>
                    <a:pt x="1256" y="312"/>
                    <a:pt x="1225" y="320"/>
                    <a:pt x="1197" y="336"/>
                  </a:cubicBezTo>
                  <a:lnTo>
                    <a:pt x="927" y="492"/>
                  </a:lnTo>
                  <a:lnTo>
                    <a:pt x="927" y="190"/>
                  </a:lnTo>
                  <a:cubicBezTo>
                    <a:pt x="927" y="94"/>
                    <a:pt x="857" y="8"/>
                    <a:pt x="763" y="1"/>
                  </a:cubicBezTo>
                  <a:cubicBezTo>
                    <a:pt x="758" y="0"/>
                    <a:pt x="752" y="0"/>
                    <a:pt x="7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71"/>
            <p:cNvSpPr/>
            <p:nvPr/>
          </p:nvSpPr>
          <p:spPr>
            <a:xfrm>
              <a:off x="3342424" y="807220"/>
              <a:ext cx="109260" cy="154343"/>
            </a:xfrm>
            <a:custGeom>
              <a:rect b="b" l="l" r="r" t="t"/>
              <a:pathLst>
                <a:path extrusionOk="0" h="4074" w="2884">
                  <a:moveTo>
                    <a:pt x="1457" y="380"/>
                  </a:moveTo>
                  <a:cubicBezTo>
                    <a:pt x="1776" y="380"/>
                    <a:pt x="2032" y="645"/>
                    <a:pt x="2032" y="972"/>
                  </a:cubicBezTo>
                  <a:lnTo>
                    <a:pt x="2032" y="1517"/>
                  </a:lnTo>
                  <a:lnTo>
                    <a:pt x="885" y="1517"/>
                  </a:lnTo>
                  <a:lnTo>
                    <a:pt x="885" y="954"/>
                  </a:lnTo>
                  <a:cubicBezTo>
                    <a:pt x="885" y="654"/>
                    <a:pt x="1116" y="405"/>
                    <a:pt x="1411" y="381"/>
                  </a:cubicBezTo>
                  <a:cubicBezTo>
                    <a:pt x="1426" y="380"/>
                    <a:pt x="1442" y="380"/>
                    <a:pt x="1457" y="380"/>
                  </a:cubicBezTo>
                  <a:close/>
                  <a:moveTo>
                    <a:pt x="2342" y="1878"/>
                  </a:moveTo>
                  <a:cubicBezTo>
                    <a:pt x="2441" y="1878"/>
                    <a:pt x="2524" y="1959"/>
                    <a:pt x="2524" y="2058"/>
                  </a:cubicBezTo>
                  <a:lnTo>
                    <a:pt x="2524" y="3532"/>
                  </a:lnTo>
                  <a:cubicBezTo>
                    <a:pt x="2524" y="3631"/>
                    <a:pt x="2442" y="3712"/>
                    <a:pt x="2343" y="3712"/>
                  </a:cubicBezTo>
                  <a:lnTo>
                    <a:pt x="576" y="3712"/>
                  </a:lnTo>
                  <a:cubicBezTo>
                    <a:pt x="476" y="3712"/>
                    <a:pt x="395" y="3631"/>
                    <a:pt x="395" y="3532"/>
                  </a:cubicBezTo>
                  <a:lnTo>
                    <a:pt x="395" y="2058"/>
                  </a:lnTo>
                  <a:cubicBezTo>
                    <a:pt x="395" y="1959"/>
                    <a:pt x="476" y="1878"/>
                    <a:pt x="576" y="1878"/>
                  </a:cubicBezTo>
                  <a:close/>
                  <a:moveTo>
                    <a:pt x="1442" y="0"/>
                  </a:moveTo>
                  <a:cubicBezTo>
                    <a:pt x="918" y="0"/>
                    <a:pt x="492" y="428"/>
                    <a:pt x="492" y="951"/>
                  </a:cubicBezTo>
                  <a:lnTo>
                    <a:pt x="492" y="1513"/>
                  </a:lnTo>
                  <a:cubicBezTo>
                    <a:pt x="216" y="1545"/>
                    <a:pt x="1" y="1778"/>
                    <a:pt x="1" y="2057"/>
                  </a:cubicBezTo>
                  <a:lnTo>
                    <a:pt x="1" y="3525"/>
                  </a:lnTo>
                  <a:cubicBezTo>
                    <a:pt x="1" y="3828"/>
                    <a:pt x="247" y="4073"/>
                    <a:pt x="549" y="4073"/>
                  </a:cubicBezTo>
                  <a:lnTo>
                    <a:pt x="2334" y="4073"/>
                  </a:lnTo>
                  <a:cubicBezTo>
                    <a:pt x="2638" y="4073"/>
                    <a:pt x="2883" y="3827"/>
                    <a:pt x="2883" y="3525"/>
                  </a:cubicBezTo>
                  <a:lnTo>
                    <a:pt x="2883" y="2057"/>
                  </a:lnTo>
                  <a:cubicBezTo>
                    <a:pt x="2883" y="1778"/>
                    <a:pt x="2668" y="1545"/>
                    <a:pt x="2392" y="1513"/>
                  </a:cubicBezTo>
                  <a:lnTo>
                    <a:pt x="2392" y="950"/>
                  </a:lnTo>
                  <a:cubicBezTo>
                    <a:pt x="2393" y="427"/>
                    <a:pt x="1966" y="0"/>
                    <a:pt x="14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71"/>
            <p:cNvSpPr/>
            <p:nvPr/>
          </p:nvSpPr>
          <p:spPr>
            <a:xfrm>
              <a:off x="3387735" y="903637"/>
              <a:ext cx="18715" cy="18677"/>
            </a:xfrm>
            <a:custGeom>
              <a:rect b="b" l="l" r="r" t="t"/>
              <a:pathLst>
                <a:path extrusionOk="0" h="493" w="494">
                  <a:moveTo>
                    <a:pt x="247" y="0"/>
                  </a:moveTo>
                  <a:cubicBezTo>
                    <a:pt x="111" y="0"/>
                    <a:pt x="1" y="110"/>
                    <a:pt x="1" y="246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6"/>
                  </a:cubicBezTo>
                  <a:cubicBezTo>
                    <a:pt x="493" y="110"/>
                    <a:pt x="383" y="0"/>
                    <a:pt x="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05" name="Google Shape;3105;p71"/>
          <p:cNvGrpSpPr/>
          <p:nvPr/>
        </p:nvGrpSpPr>
        <p:grpSpPr>
          <a:xfrm>
            <a:off x="2462772" y="1347055"/>
            <a:ext cx="450154" cy="383269"/>
            <a:chOff x="2335403" y="748460"/>
            <a:chExt cx="477313" cy="406392"/>
          </a:xfrm>
        </p:grpSpPr>
        <p:sp>
          <p:nvSpPr>
            <p:cNvPr id="3106" name="Google Shape;3106;p71"/>
            <p:cNvSpPr/>
            <p:nvPr/>
          </p:nvSpPr>
          <p:spPr>
            <a:xfrm>
              <a:off x="2419697" y="928793"/>
              <a:ext cx="35044" cy="13676"/>
            </a:xfrm>
            <a:custGeom>
              <a:rect b="b" l="l" r="r" t="t"/>
              <a:pathLst>
                <a:path extrusionOk="0" h="361" w="925">
                  <a:moveTo>
                    <a:pt x="199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728" y="361"/>
                  </a:lnTo>
                  <a:cubicBezTo>
                    <a:pt x="823" y="361"/>
                    <a:pt x="908" y="291"/>
                    <a:pt x="916" y="197"/>
                  </a:cubicBezTo>
                  <a:cubicBezTo>
                    <a:pt x="924" y="89"/>
                    <a:pt x="841" y="0"/>
                    <a:pt x="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71"/>
            <p:cNvSpPr/>
            <p:nvPr/>
          </p:nvSpPr>
          <p:spPr>
            <a:xfrm>
              <a:off x="2466106" y="928793"/>
              <a:ext cx="51713" cy="13676"/>
            </a:xfrm>
            <a:custGeom>
              <a:rect b="b" l="l" r="r" t="t"/>
              <a:pathLst>
                <a:path extrusionOk="0" h="361" w="1365">
                  <a:moveTo>
                    <a:pt x="197" y="0"/>
                  </a:moveTo>
                  <a:cubicBezTo>
                    <a:pt x="102" y="0"/>
                    <a:pt x="17" y="69"/>
                    <a:pt x="8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66" y="361"/>
                  </a:lnTo>
                  <a:cubicBezTo>
                    <a:pt x="1262" y="361"/>
                    <a:pt x="1347" y="291"/>
                    <a:pt x="1354" y="197"/>
                  </a:cubicBezTo>
                  <a:cubicBezTo>
                    <a:pt x="1365" y="89"/>
                    <a:pt x="1281" y="0"/>
                    <a:pt x="11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71"/>
            <p:cNvSpPr/>
            <p:nvPr/>
          </p:nvSpPr>
          <p:spPr>
            <a:xfrm>
              <a:off x="2420152" y="900266"/>
              <a:ext cx="80354" cy="13676"/>
            </a:xfrm>
            <a:custGeom>
              <a:rect b="b" l="l" r="r" t="t"/>
              <a:pathLst>
                <a:path extrusionOk="0" h="361" w="2121">
                  <a:moveTo>
                    <a:pt x="198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0" y="270"/>
                    <a:pt x="84" y="361"/>
                    <a:pt x="189" y="361"/>
                  </a:cubicBezTo>
                  <a:lnTo>
                    <a:pt x="1922" y="361"/>
                  </a:lnTo>
                  <a:cubicBezTo>
                    <a:pt x="2017" y="361"/>
                    <a:pt x="2103" y="291"/>
                    <a:pt x="2111" y="197"/>
                  </a:cubicBezTo>
                  <a:cubicBezTo>
                    <a:pt x="2120" y="89"/>
                    <a:pt x="2036" y="0"/>
                    <a:pt x="19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71"/>
            <p:cNvSpPr/>
            <p:nvPr/>
          </p:nvSpPr>
          <p:spPr>
            <a:xfrm>
              <a:off x="2419659" y="871700"/>
              <a:ext cx="35044" cy="13676"/>
            </a:xfrm>
            <a:custGeom>
              <a:rect b="b" l="l" r="r" t="t"/>
              <a:pathLst>
                <a:path extrusionOk="0" h="361" w="925">
                  <a:moveTo>
                    <a:pt x="198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726" y="360"/>
                  </a:lnTo>
                  <a:cubicBezTo>
                    <a:pt x="823" y="360"/>
                    <a:pt x="908" y="291"/>
                    <a:pt x="915" y="197"/>
                  </a:cubicBezTo>
                  <a:cubicBezTo>
                    <a:pt x="924" y="89"/>
                    <a:pt x="841" y="0"/>
                    <a:pt x="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71"/>
            <p:cNvSpPr/>
            <p:nvPr/>
          </p:nvSpPr>
          <p:spPr>
            <a:xfrm>
              <a:off x="2466485" y="871700"/>
              <a:ext cx="84597" cy="13676"/>
            </a:xfrm>
            <a:custGeom>
              <a:rect b="b" l="l" r="r" t="t"/>
              <a:pathLst>
                <a:path extrusionOk="0" h="361" w="2233">
                  <a:moveTo>
                    <a:pt x="197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1" y="271"/>
                    <a:pt x="83" y="360"/>
                    <a:pt x="188" y="360"/>
                  </a:cubicBezTo>
                  <a:lnTo>
                    <a:pt x="2035" y="360"/>
                  </a:lnTo>
                  <a:cubicBezTo>
                    <a:pt x="2130" y="360"/>
                    <a:pt x="2216" y="291"/>
                    <a:pt x="2223" y="197"/>
                  </a:cubicBezTo>
                  <a:cubicBezTo>
                    <a:pt x="2232" y="89"/>
                    <a:pt x="2149" y="0"/>
                    <a:pt x="20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71"/>
            <p:cNvSpPr/>
            <p:nvPr/>
          </p:nvSpPr>
          <p:spPr>
            <a:xfrm>
              <a:off x="2428714" y="978953"/>
              <a:ext cx="61828" cy="72171"/>
            </a:xfrm>
            <a:custGeom>
              <a:rect b="b" l="l" r="r" t="t"/>
              <a:pathLst>
                <a:path extrusionOk="0" h="1905" w="1632">
                  <a:moveTo>
                    <a:pt x="821" y="648"/>
                  </a:moveTo>
                  <a:lnTo>
                    <a:pt x="1015" y="1167"/>
                  </a:lnTo>
                  <a:lnTo>
                    <a:pt x="623" y="1167"/>
                  </a:lnTo>
                  <a:lnTo>
                    <a:pt x="821" y="648"/>
                  </a:lnTo>
                  <a:close/>
                  <a:moveTo>
                    <a:pt x="820" y="0"/>
                  </a:moveTo>
                  <a:cubicBezTo>
                    <a:pt x="730" y="0"/>
                    <a:pt x="650" y="54"/>
                    <a:pt x="616" y="136"/>
                  </a:cubicBezTo>
                  <a:cubicBezTo>
                    <a:pt x="616" y="137"/>
                    <a:pt x="615" y="138"/>
                    <a:pt x="615" y="141"/>
                  </a:cubicBezTo>
                  <a:lnTo>
                    <a:pt x="37" y="1655"/>
                  </a:lnTo>
                  <a:cubicBezTo>
                    <a:pt x="0" y="1757"/>
                    <a:pt x="60" y="1855"/>
                    <a:pt x="146" y="1891"/>
                  </a:cubicBezTo>
                  <a:cubicBezTo>
                    <a:pt x="166" y="1899"/>
                    <a:pt x="187" y="1903"/>
                    <a:pt x="208" y="1903"/>
                  </a:cubicBezTo>
                  <a:cubicBezTo>
                    <a:pt x="282" y="1903"/>
                    <a:pt x="357" y="1856"/>
                    <a:pt x="383" y="1786"/>
                  </a:cubicBezTo>
                  <a:lnTo>
                    <a:pt x="481" y="1528"/>
                  </a:lnTo>
                  <a:lnTo>
                    <a:pt x="1155" y="1528"/>
                  </a:lnTo>
                  <a:lnTo>
                    <a:pt x="1251" y="1786"/>
                  </a:lnTo>
                  <a:cubicBezTo>
                    <a:pt x="1279" y="1860"/>
                    <a:pt x="1349" y="1905"/>
                    <a:pt x="1423" y="1905"/>
                  </a:cubicBezTo>
                  <a:cubicBezTo>
                    <a:pt x="1444" y="1905"/>
                    <a:pt x="1466" y="1901"/>
                    <a:pt x="1488" y="1893"/>
                  </a:cubicBezTo>
                  <a:cubicBezTo>
                    <a:pt x="1584" y="1858"/>
                    <a:pt x="1631" y="1750"/>
                    <a:pt x="1596" y="1656"/>
                  </a:cubicBezTo>
                  <a:lnTo>
                    <a:pt x="1024" y="142"/>
                  </a:lnTo>
                  <a:cubicBezTo>
                    <a:pt x="1024" y="139"/>
                    <a:pt x="1022" y="137"/>
                    <a:pt x="1022" y="136"/>
                  </a:cubicBezTo>
                  <a:cubicBezTo>
                    <a:pt x="988" y="54"/>
                    <a:pt x="909" y="0"/>
                    <a:pt x="8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71"/>
            <p:cNvSpPr/>
            <p:nvPr/>
          </p:nvSpPr>
          <p:spPr>
            <a:xfrm>
              <a:off x="2492701" y="998388"/>
              <a:ext cx="48265" cy="52660"/>
            </a:xfrm>
            <a:custGeom>
              <a:rect b="b" l="l" r="r" t="t"/>
              <a:pathLst>
                <a:path extrusionOk="0" h="1390" w="1274">
                  <a:moveTo>
                    <a:pt x="654" y="430"/>
                  </a:moveTo>
                  <a:cubicBezTo>
                    <a:pt x="801" y="430"/>
                    <a:pt x="919" y="549"/>
                    <a:pt x="919" y="696"/>
                  </a:cubicBezTo>
                  <a:cubicBezTo>
                    <a:pt x="919" y="842"/>
                    <a:pt x="801" y="961"/>
                    <a:pt x="654" y="961"/>
                  </a:cubicBezTo>
                  <a:cubicBezTo>
                    <a:pt x="508" y="961"/>
                    <a:pt x="388" y="842"/>
                    <a:pt x="388" y="696"/>
                  </a:cubicBezTo>
                  <a:cubicBezTo>
                    <a:pt x="388" y="549"/>
                    <a:pt x="508" y="430"/>
                    <a:pt x="654" y="430"/>
                  </a:cubicBezTo>
                  <a:close/>
                  <a:moveTo>
                    <a:pt x="1089" y="1"/>
                  </a:moveTo>
                  <a:cubicBezTo>
                    <a:pt x="1008" y="1"/>
                    <a:pt x="941" y="52"/>
                    <a:pt x="916" y="123"/>
                  </a:cubicBezTo>
                  <a:cubicBezTo>
                    <a:pt x="832" y="83"/>
                    <a:pt x="736" y="59"/>
                    <a:pt x="635" y="59"/>
                  </a:cubicBezTo>
                  <a:cubicBezTo>
                    <a:pt x="623" y="59"/>
                    <a:pt x="611" y="59"/>
                    <a:pt x="599" y="60"/>
                  </a:cubicBezTo>
                  <a:cubicBezTo>
                    <a:pt x="267" y="81"/>
                    <a:pt x="1" y="366"/>
                    <a:pt x="5" y="699"/>
                  </a:cubicBezTo>
                  <a:cubicBezTo>
                    <a:pt x="7" y="1049"/>
                    <a:pt x="291" y="1331"/>
                    <a:pt x="640" y="1331"/>
                  </a:cubicBezTo>
                  <a:cubicBezTo>
                    <a:pt x="739" y="1331"/>
                    <a:pt x="831" y="1309"/>
                    <a:pt x="916" y="1267"/>
                  </a:cubicBezTo>
                  <a:cubicBezTo>
                    <a:pt x="941" y="1339"/>
                    <a:pt x="1009" y="1389"/>
                    <a:pt x="1088" y="1389"/>
                  </a:cubicBezTo>
                  <a:cubicBezTo>
                    <a:pt x="1101" y="1389"/>
                    <a:pt x="1114" y="1388"/>
                    <a:pt x="1128" y="1385"/>
                  </a:cubicBezTo>
                  <a:cubicBezTo>
                    <a:pt x="1214" y="1367"/>
                    <a:pt x="1273" y="1288"/>
                    <a:pt x="1273" y="1200"/>
                  </a:cubicBezTo>
                  <a:lnTo>
                    <a:pt x="1273" y="190"/>
                  </a:lnTo>
                  <a:cubicBezTo>
                    <a:pt x="1273" y="102"/>
                    <a:pt x="1214" y="22"/>
                    <a:pt x="1128" y="5"/>
                  </a:cubicBezTo>
                  <a:cubicBezTo>
                    <a:pt x="1115" y="2"/>
                    <a:pt x="1101" y="1"/>
                    <a:pt x="10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71"/>
            <p:cNvSpPr/>
            <p:nvPr/>
          </p:nvSpPr>
          <p:spPr>
            <a:xfrm>
              <a:off x="2597264" y="977437"/>
              <a:ext cx="36635" cy="75164"/>
            </a:xfrm>
            <a:custGeom>
              <a:rect b="b" l="l" r="r" t="t"/>
              <a:pathLst>
                <a:path extrusionOk="0" h="1984" w="967">
                  <a:moveTo>
                    <a:pt x="771" y="0"/>
                  </a:moveTo>
                  <a:cubicBezTo>
                    <a:pt x="467" y="0"/>
                    <a:pt x="217" y="223"/>
                    <a:pt x="217" y="497"/>
                  </a:cubicBezTo>
                  <a:lnTo>
                    <a:pt x="217" y="731"/>
                  </a:lnTo>
                  <a:cubicBezTo>
                    <a:pt x="205" y="788"/>
                    <a:pt x="181" y="807"/>
                    <a:pt x="142" y="820"/>
                  </a:cubicBezTo>
                  <a:cubicBezTo>
                    <a:pt x="83" y="841"/>
                    <a:pt x="35" y="890"/>
                    <a:pt x="23" y="950"/>
                  </a:cubicBezTo>
                  <a:cubicBezTo>
                    <a:pt x="1" y="1042"/>
                    <a:pt x="53" y="1134"/>
                    <a:pt x="139" y="1162"/>
                  </a:cubicBezTo>
                  <a:cubicBezTo>
                    <a:pt x="180" y="1177"/>
                    <a:pt x="205" y="1194"/>
                    <a:pt x="217" y="1252"/>
                  </a:cubicBezTo>
                  <a:lnTo>
                    <a:pt x="217" y="1487"/>
                  </a:lnTo>
                  <a:cubicBezTo>
                    <a:pt x="217" y="1758"/>
                    <a:pt x="462" y="1979"/>
                    <a:pt x="764" y="1983"/>
                  </a:cubicBezTo>
                  <a:cubicBezTo>
                    <a:pt x="765" y="1983"/>
                    <a:pt x="766" y="1983"/>
                    <a:pt x="766" y="1983"/>
                  </a:cubicBezTo>
                  <a:cubicBezTo>
                    <a:pt x="854" y="1983"/>
                    <a:pt x="934" y="1921"/>
                    <a:pt x="948" y="1833"/>
                  </a:cubicBezTo>
                  <a:cubicBezTo>
                    <a:pt x="966" y="1719"/>
                    <a:pt x="880" y="1623"/>
                    <a:pt x="770" y="1623"/>
                  </a:cubicBezTo>
                  <a:cubicBezTo>
                    <a:pt x="666" y="1623"/>
                    <a:pt x="578" y="1561"/>
                    <a:pt x="578" y="1487"/>
                  </a:cubicBezTo>
                  <a:lnTo>
                    <a:pt x="578" y="1235"/>
                  </a:lnTo>
                  <a:cubicBezTo>
                    <a:pt x="578" y="1225"/>
                    <a:pt x="577" y="1214"/>
                    <a:pt x="576" y="1204"/>
                  </a:cubicBezTo>
                  <a:cubicBezTo>
                    <a:pt x="560" y="1116"/>
                    <a:pt x="530" y="1047"/>
                    <a:pt x="490" y="992"/>
                  </a:cubicBezTo>
                  <a:cubicBezTo>
                    <a:pt x="530" y="937"/>
                    <a:pt x="560" y="868"/>
                    <a:pt x="576" y="780"/>
                  </a:cubicBezTo>
                  <a:cubicBezTo>
                    <a:pt x="577" y="769"/>
                    <a:pt x="578" y="759"/>
                    <a:pt x="578" y="748"/>
                  </a:cubicBezTo>
                  <a:lnTo>
                    <a:pt x="578" y="497"/>
                  </a:lnTo>
                  <a:cubicBezTo>
                    <a:pt x="578" y="425"/>
                    <a:pt x="661" y="365"/>
                    <a:pt x="764" y="361"/>
                  </a:cubicBezTo>
                  <a:cubicBezTo>
                    <a:pt x="859" y="359"/>
                    <a:pt x="944" y="287"/>
                    <a:pt x="951" y="192"/>
                  </a:cubicBezTo>
                  <a:cubicBezTo>
                    <a:pt x="958" y="87"/>
                    <a:pt x="875" y="0"/>
                    <a:pt x="7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71"/>
            <p:cNvSpPr/>
            <p:nvPr/>
          </p:nvSpPr>
          <p:spPr>
            <a:xfrm>
              <a:off x="2692507" y="977513"/>
              <a:ext cx="36673" cy="75126"/>
            </a:xfrm>
            <a:custGeom>
              <a:rect b="b" l="l" r="r" t="t"/>
              <a:pathLst>
                <a:path extrusionOk="0" h="1983" w="968">
                  <a:moveTo>
                    <a:pt x="200" y="0"/>
                  </a:moveTo>
                  <a:cubicBezTo>
                    <a:pt x="113" y="0"/>
                    <a:pt x="34" y="63"/>
                    <a:pt x="20" y="149"/>
                  </a:cubicBezTo>
                  <a:cubicBezTo>
                    <a:pt x="0" y="263"/>
                    <a:pt x="88" y="360"/>
                    <a:pt x="198" y="360"/>
                  </a:cubicBezTo>
                  <a:cubicBezTo>
                    <a:pt x="303" y="360"/>
                    <a:pt x="390" y="422"/>
                    <a:pt x="390" y="496"/>
                  </a:cubicBezTo>
                  <a:lnTo>
                    <a:pt x="390" y="749"/>
                  </a:lnTo>
                  <a:cubicBezTo>
                    <a:pt x="390" y="760"/>
                    <a:pt x="392" y="770"/>
                    <a:pt x="393" y="781"/>
                  </a:cubicBezTo>
                  <a:cubicBezTo>
                    <a:pt x="409" y="868"/>
                    <a:pt x="439" y="936"/>
                    <a:pt x="478" y="991"/>
                  </a:cubicBezTo>
                  <a:cubicBezTo>
                    <a:pt x="440" y="1045"/>
                    <a:pt x="409" y="1114"/>
                    <a:pt x="393" y="1202"/>
                  </a:cubicBezTo>
                  <a:cubicBezTo>
                    <a:pt x="390" y="1211"/>
                    <a:pt x="390" y="1222"/>
                    <a:pt x="390" y="1232"/>
                  </a:cubicBezTo>
                  <a:lnTo>
                    <a:pt x="390" y="1485"/>
                  </a:lnTo>
                  <a:cubicBezTo>
                    <a:pt x="390" y="1557"/>
                    <a:pt x="305" y="1618"/>
                    <a:pt x="204" y="1621"/>
                  </a:cubicBezTo>
                  <a:cubicBezTo>
                    <a:pt x="109" y="1623"/>
                    <a:pt x="23" y="1694"/>
                    <a:pt x="18" y="1789"/>
                  </a:cubicBezTo>
                  <a:cubicBezTo>
                    <a:pt x="12" y="1894"/>
                    <a:pt x="95" y="1982"/>
                    <a:pt x="198" y="1982"/>
                  </a:cubicBezTo>
                  <a:cubicBezTo>
                    <a:pt x="503" y="1982"/>
                    <a:pt x="751" y="1759"/>
                    <a:pt x="751" y="1486"/>
                  </a:cubicBezTo>
                  <a:lnTo>
                    <a:pt x="751" y="1251"/>
                  </a:lnTo>
                  <a:cubicBezTo>
                    <a:pt x="765" y="1196"/>
                    <a:pt x="788" y="1176"/>
                    <a:pt x="828" y="1162"/>
                  </a:cubicBezTo>
                  <a:cubicBezTo>
                    <a:pt x="886" y="1141"/>
                    <a:pt x="933" y="1093"/>
                    <a:pt x="947" y="1033"/>
                  </a:cubicBezTo>
                  <a:cubicBezTo>
                    <a:pt x="968" y="940"/>
                    <a:pt x="916" y="850"/>
                    <a:pt x="829" y="821"/>
                  </a:cubicBezTo>
                  <a:cubicBezTo>
                    <a:pt x="788" y="806"/>
                    <a:pt x="764" y="788"/>
                    <a:pt x="750" y="730"/>
                  </a:cubicBezTo>
                  <a:lnTo>
                    <a:pt x="750" y="496"/>
                  </a:lnTo>
                  <a:cubicBezTo>
                    <a:pt x="750" y="226"/>
                    <a:pt x="505" y="4"/>
                    <a:pt x="204" y="0"/>
                  </a:cubicBezTo>
                  <a:cubicBezTo>
                    <a:pt x="203" y="0"/>
                    <a:pt x="202" y="0"/>
                    <a:pt x="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71"/>
            <p:cNvSpPr/>
            <p:nvPr/>
          </p:nvSpPr>
          <p:spPr>
            <a:xfrm>
              <a:off x="2643749" y="978536"/>
              <a:ext cx="39249" cy="72891"/>
            </a:xfrm>
            <a:custGeom>
              <a:rect b="b" l="l" r="r" t="t"/>
              <a:pathLst>
                <a:path extrusionOk="0" h="1924" w="1036">
                  <a:moveTo>
                    <a:pt x="826" y="0"/>
                  </a:moveTo>
                  <a:cubicBezTo>
                    <a:pt x="753" y="0"/>
                    <a:pt x="683" y="44"/>
                    <a:pt x="655" y="117"/>
                  </a:cubicBezTo>
                  <a:lnTo>
                    <a:pt x="37" y="1671"/>
                  </a:lnTo>
                  <a:cubicBezTo>
                    <a:pt x="0" y="1765"/>
                    <a:pt x="46" y="1872"/>
                    <a:pt x="140" y="1911"/>
                  </a:cubicBezTo>
                  <a:cubicBezTo>
                    <a:pt x="162" y="1919"/>
                    <a:pt x="186" y="1924"/>
                    <a:pt x="208" y="1924"/>
                  </a:cubicBezTo>
                  <a:cubicBezTo>
                    <a:pt x="282" y="1924"/>
                    <a:pt x="351" y="1880"/>
                    <a:pt x="380" y="1807"/>
                  </a:cubicBezTo>
                  <a:lnTo>
                    <a:pt x="998" y="253"/>
                  </a:lnTo>
                  <a:cubicBezTo>
                    <a:pt x="1036" y="159"/>
                    <a:pt x="990" y="52"/>
                    <a:pt x="894" y="13"/>
                  </a:cubicBezTo>
                  <a:cubicBezTo>
                    <a:pt x="872" y="4"/>
                    <a:pt x="849" y="0"/>
                    <a:pt x="8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71"/>
            <p:cNvSpPr/>
            <p:nvPr/>
          </p:nvSpPr>
          <p:spPr>
            <a:xfrm>
              <a:off x="2335403" y="748460"/>
              <a:ext cx="477313" cy="406392"/>
            </a:xfrm>
            <a:custGeom>
              <a:rect b="b" l="l" r="r" t="t"/>
              <a:pathLst>
                <a:path extrusionOk="0" h="10727" w="12599">
                  <a:moveTo>
                    <a:pt x="10849" y="378"/>
                  </a:moveTo>
                  <a:cubicBezTo>
                    <a:pt x="10913" y="378"/>
                    <a:pt x="10994" y="438"/>
                    <a:pt x="11079" y="499"/>
                  </a:cubicBezTo>
                  <a:cubicBezTo>
                    <a:pt x="11240" y="616"/>
                    <a:pt x="11385" y="675"/>
                    <a:pt x="11582" y="707"/>
                  </a:cubicBezTo>
                  <a:cubicBezTo>
                    <a:pt x="11680" y="723"/>
                    <a:pt x="11781" y="740"/>
                    <a:pt x="11823" y="781"/>
                  </a:cubicBezTo>
                  <a:cubicBezTo>
                    <a:pt x="11864" y="823"/>
                    <a:pt x="11882" y="925"/>
                    <a:pt x="11898" y="1022"/>
                  </a:cubicBezTo>
                  <a:cubicBezTo>
                    <a:pt x="11929" y="1211"/>
                    <a:pt x="11994" y="1371"/>
                    <a:pt x="12105" y="1525"/>
                  </a:cubicBezTo>
                  <a:cubicBezTo>
                    <a:pt x="12167" y="1611"/>
                    <a:pt x="12226" y="1692"/>
                    <a:pt x="12226" y="1755"/>
                  </a:cubicBezTo>
                  <a:cubicBezTo>
                    <a:pt x="12226" y="1820"/>
                    <a:pt x="12167" y="1901"/>
                    <a:pt x="12105" y="1986"/>
                  </a:cubicBezTo>
                  <a:cubicBezTo>
                    <a:pt x="11993" y="2142"/>
                    <a:pt x="11929" y="2300"/>
                    <a:pt x="11898" y="2489"/>
                  </a:cubicBezTo>
                  <a:cubicBezTo>
                    <a:pt x="11880" y="2587"/>
                    <a:pt x="11864" y="2688"/>
                    <a:pt x="11823" y="2730"/>
                  </a:cubicBezTo>
                  <a:cubicBezTo>
                    <a:pt x="11781" y="2771"/>
                    <a:pt x="11680" y="2789"/>
                    <a:pt x="11582" y="2805"/>
                  </a:cubicBezTo>
                  <a:cubicBezTo>
                    <a:pt x="11385" y="2837"/>
                    <a:pt x="11241" y="2895"/>
                    <a:pt x="11079" y="3012"/>
                  </a:cubicBezTo>
                  <a:cubicBezTo>
                    <a:pt x="10994" y="3074"/>
                    <a:pt x="10913" y="3133"/>
                    <a:pt x="10849" y="3133"/>
                  </a:cubicBezTo>
                  <a:cubicBezTo>
                    <a:pt x="10785" y="3133"/>
                    <a:pt x="10704" y="3074"/>
                    <a:pt x="10618" y="3012"/>
                  </a:cubicBezTo>
                  <a:cubicBezTo>
                    <a:pt x="10459" y="2897"/>
                    <a:pt x="10311" y="2837"/>
                    <a:pt x="10115" y="2805"/>
                  </a:cubicBezTo>
                  <a:cubicBezTo>
                    <a:pt x="10018" y="2787"/>
                    <a:pt x="9916" y="2771"/>
                    <a:pt x="9875" y="2730"/>
                  </a:cubicBezTo>
                  <a:cubicBezTo>
                    <a:pt x="9833" y="2688"/>
                    <a:pt x="9816" y="2587"/>
                    <a:pt x="9800" y="2489"/>
                  </a:cubicBezTo>
                  <a:cubicBezTo>
                    <a:pt x="9769" y="2300"/>
                    <a:pt x="9705" y="2141"/>
                    <a:pt x="9592" y="1986"/>
                  </a:cubicBezTo>
                  <a:cubicBezTo>
                    <a:pt x="9531" y="1901"/>
                    <a:pt x="9472" y="1820"/>
                    <a:pt x="9472" y="1755"/>
                  </a:cubicBezTo>
                  <a:cubicBezTo>
                    <a:pt x="9472" y="1691"/>
                    <a:pt x="9531" y="1611"/>
                    <a:pt x="9592" y="1525"/>
                  </a:cubicBezTo>
                  <a:cubicBezTo>
                    <a:pt x="9709" y="1365"/>
                    <a:pt x="9768" y="1218"/>
                    <a:pt x="9800" y="1022"/>
                  </a:cubicBezTo>
                  <a:cubicBezTo>
                    <a:pt x="9816" y="925"/>
                    <a:pt x="9833" y="823"/>
                    <a:pt x="9875" y="781"/>
                  </a:cubicBezTo>
                  <a:cubicBezTo>
                    <a:pt x="9916" y="740"/>
                    <a:pt x="10018" y="723"/>
                    <a:pt x="10115" y="707"/>
                  </a:cubicBezTo>
                  <a:cubicBezTo>
                    <a:pt x="10309" y="675"/>
                    <a:pt x="10459" y="614"/>
                    <a:pt x="10618" y="499"/>
                  </a:cubicBezTo>
                  <a:cubicBezTo>
                    <a:pt x="10704" y="438"/>
                    <a:pt x="10785" y="378"/>
                    <a:pt x="10849" y="378"/>
                  </a:cubicBezTo>
                  <a:close/>
                  <a:moveTo>
                    <a:pt x="2977" y="2945"/>
                  </a:moveTo>
                  <a:cubicBezTo>
                    <a:pt x="4233" y="2945"/>
                    <a:pt x="6113" y="2946"/>
                    <a:pt x="6113" y="2946"/>
                  </a:cubicBezTo>
                  <a:lnTo>
                    <a:pt x="6113" y="5416"/>
                  </a:lnTo>
                  <a:lnTo>
                    <a:pt x="1788" y="5416"/>
                  </a:lnTo>
                  <a:lnTo>
                    <a:pt x="1788" y="3053"/>
                  </a:lnTo>
                  <a:cubicBezTo>
                    <a:pt x="1788" y="3002"/>
                    <a:pt x="1824" y="2957"/>
                    <a:pt x="1875" y="2946"/>
                  </a:cubicBezTo>
                  <a:cubicBezTo>
                    <a:pt x="1877" y="2946"/>
                    <a:pt x="2349" y="2945"/>
                    <a:pt x="2977" y="2945"/>
                  </a:cubicBezTo>
                  <a:close/>
                  <a:moveTo>
                    <a:pt x="9578" y="2959"/>
                  </a:moveTo>
                  <a:cubicBezTo>
                    <a:pt x="9585" y="2968"/>
                    <a:pt x="9595" y="2979"/>
                    <a:pt x="9604" y="2988"/>
                  </a:cubicBezTo>
                  <a:cubicBezTo>
                    <a:pt x="9730" y="3112"/>
                    <a:pt x="9898" y="3140"/>
                    <a:pt x="10045" y="3164"/>
                  </a:cubicBezTo>
                  <a:cubicBezTo>
                    <a:pt x="10186" y="3188"/>
                    <a:pt x="10277" y="3224"/>
                    <a:pt x="10393" y="3307"/>
                  </a:cubicBezTo>
                  <a:cubicBezTo>
                    <a:pt x="10501" y="3384"/>
                    <a:pt x="10633" y="3478"/>
                    <a:pt x="10796" y="3494"/>
                  </a:cubicBezTo>
                  <a:lnTo>
                    <a:pt x="10796" y="4467"/>
                  </a:lnTo>
                  <a:lnTo>
                    <a:pt x="9910" y="3523"/>
                  </a:lnTo>
                  <a:cubicBezTo>
                    <a:pt x="9874" y="3485"/>
                    <a:pt x="9824" y="3465"/>
                    <a:pt x="9775" y="3465"/>
                  </a:cubicBezTo>
                  <a:cubicBezTo>
                    <a:pt x="9730" y="3465"/>
                    <a:pt x="9685" y="3481"/>
                    <a:pt x="9649" y="3514"/>
                  </a:cubicBezTo>
                  <a:lnTo>
                    <a:pt x="8559" y="4515"/>
                  </a:lnTo>
                  <a:lnTo>
                    <a:pt x="8448" y="4396"/>
                  </a:lnTo>
                  <a:cubicBezTo>
                    <a:pt x="8416" y="4362"/>
                    <a:pt x="8373" y="4344"/>
                    <a:pt x="8328" y="4344"/>
                  </a:cubicBezTo>
                  <a:cubicBezTo>
                    <a:pt x="8316" y="4344"/>
                    <a:pt x="8303" y="4346"/>
                    <a:pt x="8290" y="4349"/>
                  </a:cubicBezTo>
                  <a:cubicBezTo>
                    <a:pt x="8134" y="4387"/>
                    <a:pt x="8097" y="4557"/>
                    <a:pt x="8189" y="4656"/>
                  </a:cubicBezTo>
                  <a:lnTo>
                    <a:pt x="8731" y="5233"/>
                  </a:lnTo>
                  <a:cubicBezTo>
                    <a:pt x="8767" y="5272"/>
                    <a:pt x="8816" y="5292"/>
                    <a:pt x="8866" y="5292"/>
                  </a:cubicBezTo>
                  <a:cubicBezTo>
                    <a:pt x="8944" y="5292"/>
                    <a:pt x="9023" y="5242"/>
                    <a:pt x="9050" y="5143"/>
                  </a:cubicBezTo>
                  <a:cubicBezTo>
                    <a:pt x="9064" y="5095"/>
                    <a:pt x="9042" y="5028"/>
                    <a:pt x="9009" y="4994"/>
                  </a:cubicBezTo>
                  <a:lnTo>
                    <a:pt x="8811" y="4784"/>
                  </a:lnTo>
                  <a:lnTo>
                    <a:pt x="9767" y="3907"/>
                  </a:lnTo>
                  <a:lnTo>
                    <a:pt x="10798" y="5005"/>
                  </a:lnTo>
                  <a:lnTo>
                    <a:pt x="10798" y="5418"/>
                  </a:lnTo>
                  <a:lnTo>
                    <a:pt x="6473" y="5418"/>
                  </a:lnTo>
                  <a:lnTo>
                    <a:pt x="6473" y="4835"/>
                  </a:lnTo>
                  <a:lnTo>
                    <a:pt x="7483" y="3907"/>
                  </a:lnTo>
                  <a:lnTo>
                    <a:pt x="7606" y="4038"/>
                  </a:lnTo>
                  <a:cubicBezTo>
                    <a:pt x="7642" y="4077"/>
                    <a:pt x="7692" y="4096"/>
                    <a:pt x="7741" y="4096"/>
                  </a:cubicBezTo>
                  <a:cubicBezTo>
                    <a:pt x="7786" y="4096"/>
                    <a:pt x="7831" y="4080"/>
                    <a:pt x="7867" y="4047"/>
                  </a:cubicBezTo>
                  <a:cubicBezTo>
                    <a:pt x="7941" y="3978"/>
                    <a:pt x="7945" y="3863"/>
                    <a:pt x="7876" y="3787"/>
                  </a:cubicBezTo>
                  <a:lnTo>
                    <a:pt x="7627" y="3523"/>
                  </a:lnTo>
                  <a:cubicBezTo>
                    <a:pt x="7591" y="3485"/>
                    <a:pt x="7541" y="3465"/>
                    <a:pt x="7492" y="3465"/>
                  </a:cubicBezTo>
                  <a:cubicBezTo>
                    <a:pt x="7447" y="3465"/>
                    <a:pt x="7402" y="3481"/>
                    <a:pt x="7366" y="3514"/>
                  </a:cubicBezTo>
                  <a:lnTo>
                    <a:pt x="6473" y="4335"/>
                  </a:lnTo>
                  <a:lnTo>
                    <a:pt x="6473" y="2959"/>
                  </a:lnTo>
                  <a:close/>
                  <a:moveTo>
                    <a:pt x="6113" y="5809"/>
                  </a:moveTo>
                  <a:lnTo>
                    <a:pt x="6113" y="8266"/>
                  </a:lnTo>
                  <a:lnTo>
                    <a:pt x="1903" y="8266"/>
                  </a:lnTo>
                  <a:cubicBezTo>
                    <a:pt x="1840" y="8266"/>
                    <a:pt x="1790" y="8216"/>
                    <a:pt x="1790" y="8153"/>
                  </a:cubicBezTo>
                  <a:lnTo>
                    <a:pt x="1790" y="5809"/>
                  </a:lnTo>
                  <a:close/>
                  <a:moveTo>
                    <a:pt x="10799" y="5809"/>
                  </a:moveTo>
                  <a:lnTo>
                    <a:pt x="10799" y="8153"/>
                  </a:lnTo>
                  <a:cubicBezTo>
                    <a:pt x="10799" y="8216"/>
                    <a:pt x="10748" y="8266"/>
                    <a:pt x="10685" y="8266"/>
                  </a:cubicBezTo>
                  <a:lnTo>
                    <a:pt x="6475" y="8266"/>
                  </a:lnTo>
                  <a:lnTo>
                    <a:pt x="6475" y="5809"/>
                  </a:lnTo>
                  <a:close/>
                  <a:moveTo>
                    <a:pt x="9197" y="2108"/>
                  </a:moveTo>
                  <a:cubicBezTo>
                    <a:pt x="9223" y="2147"/>
                    <a:pt x="9250" y="2184"/>
                    <a:pt x="9275" y="2219"/>
                  </a:cubicBezTo>
                  <a:cubicBezTo>
                    <a:pt x="9362" y="2336"/>
                    <a:pt x="9395" y="2415"/>
                    <a:pt x="9420" y="2557"/>
                  </a:cubicBezTo>
                  <a:cubicBezTo>
                    <a:pt x="9422" y="2571"/>
                    <a:pt x="9425" y="2586"/>
                    <a:pt x="9427" y="2599"/>
                  </a:cubicBezTo>
                  <a:lnTo>
                    <a:pt x="1910" y="2599"/>
                  </a:lnTo>
                  <a:cubicBezTo>
                    <a:pt x="1775" y="2599"/>
                    <a:pt x="1665" y="2644"/>
                    <a:pt x="1570" y="2739"/>
                  </a:cubicBezTo>
                  <a:cubicBezTo>
                    <a:pt x="1478" y="2828"/>
                    <a:pt x="1429" y="2957"/>
                    <a:pt x="1429" y="3084"/>
                  </a:cubicBezTo>
                  <a:lnTo>
                    <a:pt x="1429" y="8178"/>
                  </a:lnTo>
                  <a:cubicBezTo>
                    <a:pt x="1429" y="8445"/>
                    <a:pt x="1644" y="8661"/>
                    <a:pt x="1912" y="8661"/>
                  </a:cubicBezTo>
                  <a:lnTo>
                    <a:pt x="10690" y="8661"/>
                  </a:lnTo>
                  <a:cubicBezTo>
                    <a:pt x="10690" y="8661"/>
                    <a:pt x="11174" y="8424"/>
                    <a:pt x="11160" y="8157"/>
                  </a:cubicBezTo>
                  <a:lnTo>
                    <a:pt x="11160" y="3396"/>
                  </a:lnTo>
                  <a:cubicBezTo>
                    <a:pt x="11217" y="3368"/>
                    <a:pt x="11259" y="3339"/>
                    <a:pt x="11297" y="3313"/>
                  </a:cubicBezTo>
                  <a:cubicBezTo>
                    <a:pt x="11391" y="3245"/>
                    <a:pt x="11475" y="3199"/>
                    <a:pt x="11586" y="3178"/>
                  </a:cubicBezTo>
                  <a:lnTo>
                    <a:pt x="11586" y="8675"/>
                  </a:lnTo>
                  <a:lnTo>
                    <a:pt x="11585" y="8675"/>
                  </a:lnTo>
                  <a:cubicBezTo>
                    <a:pt x="11589" y="8934"/>
                    <a:pt x="11120" y="9152"/>
                    <a:pt x="11120" y="9152"/>
                  </a:cubicBezTo>
                  <a:lnTo>
                    <a:pt x="1471" y="9152"/>
                  </a:lnTo>
                  <a:cubicBezTo>
                    <a:pt x="1211" y="9152"/>
                    <a:pt x="1001" y="8942"/>
                    <a:pt x="1001" y="8683"/>
                  </a:cubicBezTo>
                  <a:lnTo>
                    <a:pt x="1001" y="2577"/>
                  </a:lnTo>
                  <a:cubicBezTo>
                    <a:pt x="1001" y="2318"/>
                    <a:pt x="1211" y="2108"/>
                    <a:pt x="1471" y="2108"/>
                  </a:cubicBezTo>
                  <a:close/>
                  <a:moveTo>
                    <a:pt x="7424" y="9511"/>
                  </a:moveTo>
                  <a:lnTo>
                    <a:pt x="7424" y="9558"/>
                  </a:lnTo>
                  <a:cubicBezTo>
                    <a:pt x="7425" y="9660"/>
                    <a:pt x="7343" y="9740"/>
                    <a:pt x="7243" y="9740"/>
                  </a:cubicBezTo>
                  <a:lnTo>
                    <a:pt x="5378" y="9740"/>
                  </a:lnTo>
                  <a:cubicBezTo>
                    <a:pt x="5278" y="9740"/>
                    <a:pt x="5196" y="9660"/>
                    <a:pt x="5196" y="9558"/>
                  </a:cubicBezTo>
                  <a:lnTo>
                    <a:pt x="5196" y="9511"/>
                  </a:lnTo>
                  <a:close/>
                  <a:moveTo>
                    <a:pt x="10836" y="0"/>
                  </a:moveTo>
                  <a:cubicBezTo>
                    <a:pt x="10652" y="0"/>
                    <a:pt x="10506" y="106"/>
                    <a:pt x="10390" y="190"/>
                  </a:cubicBezTo>
                  <a:cubicBezTo>
                    <a:pt x="10280" y="270"/>
                    <a:pt x="10176" y="312"/>
                    <a:pt x="10042" y="334"/>
                  </a:cubicBezTo>
                  <a:cubicBezTo>
                    <a:pt x="9894" y="358"/>
                    <a:pt x="9727" y="387"/>
                    <a:pt x="9602" y="512"/>
                  </a:cubicBezTo>
                  <a:cubicBezTo>
                    <a:pt x="9393" y="722"/>
                    <a:pt x="9452" y="1064"/>
                    <a:pt x="9282" y="1302"/>
                  </a:cubicBezTo>
                  <a:cubicBezTo>
                    <a:pt x="9203" y="1412"/>
                    <a:pt x="9105" y="1546"/>
                    <a:pt x="9093" y="1714"/>
                  </a:cubicBezTo>
                  <a:lnTo>
                    <a:pt x="1479" y="1714"/>
                  </a:lnTo>
                  <a:cubicBezTo>
                    <a:pt x="1017" y="1714"/>
                    <a:pt x="641" y="2089"/>
                    <a:pt x="641" y="2551"/>
                  </a:cubicBezTo>
                  <a:lnTo>
                    <a:pt x="641" y="8678"/>
                  </a:lnTo>
                  <a:cubicBezTo>
                    <a:pt x="641" y="8854"/>
                    <a:pt x="695" y="9017"/>
                    <a:pt x="787" y="9152"/>
                  </a:cubicBezTo>
                  <a:lnTo>
                    <a:pt x="492" y="9152"/>
                  </a:lnTo>
                  <a:cubicBezTo>
                    <a:pt x="221" y="9152"/>
                    <a:pt x="0" y="9373"/>
                    <a:pt x="0" y="9644"/>
                  </a:cubicBezTo>
                  <a:cubicBezTo>
                    <a:pt x="0" y="10239"/>
                    <a:pt x="484" y="10725"/>
                    <a:pt x="1081" y="10725"/>
                  </a:cubicBezTo>
                  <a:lnTo>
                    <a:pt x="2934" y="10725"/>
                  </a:lnTo>
                  <a:cubicBezTo>
                    <a:pt x="3009" y="10725"/>
                    <a:pt x="3080" y="10682"/>
                    <a:pt x="3109" y="10613"/>
                  </a:cubicBezTo>
                  <a:cubicBezTo>
                    <a:pt x="3169" y="10469"/>
                    <a:pt x="3066" y="10332"/>
                    <a:pt x="2930" y="10332"/>
                  </a:cubicBezTo>
                  <a:lnTo>
                    <a:pt x="1084" y="10332"/>
                  </a:lnTo>
                  <a:cubicBezTo>
                    <a:pt x="698" y="10332"/>
                    <a:pt x="382" y="10017"/>
                    <a:pt x="383" y="9631"/>
                  </a:cubicBezTo>
                  <a:cubicBezTo>
                    <a:pt x="383" y="9566"/>
                    <a:pt x="438" y="9514"/>
                    <a:pt x="504" y="9514"/>
                  </a:cubicBezTo>
                  <a:lnTo>
                    <a:pt x="4835" y="9514"/>
                  </a:lnTo>
                  <a:lnTo>
                    <a:pt x="4835" y="9553"/>
                  </a:lnTo>
                  <a:cubicBezTo>
                    <a:pt x="4835" y="9857"/>
                    <a:pt x="5081" y="10103"/>
                    <a:pt x="5385" y="10103"/>
                  </a:cubicBezTo>
                  <a:lnTo>
                    <a:pt x="7233" y="10103"/>
                  </a:lnTo>
                  <a:cubicBezTo>
                    <a:pt x="7537" y="10103"/>
                    <a:pt x="7783" y="9857"/>
                    <a:pt x="7783" y="9553"/>
                  </a:cubicBezTo>
                  <a:lnTo>
                    <a:pt x="7783" y="9514"/>
                  </a:lnTo>
                  <a:lnTo>
                    <a:pt x="12077" y="9514"/>
                  </a:lnTo>
                  <a:cubicBezTo>
                    <a:pt x="12142" y="9514"/>
                    <a:pt x="12196" y="9568"/>
                    <a:pt x="12196" y="9634"/>
                  </a:cubicBezTo>
                  <a:cubicBezTo>
                    <a:pt x="12196" y="10019"/>
                    <a:pt x="11882" y="10333"/>
                    <a:pt x="11496" y="10333"/>
                  </a:cubicBezTo>
                  <a:lnTo>
                    <a:pt x="3783" y="10333"/>
                  </a:lnTo>
                  <a:cubicBezTo>
                    <a:pt x="3708" y="10333"/>
                    <a:pt x="3637" y="10377"/>
                    <a:pt x="3608" y="10446"/>
                  </a:cubicBezTo>
                  <a:cubicBezTo>
                    <a:pt x="3547" y="10589"/>
                    <a:pt x="3651" y="10726"/>
                    <a:pt x="3787" y="10726"/>
                  </a:cubicBezTo>
                  <a:lnTo>
                    <a:pt x="11516" y="10726"/>
                  </a:lnTo>
                  <a:cubicBezTo>
                    <a:pt x="12111" y="10726"/>
                    <a:pt x="12597" y="10242"/>
                    <a:pt x="12597" y="9645"/>
                  </a:cubicBezTo>
                  <a:cubicBezTo>
                    <a:pt x="12599" y="9372"/>
                    <a:pt x="12377" y="9152"/>
                    <a:pt x="12105" y="9152"/>
                  </a:cubicBezTo>
                  <a:lnTo>
                    <a:pt x="11801" y="9152"/>
                  </a:lnTo>
                  <a:cubicBezTo>
                    <a:pt x="11891" y="9018"/>
                    <a:pt x="11945" y="8855"/>
                    <a:pt x="11945" y="8682"/>
                  </a:cubicBezTo>
                  <a:lnTo>
                    <a:pt x="11945" y="3077"/>
                  </a:lnTo>
                  <a:cubicBezTo>
                    <a:pt x="11989" y="3053"/>
                    <a:pt x="12032" y="3025"/>
                    <a:pt x="12071" y="2986"/>
                  </a:cubicBezTo>
                  <a:cubicBezTo>
                    <a:pt x="12196" y="2860"/>
                    <a:pt x="12224" y="2693"/>
                    <a:pt x="12249" y="2545"/>
                  </a:cubicBezTo>
                  <a:cubicBezTo>
                    <a:pt x="12271" y="2410"/>
                    <a:pt x="12312" y="2308"/>
                    <a:pt x="12392" y="2197"/>
                  </a:cubicBezTo>
                  <a:cubicBezTo>
                    <a:pt x="12478" y="2079"/>
                    <a:pt x="12583" y="1934"/>
                    <a:pt x="12583" y="1749"/>
                  </a:cubicBezTo>
                  <a:cubicBezTo>
                    <a:pt x="12583" y="1565"/>
                    <a:pt x="12478" y="1419"/>
                    <a:pt x="12392" y="1302"/>
                  </a:cubicBezTo>
                  <a:cubicBezTo>
                    <a:pt x="12312" y="1189"/>
                    <a:pt x="12272" y="1089"/>
                    <a:pt x="12249" y="953"/>
                  </a:cubicBezTo>
                  <a:cubicBezTo>
                    <a:pt x="12224" y="806"/>
                    <a:pt x="12196" y="638"/>
                    <a:pt x="12071" y="512"/>
                  </a:cubicBezTo>
                  <a:cubicBezTo>
                    <a:pt x="11945" y="387"/>
                    <a:pt x="11778" y="359"/>
                    <a:pt x="11631" y="334"/>
                  </a:cubicBezTo>
                  <a:cubicBezTo>
                    <a:pt x="11486" y="310"/>
                    <a:pt x="11400" y="276"/>
                    <a:pt x="11282" y="190"/>
                  </a:cubicBezTo>
                  <a:cubicBezTo>
                    <a:pt x="11166" y="105"/>
                    <a:pt x="11020" y="0"/>
                    <a:pt x="10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71"/>
            <p:cNvSpPr/>
            <p:nvPr/>
          </p:nvSpPr>
          <p:spPr>
            <a:xfrm>
              <a:off x="2716147" y="788278"/>
              <a:ext cx="60540" cy="53418"/>
            </a:xfrm>
            <a:custGeom>
              <a:rect b="b" l="l" r="r" t="t"/>
              <a:pathLst>
                <a:path extrusionOk="0" h="1410" w="1598">
                  <a:moveTo>
                    <a:pt x="1390" y="0"/>
                  </a:moveTo>
                  <a:cubicBezTo>
                    <a:pt x="1332" y="0"/>
                    <a:pt x="1275" y="28"/>
                    <a:pt x="1238" y="78"/>
                  </a:cubicBezTo>
                  <a:lnTo>
                    <a:pt x="635" y="923"/>
                  </a:lnTo>
                  <a:lnTo>
                    <a:pt x="348" y="578"/>
                  </a:lnTo>
                  <a:cubicBezTo>
                    <a:pt x="312" y="534"/>
                    <a:pt x="260" y="511"/>
                    <a:pt x="208" y="511"/>
                  </a:cubicBezTo>
                  <a:cubicBezTo>
                    <a:pt x="166" y="511"/>
                    <a:pt x="124" y="526"/>
                    <a:pt x="89" y="555"/>
                  </a:cubicBezTo>
                  <a:cubicBezTo>
                    <a:pt x="11" y="620"/>
                    <a:pt x="0" y="735"/>
                    <a:pt x="65" y="813"/>
                  </a:cubicBezTo>
                  <a:lnTo>
                    <a:pt x="506" y="1342"/>
                  </a:lnTo>
                  <a:cubicBezTo>
                    <a:pt x="541" y="1384"/>
                    <a:pt x="592" y="1409"/>
                    <a:pt x="648" y="1409"/>
                  </a:cubicBezTo>
                  <a:lnTo>
                    <a:pt x="654" y="1409"/>
                  </a:lnTo>
                  <a:cubicBezTo>
                    <a:pt x="712" y="1406"/>
                    <a:pt x="764" y="1379"/>
                    <a:pt x="796" y="1332"/>
                  </a:cubicBezTo>
                  <a:lnTo>
                    <a:pt x="1539" y="291"/>
                  </a:lnTo>
                  <a:cubicBezTo>
                    <a:pt x="1598" y="209"/>
                    <a:pt x="1580" y="94"/>
                    <a:pt x="1495" y="34"/>
                  </a:cubicBezTo>
                  <a:cubicBezTo>
                    <a:pt x="1463" y="11"/>
                    <a:pt x="1427" y="0"/>
                    <a:pt x="1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8" name="Google Shape;3118;p71"/>
          <p:cNvGrpSpPr/>
          <p:nvPr/>
        </p:nvGrpSpPr>
        <p:grpSpPr>
          <a:xfrm>
            <a:off x="1730410" y="1313899"/>
            <a:ext cx="448403" cy="449511"/>
            <a:chOff x="1558836" y="713303"/>
            <a:chExt cx="475457" cy="476631"/>
          </a:xfrm>
        </p:grpSpPr>
        <p:sp>
          <p:nvSpPr>
            <p:cNvPr id="3119" name="Google Shape;3119;p71"/>
            <p:cNvSpPr/>
            <p:nvPr/>
          </p:nvSpPr>
          <p:spPr>
            <a:xfrm>
              <a:off x="1611458" y="819874"/>
              <a:ext cx="39855" cy="85128"/>
            </a:xfrm>
            <a:custGeom>
              <a:rect b="b" l="l" r="r" t="t"/>
              <a:pathLst>
                <a:path extrusionOk="0" h="2247" w="1052">
                  <a:moveTo>
                    <a:pt x="865" y="0"/>
                  </a:moveTo>
                  <a:cubicBezTo>
                    <a:pt x="526" y="0"/>
                    <a:pt x="252" y="246"/>
                    <a:pt x="252" y="548"/>
                  </a:cubicBezTo>
                  <a:lnTo>
                    <a:pt x="252" y="824"/>
                  </a:lnTo>
                  <a:cubicBezTo>
                    <a:pt x="235" y="902"/>
                    <a:pt x="199" y="931"/>
                    <a:pt x="147" y="951"/>
                  </a:cubicBezTo>
                  <a:cubicBezTo>
                    <a:pt x="86" y="973"/>
                    <a:pt x="37" y="1020"/>
                    <a:pt x="22" y="1082"/>
                  </a:cubicBezTo>
                  <a:cubicBezTo>
                    <a:pt x="0" y="1174"/>
                    <a:pt x="54" y="1266"/>
                    <a:pt x="139" y="1294"/>
                  </a:cubicBezTo>
                  <a:cubicBezTo>
                    <a:pt x="195" y="1314"/>
                    <a:pt x="232" y="1341"/>
                    <a:pt x="251" y="1424"/>
                  </a:cubicBezTo>
                  <a:lnTo>
                    <a:pt x="251" y="1700"/>
                  </a:lnTo>
                  <a:cubicBezTo>
                    <a:pt x="251" y="1999"/>
                    <a:pt x="520" y="2242"/>
                    <a:pt x="854" y="2247"/>
                  </a:cubicBezTo>
                  <a:cubicBezTo>
                    <a:pt x="855" y="2247"/>
                    <a:pt x="855" y="2247"/>
                    <a:pt x="856" y="2247"/>
                  </a:cubicBezTo>
                  <a:cubicBezTo>
                    <a:pt x="951" y="2247"/>
                    <a:pt x="1038" y="2176"/>
                    <a:pt x="1044" y="2078"/>
                  </a:cubicBezTo>
                  <a:cubicBezTo>
                    <a:pt x="1052" y="1974"/>
                    <a:pt x="969" y="1886"/>
                    <a:pt x="865" y="1886"/>
                  </a:cubicBezTo>
                  <a:cubicBezTo>
                    <a:pt x="728" y="1886"/>
                    <a:pt x="612" y="1801"/>
                    <a:pt x="612" y="1698"/>
                  </a:cubicBezTo>
                  <a:lnTo>
                    <a:pt x="612" y="1405"/>
                  </a:lnTo>
                  <a:cubicBezTo>
                    <a:pt x="612" y="1394"/>
                    <a:pt x="610" y="1384"/>
                    <a:pt x="609" y="1376"/>
                  </a:cubicBezTo>
                  <a:cubicBezTo>
                    <a:pt x="589" y="1268"/>
                    <a:pt x="551" y="1187"/>
                    <a:pt x="502" y="1124"/>
                  </a:cubicBezTo>
                  <a:cubicBezTo>
                    <a:pt x="550" y="1061"/>
                    <a:pt x="589" y="980"/>
                    <a:pt x="608" y="874"/>
                  </a:cubicBezTo>
                  <a:cubicBezTo>
                    <a:pt x="610" y="863"/>
                    <a:pt x="612" y="853"/>
                    <a:pt x="612" y="842"/>
                  </a:cubicBezTo>
                  <a:lnTo>
                    <a:pt x="612" y="549"/>
                  </a:lnTo>
                  <a:cubicBezTo>
                    <a:pt x="612" y="449"/>
                    <a:pt x="727" y="363"/>
                    <a:pt x="863" y="362"/>
                  </a:cubicBezTo>
                  <a:cubicBezTo>
                    <a:pt x="956" y="361"/>
                    <a:pt x="1039" y="287"/>
                    <a:pt x="1044" y="192"/>
                  </a:cubicBezTo>
                  <a:cubicBezTo>
                    <a:pt x="1052" y="87"/>
                    <a:pt x="968" y="0"/>
                    <a:pt x="8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71"/>
            <p:cNvSpPr/>
            <p:nvPr/>
          </p:nvSpPr>
          <p:spPr>
            <a:xfrm>
              <a:off x="1874873" y="849235"/>
              <a:ext cx="39817" cy="85165"/>
            </a:xfrm>
            <a:custGeom>
              <a:rect b="b" l="l" r="r" t="t"/>
              <a:pathLst>
                <a:path extrusionOk="0" h="2248" w="1051">
                  <a:moveTo>
                    <a:pt x="186" y="0"/>
                  </a:moveTo>
                  <a:cubicBezTo>
                    <a:pt x="82" y="0"/>
                    <a:pt x="1" y="87"/>
                    <a:pt x="7" y="192"/>
                  </a:cubicBezTo>
                  <a:cubicBezTo>
                    <a:pt x="12" y="286"/>
                    <a:pt x="95" y="361"/>
                    <a:pt x="189" y="362"/>
                  </a:cubicBezTo>
                  <a:cubicBezTo>
                    <a:pt x="325" y="363"/>
                    <a:pt x="440" y="449"/>
                    <a:pt x="440" y="549"/>
                  </a:cubicBezTo>
                  <a:lnTo>
                    <a:pt x="440" y="842"/>
                  </a:lnTo>
                  <a:cubicBezTo>
                    <a:pt x="440" y="853"/>
                    <a:pt x="442" y="863"/>
                    <a:pt x="443" y="874"/>
                  </a:cubicBezTo>
                  <a:cubicBezTo>
                    <a:pt x="462" y="981"/>
                    <a:pt x="501" y="1062"/>
                    <a:pt x="550" y="1125"/>
                  </a:cubicBezTo>
                  <a:cubicBezTo>
                    <a:pt x="501" y="1188"/>
                    <a:pt x="462" y="1269"/>
                    <a:pt x="443" y="1377"/>
                  </a:cubicBezTo>
                  <a:cubicBezTo>
                    <a:pt x="442" y="1387"/>
                    <a:pt x="440" y="1398"/>
                    <a:pt x="440" y="1408"/>
                  </a:cubicBezTo>
                  <a:lnTo>
                    <a:pt x="440" y="1701"/>
                  </a:lnTo>
                  <a:cubicBezTo>
                    <a:pt x="440" y="1802"/>
                    <a:pt x="325" y="1887"/>
                    <a:pt x="189" y="1888"/>
                  </a:cubicBezTo>
                  <a:cubicBezTo>
                    <a:pt x="95" y="1890"/>
                    <a:pt x="12" y="1963"/>
                    <a:pt x="7" y="2058"/>
                  </a:cubicBezTo>
                  <a:cubicBezTo>
                    <a:pt x="2" y="2163"/>
                    <a:pt x="84" y="2248"/>
                    <a:pt x="186" y="2248"/>
                  </a:cubicBezTo>
                  <a:cubicBezTo>
                    <a:pt x="525" y="2248"/>
                    <a:pt x="800" y="2002"/>
                    <a:pt x="800" y="1701"/>
                  </a:cubicBezTo>
                  <a:lnTo>
                    <a:pt x="800" y="1425"/>
                  </a:lnTo>
                  <a:cubicBezTo>
                    <a:pt x="818" y="1346"/>
                    <a:pt x="852" y="1317"/>
                    <a:pt x="904" y="1298"/>
                  </a:cubicBezTo>
                  <a:cubicBezTo>
                    <a:pt x="965" y="1275"/>
                    <a:pt x="1014" y="1228"/>
                    <a:pt x="1029" y="1167"/>
                  </a:cubicBezTo>
                  <a:cubicBezTo>
                    <a:pt x="1050" y="1074"/>
                    <a:pt x="998" y="984"/>
                    <a:pt x="912" y="955"/>
                  </a:cubicBezTo>
                  <a:cubicBezTo>
                    <a:pt x="855" y="935"/>
                    <a:pt x="819" y="907"/>
                    <a:pt x="800" y="825"/>
                  </a:cubicBezTo>
                  <a:lnTo>
                    <a:pt x="800" y="549"/>
                  </a:lnTo>
                  <a:cubicBezTo>
                    <a:pt x="800" y="247"/>
                    <a:pt x="525" y="0"/>
                    <a:pt x="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71"/>
            <p:cNvSpPr/>
            <p:nvPr/>
          </p:nvSpPr>
          <p:spPr>
            <a:xfrm>
              <a:off x="1673476" y="818813"/>
              <a:ext cx="36067" cy="13639"/>
            </a:xfrm>
            <a:custGeom>
              <a:rect b="b" l="l" r="r" t="t"/>
              <a:pathLst>
                <a:path extrusionOk="0" h="360" w="952">
                  <a:moveTo>
                    <a:pt x="198" y="0"/>
                  </a:moveTo>
                  <a:cubicBezTo>
                    <a:pt x="103" y="0"/>
                    <a:pt x="18" y="69"/>
                    <a:pt x="10" y="163"/>
                  </a:cubicBezTo>
                  <a:cubicBezTo>
                    <a:pt x="0" y="269"/>
                    <a:pt x="85" y="359"/>
                    <a:pt x="190" y="359"/>
                  </a:cubicBezTo>
                  <a:lnTo>
                    <a:pt x="753" y="359"/>
                  </a:lnTo>
                  <a:cubicBezTo>
                    <a:pt x="850" y="359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71"/>
            <p:cNvSpPr/>
            <p:nvPr/>
          </p:nvSpPr>
          <p:spPr>
            <a:xfrm>
              <a:off x="1674348" y="966489"/>
              <a:ext cx="113011" cy="13676"/>
            </a:xfrm>
            <a:custGeom>
              <a:rect b="b" l="l" r="r" t="t"/>
              <a:pathLst>
                <a:path extrusionOk="0" h="361" w="2983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2785" y="361"/>
                  </a:lnTo>
                  <a:cubicBezTo>
                    <a:pt x="2881" y="361"/>
                    <a:pt x="2965" y="291"/>
                    <a:pt x="2974" y="197"/>
                  </a:cubicBezTo>
                  <a:cubicBezTo>
                    <a:pt x="2982" y="89"/>
                    <a:pt x="2898" y="0"/>
                    <a:pt x="2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71"/>
            <p:cNvSpPr/>
            <p:nvPr/>
          </p:nvSpPr>
          <p:spPr>
            <a:xfrm>
              <a:off x="1673476" y="878368"/>
              <a:ext cx="36067" cy="13639"/>
            </a:xfrm>
            <a:custGeom>
              <a:rect b="b" l="l" r="r" t="t"/>
              <a:pathLst>
                <a:path extrusionOk="0" h="360" w="952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5" y="359"/>
                    <a:pt x="190" y="359"/>
                  </a:cubicBezTo>
                  <a:lnTo>
                    <a:pt x="753" y="359"/>
                  </a:lnTo>
                  <a:cubicBezTo>
                    <a:pt x="850" y="359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71"/>
            <p:cNvSpPr/>
            <p:nvPr/>
          </p:nvSpPr>
          <p:spPr>
            <a:xfrm>
              <a:off x="1673476" y="906933"/>
              <a:ext cx="36067" cy="13676"/>
            </a:xfrm>
            <a:custGeom>
              <a:rect b="b" l="l" r="r" t="t"/>
              <a:pathLst>
                <a:path extrusionOk="0" h="361" w="952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5" y="361"/>
                    <a:pt x="190" y="361"/>
                  </a:cubicBezTo>
                  <a:lnTo>
                    <a:pt x="753" y="361"/>
                  </a:lnTo>
                  <a:cubicBezTo>
                    <a:pt x="850" y="361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71"/>
            <p:cNvSpPr/>
            <p:nvPr/>
          </p:nvSpPr>
          <p:spPr>
            <a:xfrm>
              <a:off x="1771901" y="936673"/>
              <a:ext cx="25156" cy="13714"/>
            </a:xfrm>
            <a:custGeom>
              <a:rect b="b" l="l" r="r" t="t"/>
              <a:pathLst>
                <a:path extrusionOk="0" h="362" w="664">
                  <a:moveTo>
                    <a:pt x="189" y="1"/>
                  </a:moveTo>
                  <a:cubicBezTo>
                    <a:pt x="85" y="1"/>
                    <a:pt x="1" y="90"/>
                    <a:pt x="9" y="197"/>
                  </a:cubicBezTo>
                  <a:cubicBezTo>
                    <a:pt x="17" y="291"/>
                    <a:pt x="103" y="361"/>
                    <a:pt x="198" y="361"/>
                  </a:cubicBezTo>
                  <a:lnTo>
                    <a:pt x="467" y="361"/>
                  </a:lnTo>
                  <a:cubicBezTo>
                    <a:pt x="562" y="361"/>
                    <a:pt x="647" y="291"/>
                    <a:pt x="655" y="197"/>
                  </a:cubicBezTo>
                  <a:cubicBezTo>
                    <a:pt x="664" y="90"/>
                    <a:pt x="580" y="1"/>
                    <a:pt x="4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71"/>
            <p:cNvSpPr/>
            <p:nvPr/>
          </p:nvSpPr>
          <p:spPr>
            <a:xfrm>
              <a:off x="1673931" y="936673"/>
              <a:ext cx="78801" cy="13714"/>
            </a:xfrm>
            <a:custGeom>
              <a:rect b="b" l="l" r="r" t="t"/>
              <a:pathLst>
                <a:path extrusionOk="0" h="362" w="2080">
                  <a:moveTo>
                    <a:pt x="199" y="1"/>
                  </a:moveTo>
                  <a:cubicBezTo>
                    <a:pt x="102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882" y="361"/>
                  </a:lnTo>
                  <a:cubicBezTo>
                    <a:pt x="1977" y="361"/>
                    <a:pt x="2063" y="291"/>
                    <a:pt x="2070" y="197"/>
                  </a:cubicBezTo>
                  <a:cubicBezTo>
                    <a:pt x="2080" y="90"/>
                    <a:pt x="1996" y="1"/>
                    <a:pt x="18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71"/>
            <p:cNvSpPr/>
            <p:nvPr/>
          </p:nvSpPr>
          <p:spPr>
            <a:xfrm>
              <a:off x="1728447" y="878368"/>
              <a:ext cx="36029" cy="13639"/>
            </a:xfrm>
            <a:custGeom>
              <a:rect b="b" l="l" r="r" t="t"/>
              <a:pathLst>
                <a:path extrusionOk="0" h="360" w="951">
                  <a:moveTo>
                    <a:pt x="189" y="0"/>
                  </a:moveTo>
                  <a:cubicBezTo>
                    <a:pt x="85" y="0"/>
                    <a:pt x="1" y="89"/>
                    <a:pt x="9" y="196"/>
                  </a:cubicBezTo>
                  <a:cubicBezTo>
                    <a:pt x="18" y="290"/>
                    <a:pt x="104" y="359"/>
                    <a:pt x="198" y="359"/>
                  </a:cubicBezTo>
                  <a:lnTo>
                    <a:pt x="753" y="359"/>
                  </a:lnTo>
                  <a:cubicBezTo>
                    <a:pt x="849" y="359"/>
                    <a:pt x="934" y="290"/>
                    <a:pt x="941" y="196"/>
                  </a:cubicBezTo>
                  <a:cubicBezTo>
                    <a:pt x="951" y="89"/>
                    <a:pt x="867" y="0"/>
                    <a:pt x="7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71"/>
            <p:cNvSpPr/>
            <p:nvPr/>
          </p:nvSpPr>
          <p:spPr>
            <a:xfrm>
              <a:off x="1778152" y="878330"/>
              <a:ext cx="75429" cy="13639"/>
            </a:xfrm>
            <a:custGeom>
              <a:rect b="b" l="l" r="r" t="t"/>
              <a:pathLst>
                <a:path extrusionOk="0" h="360" w="1991">
                  <a:moveTo>
                    <a:pt x="198" y="0"/>
                  </a:moveTo>
                  <a:cubicBezTo>
                    <a:pt x="102" y="0"/>
                    <a:pt x="17" y="69"/>
                    <a:pt x="10" y="163"/>
                  </a:cubicBezTo>
                  <a:cubicBezTo>
                    <a:pt x="0" y="270"/>
                    <a:pt x="84" y="359"/>
                    <a:pt x="189" y="359"/>
                  </a:cubicBezTo>
                  <a:lnTo>
                    <a:pt x="1809" y="359"/>
                  </a:lnTo>
                  <a:cubicBezTo>
                    <a:pt x="1810" y="359"/>
                    <a:pt x="1810" y="359"/>
                    <a:pt x="1811" y="359"/>
                  </a:cubicBezTo>
                  <a:cubicBezTo>
                    <a:pt x="1911" y="359"/>
                    <a:pt x="1990" y="279"/>
                    <a:pt x="1990" y="180"/>
                  </a:cubicBezTo>
                  <a:cubicBezTo>
                    <a:pt x="1990" y="81"/>
                    <a:pt x="1909" y="0"/>
                    <a:pt x="18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71"/>
            <p:cNvSpPr/>
            <p:nvPr/>
          </p:nvSpPr>
          <p:spPr>
            <a:xfrm>
              <a:off x="1729773" y="818699"/>
              <a:ext cx="164383" cy="13714"/>
            </a:xfrm>
            <a:custGeom>
              <a:rect b="b" l="l" r="r" t="t"/>
              <a:pathLst>
                <a:path extrusionOk="0" h="362" w="4339">
                  <a:moveTo>
                    <a:pt x="198" y="1"/>
                  </a:moveTo>
                  <a:cubicBezTo>
                    <a:pt x="103" y="1"/>
                    <a:pt x="18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137" y="361"/>
                  </a:lnTo>
                  <a:cubicBezTo>
                    <a:pt x="4234" y="361"/>
                    <a:pt x="4319" y="292"/>
                    <a:pt x="4326" y="198"/>
                  </a:cubicBezTo>
                  <a:cubicBezTo>
                    <a:pt x="4339" y="92"/>
                    <a:pt x="4255" y="1"/>
                    <a:pt x="4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71"/>
            <p:cNvSpPr/>
            <p:nvPr/>
          </p:nvSpPr>
          <p:spPr>
            <a:xfrm>
              <a:off x="1673097" y="848553"/>
              <a:ext cx="182000" cy="13639"/>
            </a:xfrm>
            <a:custGeom>
              <a:rect b="b" l="l" r="r" t="t"/>
              <a:pathLst>
                <a:path extrusionOk="0" h="360" w="4804">
                  <a:moveTo>
                    <a:pt x="199" y="1"/>
                  </a:moveTo>
                  <a:cubicBezTo>
                    <a:pt x="103" y="1"/>
                    <a:pt x="19" y="70"/>
                    <a:pt x="9" y="164"/>
                  </a:cubicBezTo>
                  <a:cubicBezTo>
                    <a:pt x="1" y="271"/>
                    <a:pt x="87" y="360"/>
                    <a:pt x="193" y="360"/>
                  </a:cubicBezTo>
                  <a:lnTo>
                    <a:pt x="4595" y="360"/>
                  </a:lnTo>
                  <a:cubicBezTo>
                    <a:pt x="4681" y="360"/>
                    <a:pt x="4763" y="302"/>
                    <a:pt x="4780" y="216"/>
                  </a:cubicBezTo>
                  <a:cubicBezTo>
                    <a:pt x="4804" y="101"/>
                    <a:pt x="4713" y="1"/>
                    <a:pt x="46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71"/>
            <p:cNvSpPr/>
            <p:nvPr/>
          </p:nvSpPr>
          <p:spPr>
            <a:xfrm>
              <a:off x="1558836" y="713303"/>
              <a:ext cx="475457" cy="476631"/>
            </a:xfrm>
            <a:custGeom>
              <a:rect b="b" l="l" r="r" t="t"/>
              <a:pathLst>
                <a:path extrusionOk="0" h="12581" w="12550">
                  <a:moveTo>
                    <a:pt x="10487" y="358"/>
                  </a:moveTo>
                  <a:cubicBezTo>
                    <a:pt x="10595" y="358"/>
                    <a:pt x="10684" y="446"/>
                    <a:pt x="10684" y="556"/>
                  </a:cubicBezTo>
                  <a:lnTo>
                    <a:pt x="10684" y="1374"/>
                  </a:lnTo>
                  <a:lnTo>
                    <a:pt x="363" y="1374"/>
                  </a:lnTo>
                  <a:lnTo>
                    <a:pt x="363" y="556"/>
                  </a:lnTo>
                  <a:cubicBezTo>
                    <a:pt x="363" y="447"/>
                    <a:pt x="451" y="358"/>
                    <a:pt x="561" y="358"/>
                  </a:cubicBezTo>
                  <a:close/>
                  <a:moveTo>
                    <a:pt x="11338" y="6826"/>
                  </a:moveTo>
                  <a:lnTo>
                    <a:pt x="11956" y="7535"/>
                  </a:lnTo>
                  <a:lnTo>
                    <a:pt x="11338" y="7535"/>
                  </a:lnTo>
                  <a:lnTo>
                    <a:pt x="11338" y="6826"/>
                  </a:lnTo>
                  <a:close/>
                  <a:moveTo>
                    <a:pt x="192" y="0"/>
                  </a:moveTo>
                  <a:cubicBezTo>
                    <a:pt x="86" y="0"/>
                    <a:pt x="2" y="86"/>
                    <a:pt x="2" y="191"/>
                  </a:cubicBezTo>
                  <a:lnTo>
                    <a:pt x="2" y="7202"/>
                  </a:lnTo>
                  <a:cubicBezTo>
                    <a:pt x="2" y="7220"/>
                    <a:pt x="9" y="7237"/>
                    <a:pt x="22" y="7249"/>
                  </a:cubicBezTo>
                  <a:cubicBezTo>
                    <a:pt x="75" y="7301"/>
                    <a:pt x="131" y="7323"/>
                    <a:pt x="183" y="7323"/>
                  </a:cubicBezTo>
                  <a:cubicBezTo>
                    <a:pt x="282" y="7323"/>
                    <a:pt x="363" y="7241"/>
                    <a:pt x="363" y="7139"/>
                  </a:cubicBezTo>
                  <a:lnTo>
                    <a:pt x="363" y="1736"/>
                  </a:lnTo>
                  <a:lnTo>
                    <a:pt x="10683" y="1736"/>
                  </a:lnTo>
                  <a:lnTo>
                    <a:pt x="10683" y="6160"/>
                  </a:lnTo>
                  <a:lnTo>
                    <a:pt x="9249" y="6160"/>
                  </a:lnTo>
                  <a:cubicBezTo>
                    <a:pt x="9152" y="6160"/>
                    <a:pt x="9067" y="6229"/>
                    <a:pt x="9060" y="6323"/>
                  </a:cubicBezTo>
                  <a:cubicBezTo>
                    <a:pt x="9051" y="6431"/>
                    <a:pt x="9134" y="6520"/>
                    <a:pt x="9239" y="6520"/>
                  </a:cubicBezTo>
                  <a:lnTo>
                    <a:pt x="10978" y="6520"/>
                  </a:lnTo>
                  <a:lnTo>
                    <a:pt x="10978" y="7713"/>
                  </a:lnTo>
                  <a:cubicBezTo>
                    <a:pt x="10978" y="7814"/>
                    <a:pt x="11060" y="7897"/>
                    <a:pt x="11162" y="7897"/>
                  </a:cubicBezTo>
                  <a:lnTo>
                    <a:pt x="12190" y="7897"/>
                  </a:lnTo>
                  <a:lnTo>
                    <a:pt x="12190" y="12223"/>
                  </a:lnTo>
                  <a:lnTo>
                    <a:pt x="7537" y="12223"/>
                  </a:lnTo>
                  <a:lnTo>
                    <a:pt x="7537" y="6519"/>
                  </a:lnTo>
                  <a:lnTo>
                    <a:pt x="8330" y="6519"/>
                  </a:lnTo>
                  <a:cubicBezTo>
                    <a:pt x="8426" y="6519"/>
                    <a:pt x="8511" y="6449"/>
                    <a:pt x="8519" y="6354"/>
                  </a:cubicBezTo>
                  <a:cubicBezTo>
                    <a:pt x="8528" y="6248"/>
                    <a:pt x="8444" y="6159"/>
                    <a:pt x="8339" y="6159"/>
                  </a:cubicBezTo>
                  <a:lnTo>
                    <a:pt x="7328" y="6159"/>
                  </a:lnTo>
                  <a:cubicBezTo>
                    <a:pt x="7225" y="6159"/>
                    <a:pt x="7143" y="6241"/>
                    <a:pt x="7143" y="6343"/>
                  </a:cubicBezTo>
                  <a:lnTo>
                    <a:pt x="7143" y="9436"/>
                  </a:lnTo>
                  <a:lnTo>
                    <a:pt x="427" y="9436"/>
                  </a:lnTo>
                  <a:cubicBezTo>
                    <a:pt x="390" y="9436"/>
                    <a:pt x="360" y="9405"/>
                    <a:pt x="360" y="9369"/>
                  </a:cubicBezTo>
                  <a:lnTo>
                    <a:pt x="360" y="7960"/>
                  </a:lnTo>
                  <a:cubicBezTo>
                    <a:pt x="360" y="7941"/>
                    <a:pt x="352" y="7924"/>
                    <a:pt x="339" y="7911"/>
                  </a:cubicBezTo>
                  <a:cubicBezTo>
                    <a:pt x="286" y="7861"/>
                    <a:pt x="231" y="7840"/>
                    <a:pt x="180" y="7840"/>
                  </a:cubicBezTo>
                  <a:cubicBezTo>
                    <a:pt x="81" y="7840"/>
                    <a:pt x="0" y="7920"/>
                    <a:pt x="0" y="8020"/>
                  </a:cubicBezTo>
                  <a:lnTo>
                    <a:pt x="0" y="9604"/>
                  </a:lnTo>
                  <a:cubicBezTo>
                    <a:pt x="0" y="9709"/>
                    <a:pt x="85" y="9795"/>
                    <a:pt x="191" y="9795"/>
                  </a:cubicBezTo>
                  <a:lnTo>
                    <a:pt x="7143" y="9795"/>
                  </a:lnTo>
                  <a:lnTo>
                    <a:pt x="7143" y="12397"/>
                  </a:lnTo>
                  <a:cubicBezTo>
                    <a:pt x="7143" y="12499"/>
                    <a:pt x="7225" y="12581"/>
                    <a:pt x="7328" y="12581"/>
                  </a:cubicBezTo>
                  <a:lnTo>
                    <a:pt x="12365" y="12581"/>
                  </a:lnTo>
                  <a:cubicBezTo>
                    <a:pt x="12467" y="12581"/>
                    <a:pt x="12550" y="12499"/>
                    <a:pt x="12550" y="12397"/>
                  </a:cubicBezTo>
                  <a:lnTo>
                    <a:pt x="12550" y="7724"/>
                  </a:lnTo>
                  <a:cubicBezTo>
                    <a:pt x="12550" y="7679"/>
                    <a:pt x="12534" y="7636"/>
                    <a:pt x="12506" y="7604"/>
                  </a:cubicBezTo>
                  <a:lnTo>
                    <a:pt x="11307" y="6222"/>
                  </a:lnTo>
                  <a:cubicBezTo>
                    <a:pt x="11272" y="6182"/>
                    <a:pt x="11221" y="6160"/>
                    <a:pt x="11168" y="6160"/>
                  </a:cubicBezTo>
                  <a:lnTo>
                    <a:pt x="11043" y="6160"/>
                  </a:lnTo>
                  <a:lnTo>
                    <a:pt x="11043" y="566"/>
                  </a:lnTo>
                  <a:cubicBezTo>
                    <a:pt x="11043" y="254"/>
                    <a:pt x="10790" y="0"/>
                    <a:pt x="104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71"/>
            <p:cNvSpPr/>
            <p:nvPr/>
          </p:nvSpPr>
          <p:spPr>
            <a:xfrm>
              <a:off x="1906431" y="1036614"/>
              <a:ext cx="48341" cy="63760"/>
            </a:xfrm>
            <a:custGeom>
              <a:rect b="b" l="l" r="r" t="t"/>
              <a:pathLst>
                <a:path extrusionOk="0" h="1683" w="1276">
                  <a:moveTo>
                    <a:pt x="1096" y="0"/>
                  </a:moveTo>
                  <a:cubicBezTo>
                    <a:pt x="997" y="0"/>
                    <a:pt x="917" y="81"/>
                    <a:pt x="917" y="180"/>
                  </a:cubicBezTo>
                  <a:lnTo>
                    <a:pt x="917" y="638"/>
                  </a:lnTo>
                  <a:lnTo>
                    <a:pt x="359" y="638"/>
                  </a:lnTo>
                  <a:lnTo>
                    <a:pt x="359" y="180"/>
                  </a:lnTo>
                  <a:cubicBezTo>
                    <a:pt x="362" y="81"/>
                    <a:pt x="280" y="1"/>
                    <a:pt x="180" y="1"/>
                  </a:cubicBezTo>
                  <a:cubicBezTo>
                    <a:pt x="81" y="1"/>
                    <a:pt x="0" y="82"/>
                    <a:pt x="0" y="181"/>
                  </a:cubicBezTo>
                  <a:lnTo>
                    <a:pt x="0" y="1494"/>
                  </a:lnTo>
                  <a:cubicBezTo>
                    <a:pt x="0" y="1589"/>
                    <a:pt x="69" y="1674"/>
                    <a:pt x="164" y="1682"/>
                  </a:cubicBezTo>
                  <a:cubicBezTo>
                    <a:pt x="169" y="1682"/>
                    <a:pt x="173" y="1683"/>
                    <a:pt x="178" y="1683"/>
                  </a:cubicBezTo>
                  <a:cubicBezTo>
                    <a:pt x="279" y="1683"/>
                    <a:pt x="359" y="1602"/>
                    <a:pt x="359" y="1502"/>
                  </a:cubicBezTo>
                  <a:lnTo>
                    <a:pt x="359" y="998"/>
                  </a:lnTo>
                  <a:lnTo>
                    <a:pt x="917" y="998"/>
                  </a:lnTo>
                  <a:lnTo>
                    <a:pt x="917" y="1494"/>
                  </a:lnTo>
                  <a:cubicBezTo>
                    <a:pt x="917" y="1589"/>
                    <a:pt x="986" y="1674"/>
                    <a:pt x="1080" y="1682"/>
                  </a:cubicBezTo>
                  <a:cubicBezTo>
                    <a:pt x="1085" y="1682"/>
                    <a:pt x="1090" y="1683"/>
                    <a:pt x="1095" y="1683"/>
                  </a:cubicBezTo>
                  <a:cubicBezTo>
                    <a:pt x="1195" y="1683"/>
                    <a:pt x="1276" y="1602"/>
                    <a:pt x="1276" y="1502"/>
                  </a:cubicBezTo>
                  <a:lnTo>
                    <a:pt x="1276" y="189"/>
                  </a:lnTo>
                  <a:cubicBezTo>
                    <a:pt x="1276" y="93"/>
                    <a:pt x="1207" y="8"/>
                    <a:pt x="1113" y="1"/>
                  </a:cubicBezTo>
                  <a:cubicBezTo>
                    <a:pt x="1107" y="1"/>
                    <a:pt x="1102" y="0"/>
                    <a:pt x="1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71"/>
            <p:cNvSpPr/>
            <p:nvPr/>
          </p:nvSpPr>
          <p:spPr>
            <a:xfrm>
              <a:off x="1857976" y="1035970"/>
              <a:ext cx="42128" cy="65200"/>
            </a:xfrm>
            <a:custGeom>
              <a:rect b="b" l="l" r="r" t="t"/>
              <a:pathLst>
                <a:path extrusionOk="0" h="1721" w="1112">
                  <a:moveTo>
                    <a:pt x="550" y="362"/>
                  </a:moveTo>
                  <a:cubicBezTo>
                    <a:pt x="659" y="362"/>
                    <a:pt x="752" y="451"/>
                    <a:pt x="752" y="558"/>
                  </a:cubicBezTo>
                  <a:cubicBezTo>
                    <a:pt x="752" y="665"/>
                    <a:pt x="659" y="756"/>
                    <a:pt x="548" y="756"/>
                  </a:cubicBezTo>
                  <a:cubicBezTo>
                    <a:pt x="504" y="756"/>
                    <a:pt x="429" y="756"/>
                    <a:pt x="359" y="757"/>
                  </a:cubicBezTo>
                  <a:cubicBezTo>
                    <a:pt x="359" y="684"/>
                    <a:pt x="358" y="439"/>
                    <a:pt x="358" y="362"/>
                  </a:cubicBezTo>
                  <a:lnTo>
                    <a:pt x="548" y="362"/>
                  </a:lnTo>
                  <a:cubicBezTo>
                    <a:pt x="549" y="362"/>
                    <a:pt x="549" y="362"/>
                    <a:pt x="550" y="362"/>
                  </a:cubicBezTo>
                  <a:close/>
                  <a:moveTo>
                    <a:pt x="182" y="0"/>
                  </a:moveTo>
                  <a:cubicBezTo>
                    <a:pt x="87" y="0"/>
                    <a:pt x="0" y="88"/>
                    <a:pt x="0" y="186"/>
                  </a:cubicBezTo>
                  <a:lnTo>
                    <a:pt x="0" y="1531"/>
                  </a:lnTo>
                  <a:cubicBezTo>
                    <a:pt x="0" y="1618"/>
                    <a:pt x="59" y="1699"/>
                    <a:pt x="145" y="1717"/>
                  </a:cubicBezTo>
                  <a:cubicBezTo>
                    <a:pt x="158" y="1719"/>
                    <a:pt x="170" y="1721"/>
                    <a:pt x="182" y="1721"/>
                  </a:cubicBezTo>
                  <a:cubicBezTo>
                    <a:pt x="281" y="1721"/>
                    <a:pt x="363" y="1637"/>
                    <a:pt x="363" y="1537"/>
                  </a:cubicBezTo>
                  <a:lnTo>
                    <a:pt x="363" y="1133"/>
                  </a:lnTo>
                  <a:cubicBezTo>
                    <a:pt x="432" y="1133"/>
                    <a:pt x="506" y="1131"/>
                    <a:pt x="551" y="1131"/>
                  </a:cubicBezTo>
                  <a:cubicBezTo>
                    <a:pt x="860" y="1131"/>
                    <a:pt x="1112" y="878"/>
                    <a:pt x="1112" y="566"/>
                  </a:cubicBezTo>
                  <a:cubicBezTo>
                    <a:pt x="1112" y="255"/>
                    <a:pt x="860" y="0"/>
                    <a:pt x="5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71"/>
            <p:cNvSpPr/>
            <p:nvPr/>
          </p:nvSpPr>
          <p:spPr>
            <a:xfrm>
              <a:off x="1964433" y="1035932"/>
              <a:ext cx="42962" cy="65200"/>
            </a:xfrm>
            <a:custGeom>
              <a:rect b="b" l="l" r="r" t="t"/>
              <a:pathLst>
                <a:path extrusionOk="0" h="1721" w="1134">
                  <a:moveTo>
                    <a:pt x="566" y="362"/>
                  </a:moveTo>
                  <a:cubicBezTo>
                    <a:pt x="677" y="362"/>
                    <a:pt x="770" y="452"/>
                    <a:pt x="770" y="558"/>
                  </a:cubicBezTo>
                  <a:cubicBezTo>
                    <a:pt x="770" y="665"/>
                    <a:pt x="676" y="755"/>
                    <a:pt x="566" y="755"/>
                  </a:cubicBezTo>
                  <a:cubicBezTo>
                    <a:pt x="522" y="755"/>
                    <a:pt x="447" y="755"/>
                    <a:pt x="376" y="757"/>
                  </a:cubicBezTo>
                  <a:cubicBezTo>
                    <a:pt x="376" y="684"/>
                    <a:pt x="375" y="439"/>
                    <a:pt x="375" y="362"/>
                  </a:cubicBezTo>
                  <a:close/>
                  <a:moveTo>
                    <a:pt x="187" y="0"/>
                  </a:moveTo>
                  <a:cubicBezTo>
                    <a:pt x="79" y="0"/>
                    <a:pt x="4" y="87"/>
                    <a:pt x="2" y="190"/>
                  </a:cubicBezTo>
                  <a:cubicBezTo>
                    <a:pt x="0" y="235"/>
                    <a:pt x="2" y="1503"/>
                    <a:pt x="2" y="1535"/>
                  </a:cubicBezTo>
                  <a:cubicBezTo>
                    <a:pt x="2" y="1638"/>
                    <a:pt x="84" y="1721"/>
                    <a:pt x="185" y="1721"/>
                  </a:cubicBezTo>
                  <a:cubicBezTo>
                    <a:pt x="287" y="1721"/>
                    <a:pt x="370" y="1638"/>
                    <a:pt x="370" y="1536"/>
                  </a:cubicBezTo>
                  <a:lnTo>
                    <a:pt x="370" y="1132"/>
                  </a:lnTo>
                  <a:cubicBezTo>
                    <a:pt x="441" y="1132"/>
                    <a:pt x="517" y="1131"/>
                    <a:pt x="562" y="1131"/>
                  </a:cubicBezTo>
                  <a:cubicBezTo>
                    <a:pt x="878" y="1131"/>
                    <a:pt x="1134" y="878"/>
                    <a:pt x="1134" y="566"/>
                  </a:cubicBezTo>
                  <a:cubicBezTo>
                    <a:pt x="1134" y="254"/>
                    <a:pt x="878" y="0"/>
                    <a:pt x="5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5" name="Google Shape;3135;p71"/>
          <p:cNvSpPr/>
          <p:nvPr/>
        </p:nvSpPr>
        <p:spPr>
          <a:xfrm>
            <a:off x="2092848" y="-2715259"/>
            <a:ext cx="13018" cy="13045"/>
          </a:xfrm>
          <a:custGeom>
            <a:rect b="b" l="l" r="r" t="t"/>
            <a:pathLst>
              <a:path extrusionOk="0" h="493" w="492">
                <a:moveTo>
                  <a:pt x="245" y="1"/>
                </a:moveTo>
                <a:cubicBezTo>
                  <a:pt x="111" y="1"/>
                  <a:pt x="1" y="111"/>
                  <a:pt x="1" y="247"/>
                </a:cubicBezTo>
                <a:cubicBezTo>
                  <a:pt x="1" y="383"/>
                  <a:pt x="111" y="493"/>
                  <a:pt x="247" y="493"/>
                </a:cubicBezTo>
                <a:cubicBezTo>
                  <a:pt x="382" y="493"/>
                  <a:pt x="492" y="383"/>
                  <a:pt x="492" y="247"/>
                </a:cubicBezTo>
                <a:cubicBezTo>
                  <a:pt x="492" y="111"/>
                  <a:pt x="382" y="1"/>
                  <a:pt x="247" y="1"/>
                </a:cubicBezTo>
                <a:cubicBezTo>
                  <a:pt x="246" y="1"/>
                  <a:pt x="246" y="1"/>
                  <a:pt x="24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6" name="Google Shape;3136;p7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Icon pack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40" name="Shape 3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1" name="Google Shape;3141;p7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</a:t>
            </a:r>
            <a:r>
              <a:rPr lang="en"/>
              <a:t> resources</a:t>
            </a:r>
            <a:endParaRPr/>
          </a:p>
        </p:txBody>
      </p:sp>
      <p:sp>
        <p:nvSpPr>
          <p:cNvPr id="3142" name="Google Shape;3142;p72"/>
          <p:cNvSpPr txBox="1"/>
          <p:nvPr>
            <p:ph idx="1" type="body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an assortment of alternative resources whose style fits that of this template:</a:t>
            </a:r>
            <a:endParaRPr/>
          </a:p>
        </p:txBody>
      </p:sp>
      <p:grpSp>
        <p:nvGrpSpPr>
          <p:cNvPr id="3143" name="Google Shape;3143;p72"/>
          <p:cNvGrpSpPr/>
          <p:nvPr/>
        </p:nvGrpSpPr>
        <p:grpSpPr>
          <a:xfrm>
            <a:off x="2652751" y="2322808"/>
            <a:ext cx="876721" cy="1462861"/>
            <a:chOff x="4849314" y="2333683"/>
            <a:chExt cx="876721" cy="1462861"/>
          </a:xfrm>
        </p:grpSpPr>
        <p:grpSp>
          <p:nvGrpSpPr>
            <p:cNvPr id="3144" name="Google Shape;3144;p72"/>
            <p:cNvGrpSpPr/>
            <p:nvPr/>
          </p:nvGrpSpPr>
          <p:grpSpPr>
            <a:xfrm>
              <a:off x="4849314" y="2333683"/>
              <a:ext cx="876721" cy="589313"/>
              <a:chOff x="3772339" y="3287983"/>
              <a:chExt cx="876721" cy="589313"/>
            </a:xfrm>
          </p:grpSpPr>
          <p:grpSp>
            <p:nvGrpSpPr>
              <p:cNvPr id="3145" name="Google Shape;3145;p72"/>
              <p:cNvGrpSpPr/>
              <p:nvPr/>
            </p:nvGrpSpPr>
            <p:grpSpPr>
              <a:xfrm>
                <a:off x="3772339" y="3287983"/>
                <a:ext cx="237498" cy="589194"/>
                <a:chOff x="3772375" y="3304350"/>
                <a:chExt cx="237498" cy="572700"/>
              </a:xfrm>
            </p:grpSpPr>
            <p:cxnSp>
              <p:nvCxnSpPr>
                <p:cNvPr id="3146" name="Google Shape;3146;p72"/>
                <p:cNvCxnSpPr/>
                <p:nvPr/>
              </p:nvCxnSpPr>
              <p:spPr>
                <a:xfrm>
                  <a:off x="3772375" y="3304350"/>
                  <a:ext cx="0" cy="572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47" name="Google Shape;3147;p72"/>
                <p:cNvCxnSpPr/>
                <p:nvPr/>
              </p:nvCxnSpPr>
              <p:spPr>
                <a:xfrm>
                  <a:off x="3851541" y="3304350"/>
                  <a:ext cx="0" cy="572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48" name="Google Shape;3148;p72"/>
                <p:cNvCxnSpPr/>
                <p:nvPr/>
              </p:nvCxnSpPr>
              <p:spPr>
                <a:xfrm>
                  <a:off x="3930707" y="3304350"/>
                  <a:ext cx="0" cy="572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49" name="Google Shape;3149;p72"/>
                <p:cNvCxnSpPr/>
                <p:nvPr/>
              </p:nvCxnSpPr>
              <p:spPr>
                <a:xfrm>
                  <a:off x="4009873" y="3304350"/>
                  <a:ext cx="0" cy="572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150" name="Google Shape;3150;p72"/>
              <p:cNvGrpSpPr/>
              <p:nvPr/>
            </p:nvGrpSpPr>
            <p:grpSpPr>
              <a:xfrm>
                <a:off x="4089039" y="3596196"/>
                <a:ext cx="237498" cy="281100"/>
                <a:chOff x="4089039" y="3596196"/>
                <a:chExt cx="237498" cy="281100"/>
              </a:xfrm>
            </p:grpSpPr>
            <p:cxnSp>
              <p:nvCxnSpPr>
                <p:cNvPr id="3151" name="Google Shape;3151;p72"/>
                <p:cNvCxnSpPr/>
                <p:nvPr/>
              </p:nvCxnSpPr>
              <p:spPr>
                <a:xfrm>
                  <a:off x="4089039" y="3596196"/>
                  <a:ext cx="0" cy="281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2" name="Google Shape;3152;p72"/>
                <p:cNvCxnSpPr/>
                <p:nvPr/>
              </p:nvCxnSpPr>
              <p:spPr>
                <a:xfrm>
                  <a:off x="4168205" y="3596196"/>
                  <a:ext cx="0" cy="281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3" name="Google Shape;3153;p72"/>
                <p:cNvCxnSpPr/>
                <p:nvPr/>
              </p:nvCxnSpPr>
              <p:spPr>
                <a:xfrm>
                  <a:off x="4247370" y="3596196"/>
                  <a:ext cx="0" cy="281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4" name="Google Shape;3154;p72"/>
                <p:cNvCxnSpPr/>
                <p:nvPr/>
              </p:nvCxnSpPr>
              <p:spPr>
                <a:xfrm>
                  <a:off x="4326536" y="3596196"/>
                  <a:ext cx="0" cy="281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155" name="Google Shape;3155;p72"/>
              <p:cNvGrpSpPr/>
              <p:nvPr/>
            </p:nvGrpSpPr>
            <p:grpSpPr>
              <a:xfrm>
                <a:off x="4405702" y="3596196"/>
                <a:ext cx="237498" cy="281100"/>
                <a:chOff x="4405702" y="3596196"/>
                <a:chExt cx="237498" cy="281100"/>
              </a:xfrm>
            </p:grpSpPr>
            <p:cxnSp>
              <p:nvCxnSpPr>
                <p:cNvPr id="3156" name="Google Shape;3156;p72"/>
                <p:cNvCxnSpPr/>
                <p:nvPr/>
              </p:nvCxnSpPr>
              <p:spPr>
                <a:xfrm>
                  <a:off x="4405702" y="3596196"/>
                  <a:ext cx="0" cy="281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7" name="Google Shape;3157;p72"/>
                <p:cNvCxnSpPr/>
                <p:nvPr/>
              </p:nvCxnSpPr>
              <p:spPr>
                <a:xfrm>
                  <a:off x="4484868" y="3596196"/>
                  <a:ext cx="0" cy="281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8" name="Google Shape;3158;p72"/>
                <p:cNvCxnSpPr/>
                <p:nvPr/>
              </p:nvCxnSpPr>
              <p:spPr>
                <a:xfrm>
                  <a:off x="4564034" y="3596196"/>
                  <a:ext cx="0" cy="281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9" name="Google Shape;3159;p72"/>
                <p:cNvCxnSpPr/>
                <p:nvPr/>
              </p:nvCxnSpPr>
              <p:spPr>
                <a:xfrm>
                  <a:off x="4643200" y="3596196"/>
                  <a:ext cx="0" cy="281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160" name="Google Shape;3160;p72"/>
              <p:cNvGrpSpPr/>
              <p:nvPr/>
            </p:nvGrpSpPr>
            <p:grpSpPr>
              <a:xfrm rot="5400000">
                <a:off x="4239406" y="3115771"/>
                <a:ext cx="237403" cy="581905"/>
                <a:chOff x="4089039" y="3596196"/>
                <a:chExt cx="237498" cy="281100"/>
              </a:xfrm>
            </p:grpSpPr>
            <p:cxnSp>
              <p:nvCxnSpPr>
                <p:cNvPr id="3161" name="Google Shape;3161;p72"/>
                <p:cNvCxnSpPr/>
                <p:nvPr/>
              </p:nvCxnSpPr>
              <p:spPr>
                <a:xfrm>
                  <a:off x="4089039" y="3596196"/>
                  <a:ext cx="0" cy="281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62" name="Google Shape;3162;p72"/>
                <p:cNvCxnSpPr/>
                <p:nvPr/>
              </p:nvCxnSpPr>
              <p:spPr>
                <a:xfrm>
                  <a:off x="4168205" y="3596196"/>
                  <a:ext cx="0" cy="281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63" name="Google Shape;3163;p72"/>
                <p:cNvCxnSpPr/>
                <p:nvPr/>
              </p:nvCxnSpPr>
              <p:spPr>
                <a:xfrm>
                  <a:off x="4247370" y="3596196"/>
                  <a:ext cx="0" cy="281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64" name="Google Shape;3164;p72"/>
                <p:cNvCxnSpPr/>
                <p:nvPr/>
              </p:nvCxnSpPr>
              <p:spPr>
                <a:xfrm>
                  <a:off x="4326536" y="3596196"/>
                  <a:ext cx="0" cy="281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165" name="Google Shape;3165;p72"/>
            <p:cNvGrpSpPr/>
            <p:nvPr/>
          </p:nvGrpSpPr>
          <p:grpSpPr>
            <a:xfrm>
              <a:off x="4849423" y="2961468"/>
              <a:ext cx="237498" cy="834997"/>
              <a:chOff x="3772375" y="3304350"/>
              <a:chExt cx="237498" cy="572700"/>
            </a:xfrm>
          </p:grpSpPr>
          <p:cxnSp>
            <p:nvCxnSpPr>
              <p:cNvPr id="3166" name="Google Shape;3166;p72"/>
              <p:cNvCxnSpPr/>
              <p:nvPr/>
            </p:nvCxnSpPr>
            <p:spPr>
              <a:xfrm>
                <a:off x="3772375" y="3304350"/>
                <a:ext cx="0" cy="57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7" name="Google Shape;3167;p72"/>
              <p:cNvCxnSpPr/>
              <p:nvPr/>
            </p:nvCxnSpPr>
            <p:spPr>
              <a:xfrm>
                <a:off x="3851541" y="3304350"/>
                <a:ext cx="0" cy="57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8" name="Google Shape;3168;p72"/>
              <p:cNvCxnSpPr/>
              <p:nvPr/>
            </p:nvCxnSpPr>
            <p:spPr>
              <a:xfrm>
                <a:off x="3930707" y="3304350"/>
                <a:ext cx="0" cy="57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9" name="Google Shape;3169;p72"/>
              <p:cNvCxnSpPr/>
              <p:nvPr/>
            </p:nvCxnSpPr>
            <p:spPr>
              <a:xfrm>
                <a:off x="4009873" y="3304350"/>
                <a:ext cx="0" cy="57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170" name="Google Shape;3170;p72"/>
            <p:cNvGrpSpPr/>
            <p:nvPr/>
          </p:nvGrpSpPr>
          <p:grpSpPr>
            <a:xfrm>
              <a:off x="5166209" y="3265405"/>
              <a:ext cx="237498" cy="531138"/>
              <a:chOff x="4089039" y="3596196"/>
              <a:chExt cx="237498" cy="281100"/>
            </a:xfrm>
          </p:grpSpPr>
          <p:cxnSp>
            <p:nvCxnSpPr>
              <p:cNvPr id="3171" name="Google Shape;3171;p72"/>
              <p:cNvCxnSpPr/>
              <p:nvPr/>
            </p:nvCxnSpPr>
            <p:spPr>
              <a:xfrm>
                <a:off x="4089039" y="3596196"/>
                <a:ext cx="0" cy="28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2" name="Google Shape;3172;p72"/>
              <p:cNvCxnSpPr/>
              <p:nvPr/>
            </p:nvCxnSpPr>
            <p:spPr>
              <a:xfrm>
                <a:off x="4168205" y="3596196"/>
                <a:ext cx="0" cy="28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3" name="Google Shape;3173;p72"/>
              <p:cNvCxnSpPr/>
              <p:nvPr/>
            </p:nvCxnSpPr>
            <p:spPr>
              <a:xfrm>
                <a:off x="4247370" y="3596196"/>
                <a:ext cx="0" cy="28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4" name="Google Shape;3174;p72"/>
              <p:cNvCxnSpPr/>
              <p:nvPr/>
            </p:nvCxnSpPr>
            <p:spPr>
              <a:xfrm>
                <a:off x="4326536" y="3596196"/>
                <a:ext cx="0" cy="28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175" name="Google Shape;3175;p72"/>
            <p:cNvGrpSpPr/>
            <p:nvPr/>
          </p:nvGrpSpPr>
          <p:grpSpPr>
            <a:xfrm>
              <a:off x="5482872" y="3265405"/>
              <a:ext cx="237498" cy="531138"/>
              <a:chOff x="4405702" y="3596196"/>
              <a:chExt cx="237498" cy="281100"/>
            </a:xfrm>
          </p:grpSpPr>
          <p:cxnSp>
            <p:nvCxnSpPr>
              <p:cNvPr id="3176" name="Google Shape;3176;p72"/>
              <p:cNvCxnSpPr/>
              <p:nvPr/>
            </p:nvCxnSpPr>
            <p:spPr>
              <a:xfrm>
                <a:off x="4405702" y="3596196"/>
                <a:ext cx="0" cy="28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7" name="Google Shape;3177;p72"/>
              <p:cNvCxnSpPr/>
              <p:nvPr/>
            </p:nvCxnSpPr>
            <p:spPr>
              <a:xfrm>
                <a:off x="4484868" y="3596196"/>
                <a:ext cx="0" cy="28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8" name="Google Shape;3178;p72"/>
              <p:cNvCxnSpPr/>
              <p:nvPr/>
            </p:nvCxnSpPr>
            <p:spPr>
              <a:xfrm>
                <a:off x="4564034" y="3596196"/>
                <a:ext cx="0" cy="28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9" name="Google Shape;3179;p72"/>
              <p:cNvCxnSpPr/>
              <p:nvPr/>
            </p:nvCxnSpPr>
            <p:spPr>
              <a:xfrm>
                <a:off x="4643200" y="3596196"/>
                <a:ext cx="0" cy="28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180" name="Google Shape;3180;p72"/>
            <p:cNvGrpSpPr/>
            <p:nvPr/>
          </p:nvGrpSpPr>
          <p:grpSpPr>
            <a:xfrm rot="5400000">
              <a:off x="5316381" y="2789246"/>
              <a:ext cx="237403" cy="581905"/>
              <a:chOff x="4089039" y="3596196"/>
              <a:chExt cx="237498" cy="281100"/>
            </a:xfrm>
          </p:grpSpPr>
          <p:cxnSp>
            <p:nvCxnSpPr>
              <p:cNvPr id="3181" name="Google Shape;3181;p72"/>
              <p:cNvCxnSpPr/>
              <p:nvPr/>
            </p:nvCxnSpPr>
            <p:spPr>
              <a:xfrm>
                <a:off x="4089039" y="3596196"/>
                <a:ext cx="0" cy="28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82" name="Google Shape;3182;p72"/>
              <p:cNvCxnSpPr/>
              <p:nvPr/>
            </p:nvCxnSpPr>
            <p:spPr>
              <a:xfrm>
                <a:off x="4168205" y="3596196"/>
                <a:ext cx="0" cy="28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83" name="Google Shape;3183;p72"/>
              <p:cNvCxnSpPr/>
              <p:nvPr/>
            </p:nvCxnSpPr>
            <p:spPr>
              <a:xfrm>
                <a:off x="4247370" y="3596196"/>
                <a:ext cx="0" cy="28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84" name="Google Shape;3184;p72"/>
              <p:cNvCxnSpPr/>
              <p:nvPr/>
            </p:nvCxnSpPr>
            <p:spPr>
              <a:xfrm>
                <a:off x="4326536" y="3596196"/>
                <a:ext cx="0" cy="28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185" name="Google Shape;3185;p72"/>
          <p:cNvGrpSpPr/>
          <p:nvPr/>
        </p:nvGrpSpPr>
        <p:grpSpPr>
          <a:xfrm>
            <a:off x="4077076" y="2311862"/>
            <a:ext cx="989838" cy="1484757"/>
            <a:chOff x="5713925" y="2311950"/>
            <a:chExt cx="1039200" cy="1558800"/>
          </a:xfrm>
        </p:grpSpPr>
        <p:sp>
          <p:nvSpPr>
            <p:cNvPr id="3186" name="Google Shape;3186;p72"/>
            <p:cNvSpPr/>
            <p:nvPr/>
          </p:nvSpPr>
          <p:spPr>
            <a:xfrm>
              <a:off x="5713925" y="2311950"/>
              <a:ext cx="519600" cy="5196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72"/>
            <p:cNvSpPr/>
            <p:nvPr/>
          </p:nvSpPr>
          <p:spPr>
            <a:xfrm>
              <a:off x="6233525" y="2311950"/>
              <a:ext cx="519600" cy="5196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72"/>
            <p:cNvSpPr/>
            <p:nvPr/>
          </p:nvSpPr>
          <p:spPr>
            <a:xfrm>
              <a:off x="5713925" y="2831550"/>
              <a:ext cx="519600" cy="5196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72"/>
            <p:cNvSpPr/>
            <p:nvPr/>
          </p:nvSpPr>
          <p:spPr>
            <a:xfrm>
              <a:off x="6233525" y="2831550"/>
              <a:ext cx="519600" cy="5196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72"/>
            <p:cNvSpPr/>
            <p:nvPr/>
          </p:nvSpPr>
          <p:spPr>
            <a:xfrm>
              <a:off x="5713925" y="3351150"/>
              <a:ext cx="519600" cy="519600"/>
            </a:xfrm>
            <a:prstGeom prst="ellipse">
              <a:avLst/>
            </a:pr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72"/>
            <p:cNvSpPr/>
            <p:nvPr/>
          </p:nvSpPr>
          <p:spPr>
            <a:xfrm>
              <a:off x="6233525" y="3351150"/>
              <a:ext cx="519600" cy="519600"/>
            </a:xfrm>
            <a:prstGeom prst="ellipse">
              <a:avLst/>
            </a:pr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92" name="Google Shape;3192;p72"/>
          <p:cNvGrpSpPr/>
          <p:nvPr/>
        </p:nvGrpSpPr>
        <p:grpSpPr>
          <a:xfrm>
            <a:off x="293519" y="1837246"/>
            <a:ext cx="1892093" cy="1948807"/>
            <a:chOff x="229175" y="1404950"/>
            <a:chExt cx="1576350" cy="1623600"/>
          </a:xfrm>
        </p:grpSpPr>
        <p:sp>
          <p:nvSpPr>
            <p:cNvPr id="3193" name="Google Shape;3193;p72"/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72"/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72"/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72"/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97" name="Google Shape;3197;p72"/>
          <p:cNvGrpSpPr/>
          <p:nvPr/>
        </p:nvGrpSpPr>
        <p:grpSpPr>
          <a:xfrm>
            <a:off x="5501248" y="2333706"/>
            <a:ext cx="1095921" cy="1462828"/>
            <a:chOff x="379925" y="2141500"/>
            <a:chExt cx="948275" cy="2315700"/>
          </a:xfrm>
        </p:grpSpPr>
        <p:sp>
          <p:nvSpPr>
            <p:cNvPr id="3198" name="Google Shape;3198;p72"/>
            <p:cNvSpPr/>
            <p:nvPr/>
          </p:nvSpPr>
          <p:spPr>
            <a:xfrm>
              <a:off x="379925" y="2141500"/>
              <a:ext cx="430800" cy="2315700"/>
            </a:xfrm>
            <a:prstGeom prst="parallelogram">
              <a:avLst>
                <a:gd fmla="val 60301" name="adj"/>
              </a:avLst>
            </a:pr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72"/>
            <p:cNvSpPr/>
            <p:nvPr/>
          </p:nvSpPr>
          <p:spPr>
            <a:xfrm>
              <a:off x="552417" y="2141500"/>
              <a:ext cx="430800" cy="2315700"/>
            </a:xfrm>
            <a:prstGeom prst="parallelogram">
              <a:avLst>
                <a:gd fmla="val 60301" name="adj"/>
              </a:avLst>
            </a:pr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72"/>
            <p:cNvSpPr/>
            <p:nvPr/>
          </p:nvSpPr>
          <p:spPr>
            <a:xfrm>
              <a:off x="724908" y="2141500"/>
              <a:ext cx="430800" cy="2315700"/>
            </a:xfrm>
            <a:prstGeom prst="parallelogram">
              <a:avLst>
                <a:gd fmla="val 60301" name="adj"/>
              </a:avLst>
            </a:pr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72"/>
            <p:cNvSpPr/>
            <p:nvPr/>
          </p:nvSpPr>
          <p:spPr>
            <a:xfrm>
              <a:off x="897400" y="2141500"/>
              <a:ext cx="430800" cy="2315700"/>
            </a:xfrm>
            <a:prstGeom prst="parallelogram">
              <a:avLst>
                <a:gd fmla="val 60301" name="adj"/>
              </a:avLst>
            </a:pr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02" name="Google Shape;3202;p72"/>
          <p:cNvGrpSpPr/>
          <p:nvPr/>
        </p:nvGrpSpPr>
        <p:grpSpPr>
          <a:xfrm flipH="1">
            <a:off x="6812113" y="2333688"/>
            <a:ext cx="2806875" cy="2625875"/>
            <a:chOff x="-943975" y="2874825"/>
            <a:chExt cx="2806875" cy="2625875"/>
          </a:xfrm>
        </p:grpSpPr>
        <p:sp>
          <p:nvSpPr>
            <p:cNvPr id="3203" name="Google Shape;3203;p72"/>
            <p:cNvSpPr/>
            <p:nvPr/>
          </p:nvSpPr>
          <p:spPr>
            <a:xfrm>
              <a:off x="-272200" y="2874825"/>
              <a:ext cx="2135100" cy="2135100"/>
            </a:xfrm>
            <a:prstGeom prst="blockArc">
              <a:avLst>
                <a:gd fmla="val 10800000" name="adj1"/>
                <a:gd fmla="val 138848" name="adj2"/>
                <a:gd fmla="val 4531" name="adj3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72"/>
            <p:cNvSpPr/>
            <p:nvPr/>
          </p:nvSpPr>
          <p:spPr>
            <a:xfrm>
              <a:off x="-440144" y="2997519"/>
              <a:ext cx="2135100" cy="2135100"/>
            </a:xfrm>
            <a:prstGeom prst="blockArc">
              <a:avLst>
                <a:gd fmla="val 10800000" name="adj1"/>
                <a:gd fmla="val 138848" name="adj2"/>
                <a:gd fmla="val 4531" name="adj3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72"/>
            <p:cNvSpPr/>
            <p:nvPr/>
          </p:nvSpPr>
          <p:spPr>
            <a:xfrm>
              <a:off x="-608087" y="3120213"/>
              <a:ext cx="2135100" cy="2135100"/>
            </a:xfrm>
            <a:prstGeom prst="blockArc">
              <a:avLst>
                <a:gd fmla="val 10800000" name="adj1"/>
                <a:gd fmla="val 138848" name="adj2"/>
                <a:gd fmla="val 4531" name="adj3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72"/>
            <p:cNvSpPr/>
            <p:nvPr/>
          </p:nvSpPr>
          <p:spPr>
            <a:xfrm>
              <a:off x="-776031" y="3242906"/>
              <a:ext cx="2135100" cy="2135100"/>
            </a:xfrm>
            <a:prstGeom prst="blockArc">
              <a:avLst>
                <a:gd fmla="val 10800000" name="adj1"/>
                <a:gd fmla="val 138848" name="adj2"/>
                <a:gd fmla="val 4531" name="adj3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72"/>
            <p:cNvSpPr/>
            <p:nvPr/>
          </p:nvSpPr>
          <p:spPr>
            <a:xfrm>
              <a:off x="-943975" y="3365600"/>
              <a:ext cx="2135100" cy="2135100"/>
            </a:xfrm>
            <a:prstGeom prst="blockArc">
              <a:avLst>
                <a:gd fmla="val 10800000" name="adj1"/>
                <a:gd fmla="val 138848" name="adj2"/>
                <a:gd fmla="val 4531" name="adj3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1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7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3213" name="Google Shape;3213;p73"/>
          <p:cNvSpPr txBox="1"/>
          <p:nvPr>
            <p:ph idx="1" type="body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Did you like the resources in this template? Get them for free at our other websites: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Photos: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17500" lvl="0" marL="3200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Medium shot man working on laptop</a:t>
            </a:r>
            <a:endParaRPr sz="1400">
              <a:solidFill>
                <a:schemeClr val="dk1"/>
              </a:solidFill>
            </a:endParaRPr>
          </a:p>
          <a:p>
            <a:pPr indent="-317500" lvl="0" marL="3200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Group of friends planning a trip in a cafe</a:t>
            </a:r>
            <a:endParaRPr sz="1400">
              <a:solidFill>
                <a:schemeClr val="dk1"/>
              </a:solidFill>
            </a:endParaRPr>
          </a:p>
          <a:p>
            <a:pPr indent="-317500" lvl="0" marL="3200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Medium shot man working on laptop</a:t>
            </a:r>
            <a:endParaRPr sz="1400">
              <a:solidFill>
                <a:schemeClr val="dk1"/>
              </a:solidFill>
            </a:endParaRPr>
          </a:p>
          <a:p>
            <a:pPr indent="-317500" lvl="0" marL="3200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Side view of men working on laptops at the office</a:t>
            </a:r>
            <a:endParaRPr sz="1400">
              <a:solidFill>
                <a:schemeClr val="dk1"/>
              </a:solidFill>
            </a:endParaRPr>
          </a:p>
          <a:p>
            <a:pPr indent="-317500" lvl="0" marL="3200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Lifestyle of woman in the office</a:t>
            </a:r>
            <a:endParaRPr sz="1400">
              <a:solidFill>
                <a:schemeClr val="dk1"/>
              </a:solidFill>
            </a:endParaRPr>
          </a:p>
          <a:p>
            <a:pPr indent="-317500" lvl="0" marL="3200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Secretary working on laptop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3214" name="Google Shape;3214;p73"/>
          <p:cNvSpPr txBox="1"/>
          <p:nvPr>
            <p:ph idx="2" type="body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Vectors: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17500" lvl="0" marL="3200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Abstract gradient circuit board background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Icon pack:</a:t>
            </a:r>
            <a:endParaRPr b="1" sz="20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04800" lvl="0" marL="320040" rtl="0" algn="l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200"/>
              <a:buChar char="●"/>
            </a:pPr>
            <a:r>
              <a:rPr lang="en" sz="1400" u="sng">
                <a:solidFill>
                  <a:schemeClr val="dk1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Icon Pack: Coding | Lineal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